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3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oboto Medium"/>
      <p:regular r:id="rId9"/>
      <p:bold r:id="rId10"/>
      <p:italic r:id="rId11"/>
      <p:boldItalic r:id="rId12"/>
    </p:embeddedFont>
    <p:embeddedFont>
      <p:font typeface="Roboto"/>
      <p:regular r:id="rId13"/>
      <p:bold r:id="rId14"/>
      <p:italic r:id="rId15"/>
      <p:boldItalic r:id="rId16"/>
    </p:embeddedFont>
    <p:embeddedFont>
      <p:font typeface="Helvetica Neue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font" Target="fonts/HelveticaNeue-boldItalic.fntdata"/><Relationship Id="rId11" Type="http://schemas.openxmlformats.org/officeDocument/2006/relationships/font" Target="fonts/RobotoMedium-italic.fntdata"/><Relationship Id="rId10" Type="http://schemas.openxmlformats.org/officeDocument/2006/relationships/font" Target="fonts/RobotoMedium-bold.fntdata"/><Relationship Id="rId13" Type="http://schemas.openxmlformats.org/officeDocument/2006/relationships/font" Target="fonts/Roboto-regular.fntdata"/><Relationship Id="rId12" Type="http://schemas.openxmlformats.org/officeDocument/2006/relationships/font" Target="fonts/RobotoMedium-boldItalic.fntdata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HelveticaNeue-regular.fntdata"/><Relationship Id="rId16" Type="http://schemas.openxmlformats.org/officeDocument/2006/relationships/font" Target="fonts/Roboto-boldItalic.fntdata"/><Relationship Id="rId19" Type="http://schemas.openxmlformats.org/officeDocument/2006/relationships/font" Target="fonts/HelveticaNeue-italic.fntdata"/><Relationship Id="rId18" Type="http://schemas.openxmlformats.org/officeDocument/2006/relationships/font" Target="fonts/HelveticaNeue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53bcacd16e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53bcacd16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Victor - En mode co-construction. Vision cible. En mode co-construction. Actuellement le processus est manuel. Demain on souhaite proposer un espace dans lequel vous pourrez par exemple importer en masse vos collaborateurs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3d5bc218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3d5bc218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Victor - En mode co-construction. Vision cible. En mode co-construction. Actuellement le processus est manuel. Demain on souhaite proposer un espace dans lequel vous pourrez par exemple importer en masse vos collaborateurs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6b35bc0cd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6b35bc0cd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presentation">
  <p:cSld name="Titre de presentation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477147" y="2179745"/>
            <a:ext cx="7210369" cy="23991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boto Medium"/>
              <a:buNone/>
              <a:defRPr b="0" i="0" sz="41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03191" y="1888825"/>
            <a:ext cx="7184324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1100"/>
              <a:buNone/>
              <a:defRPr sz="11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500"/>
              <a:buNone/>
              <a:defRPr sz="1500">
                <a:solidFill>
                  <a:srgbClr val="1041BE"/>
                </a:solidFill>
              </a:defRPr>
            </a:lvl2pPr>
            <a:lvl3pPr lvl="2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None/>
              <a:defRPr sz="1400">
                <a:solidFill>
                  <a:srgbClr val="1041BE"/>
                </a:solidFill>
              </a:defRPr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52248" y="4406462"/>
            <a:ext cx="1174531" cy="7370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e image contenant texte, Police, logo, Graphique&#10;&#10;Description générée automatiquement"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6602" y="289750"/>
            <a:ext cx="2171372" cy="127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Graphique, graphisme, Police, logo&#10;&#10;Description générée automatiquement" id="15" name="Google Shape;1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1775" y="289747"/>
            <a:ext cx="2103124" cy="114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2" type="body"/>
          </p:nvPr>
        </p:nvSpPr>
        <p:spPr>
          <a:xfrm>
            <a:off x="575075" y="4684150"/>
            <a:ext cx="3281400" cy="459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69875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650"/>
              <a:buFont typeface="Roboto"/>
              <a:buChar char="•"/>
              <a:defRPr sz="65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9400" lvl="1" marL="9144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</a:defRPr>
            </a:lvl2pPr>
            <a:lvl3pPr indent="-279400" lvl="2" marL="13716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</a:defRPr>
            </a:lvl3pPr>
            <a:lvl4pPr indent="-279400" lvl="3" marL="18288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</a:defRPr>
            </a:lvl4pPr>
            <a:lvl5pPr indent="-279400" lvl="4" marL="22860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</a:defRPr>
            </a:lvl5pPr>
            <a:lvl6pPr indent="-279400" lvl="5" marL="27432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9400" lvl="6" marL="32004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79400" lvl="7" marL="36576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79400" lvl="8" marL="41148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maire">
  <p:cSld name="Sommaire4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75072" y="1977271"/>
            <a:ext cx="8568928" cy="13529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0" y="310325"/>
            <a:ext cx="167700" cy="436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931075" y="518000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2" type="body"/>
          </p:nvPr>
        </p:nvSpPr>
        <p:spPr>
          <a:xfrm>
            <a:off x="931075" y="1085975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3" type="body"/>
          </p:nvPr>
        </p:nvSpPr>
        <p:spPr>
          <a:xfrm>
            <a:off x="931075" y="1653949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4" type="body"/>
          </p:nvPr>
        </p:nvSpPr>
        <p:spPr>
          <a:xfrm>
            <a:off x="503043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5" type="body"/>
          </p:nvPr>
        </p:nvSpPr>
        <p:spPr>
          <a:xfrm>
            <a:off x="931075" y="2221924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6" type="body"/>
          </p:nvPr>
        </p:nvSpPr>
        <p:spPr>
          <a:xfrm>
            <a:off x="931075" y="2789899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7" type="body"/>
          </p:nvPr>
        </p:nvSpPr>
        <p:spPr>
          <a:xfrm>
            <a:off x="931075" y="3357873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8" type="body"/>
          </p:nvPr>
        </p:nvSpPr>
        <p:spPr>
          <a:xfrm>
            <a:off x="931075" y="3925849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9" type="body"/>
          </p:nvPr>
        </p:nvSpPr>
        <p:spPr>
          <a:xfrm>
            <a:off x="503050" y="518000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3" type="body"/>
          </p:nvPr>
        </p:nvSpPr>
        <p:spPr>
          <a:xfrm>
            <a:off x="503050" y="1085975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4" type="body"/>
          </p:nvPr>
        </p:nvSpPr>
        <p:spPr>
          <a:xfrm>
            <a:off x="503050" y="1653950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5" type="body"/>
          </p:nvPr>
        </p:nvSpPr>
        <p:spPr>
          <a:xfrm>
            <a:off x="503050" y="2221925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6" type="body"/>
          </p:nvPr>
        </p:nvSpPr>
        <p:spPr>
          <a:xfrm>
            <a:off x="503050" y="2789899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7" type="body"/>
          </p:nvPr>
        </p:nvSpPr>
        <p:spPr>
          <a:xfrm>
            <a:off x="503050" y="3357874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idx="18" type="body"/>
          </p:nvPr>
        </p:nvSpPr>
        <p:spPr>
          <a:xfrm>
            <a:off x="503050" y="3925850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17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chapitre 1">
  <p:cSld name="Titre de chapitre 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>
            <p:ph type="ctrTitle"/>
          </p:nvPr>
        </p:nvSpPr>
        <p:spPr>
          <a:xfrm>
            <a:off x="2863400" y="2125276"/>
            <a:ext cx="52734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edium"/>
              <a:buNone/>
              <a:defRPr b="0" i="0" sz="3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4"/>
          <p:cNvSpPr/>
          <p:nvPr/>
        </p:nvSpPr>
        <p:spPr>
          <a:xfrm>
            <a:off x="0" y="0"/>
            <a:ext cx="235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>
            <p:ph idx="1" type="subTitle"/>
          </p:nvPr>
        </p:nvSpPr>
        <p:spPr>
          <a:xfrm>
            <a:off x="2880808" y="1834356"/>
            <a:ext cx="4804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1100"/>
              <a:buNone/>
              <a:defRPr sz="11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4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 title="losange blanc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875" y="2187553"/>
            <a:ext cx="822652" cy="920723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 txBox="1"/>
          <p:nvPr>
            <p:ph idx="2" type="ctrTitle"/>
          </p:nvPr>
        </p:nvSpPr>
        <p:spPr>
          <a:xfrm>
            <a:off x="559000" y="1924025"/>
            <a:ext cx="12363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41BE"/>
              </a:buClr>
              <a:buSzPts val="2200"/>
              <a:buNone/>
              <a:defRPr i="0" sz="2200">
                <a:solidFill>
                  <a:srgbClr val="1041BE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chapitre 2">
  <p:cSld name="Titre de chapitre 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-1" y="0"/>
            <a:ext cx="6095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 txBox="1"/>
          <p:nvPr>
            <p:ph type="ctrTitle"/>
          </p:nvPr>
        </p:nvSpPr>
        <p:spPr>
          <a:xfrm>
            <a:off x="512267" y="2125276"/>
            <a:ext cx="5025000" cy="24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 Medium"/>
              <a:buNone/>
              <a:defRPr b="0" i="0" sz="32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subTitle"/>
          </p:nvPr>
        </p:nvSpPr>
        <p:spPr>
          <a:xfrm>
            <a:off x="529684" y="1834356"/>
            <a:ext cx="384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6" name="Google Shape;46;p5"/>
          <p:cNvSpPr/>
          <p:nvPr>
            <p:ph idx="2" type="pic"/>
          </p:nvPr>
        </p:nvSpPr>
        <p:spPr>
          <a:xfrm>
            <a:off x="6096000" y="-1"/>
            <a:ext cx="3048000" cy="5143499"/>
          </a:xfrm>
          <a:prstGeom prst="rect">
            <a:avLst/>
          </a:prstGeom>
          <a:noFill/>
          <a:ln>
            <a:noFill/>
          </a:ln>
        </p:spPr>
      </p:sp>
      <p:pic>
        <p:nvPicPr>
          <p:cNvPr id="47" name="Google Shape;47;p5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8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Titre-Parag-Large-1col">
  <p:cSld name="Texte-Titre-Parag-Large-1col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idx="1" type="body"/>
          </p:nvPr>
        </p:nvSpPr>
        <p:spPr>
          <a:xfrm>
            <a:off x="502542" y="1206109"/>
            <a:ext cx="8066387" cy="347185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0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503039" y="-1501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3" type="body"/>
          </p:nvPr>
        </p:nvSpPr>
        <p:spPr>
          <a:xfrm>
            <a:off x="502541" y="56352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Titre-Parag-Medium-1col">
  <p:cSld name="Texte-Titre-Parag-Medium-1col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2" type="body"/>
          </p:nvPr>
        </p:nvSpPr>
        <p:spPr>
          <a:xfrm>
            <a:off x="502542" y="561713"/>
            <a:ext cx="612059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3" type="body"/>
          </p:nvPr>
        </p:nvSpPr>
        <p:spPr>
          <a:xfrm>
            <a:off x="502542" y="1323594"/>
            <a:ext cx="8066387" cy="33543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Parag-large-1col">
  <p:cSld name="Texte-Parag-large-1col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2" type="body"/>
          </p:nvPr>
        </p:nvSpPr>
        <p:spPr>
          <a:xfrm>
            <a:off x="502541" y="376881"/>
            <a:ext cx="8131730" cy="4301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Medium - 2 blocs - 1 col">
  <p:cSld name="Titre + Texte - Parag Medium - 2 blocs - 1 col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3" type="body"/>
          </p:nvPr>
        </p:nvSpPr>
        <p:spPr>
          <a:xfrm>
            <a:off x="502541" y="1320022"/>
            <a:ext cx="7634190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4" type="body"/>
          </p:nvPr>
        </p:nvSpPr>
        <p:spPr>
          <a:xfrm>
            <a:off x="502541" y="1635591"/>
            <a:ext cx="7634190" cy="1241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5" type="body"/>
          </p:nvPr>
        </p:nvSpPr>
        <p:spPr>
          <a:xfrm>
            <a:off x="502541" y="3111711"/>
            <a:ext cx="7634190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6" type="body"/>
          </p:nvPr>
        </p:nvSpPr>
        <p:spPr>
          <a:xfrm>
            <a:off x="502541" y="3427280"/>
            <a:ext cx="7634190" cy="12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Small - 3 blocs - 1 col">
  <p:cSld name="Titre + Texte - Parag Small - 3 blocs - 1 col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3" type="body"/>
          </p:nvPr>
        </p:nvSpPr>
        <p:spPr>
          <a:xfrm>
            <a:off x="939546" y="1319072"/>
            <a:ext cx="7197185" cy="2786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4" type="body"/>
          </p:nvPr>
        </p:nvSpPr>
        <p:spPr>
          <a:xfrm>
            <a:off x="939546" y="1611486"/>
            <a:ext cx="7197185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5" type="body"/>
          </p:nvPr>
        </p:nvSpPr>
        <p:spPr>
          <a:xfrm>
            <a:off x="939546" y="2442962"/>
            <a:ext cx="7197185" cy="2786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6" type="body"/>
          </p:nvPr>
        </p:nvSpPr>
        <p:spPr>
          <a:xfrm>
            <a:off x="939546" y="2729034"/>
            <a:ext cx="7197185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7" type="body"/>
          </p:nvPr>
        </p:nvSpPr>
        <p:spPr>
          <a:xfrm>
            <a:off x="939546" y="3563009"/>
            <a:ext cx="7197185" cy="2786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8" type="body"/>
          </p:nvPr>
        </p:nvSpPr>
        <p:spPr>
          <a:xfrm>
            <a:off x="939546" y="3869656"/>
            <a:ext cx="7197185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Medium - sur-titre - 4 blocs - 2 col">
  <p:cSld name="Texte - parag Medium - sur-titre - 4 blocs - 2 col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2" type="body"/>
          </p:nvPr>
        </p:nvSpPr>
        <p:spPr>
          <a:xfrm>
            <a:off x="502541" y="599312"/>
            <a:ext cx="8569426" cy="7457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3" type="body"/>
          </p:nvPr>
        </p:nvSpPr>
        <p:spPr>
          <a:xfrm>
            <a:off x="502541" y="1612273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4" type="body"/>
          </p:nvPr>
        </p:nvSpPr>
        <p:spPr>
          <a:xfrm>
            <a:off x="4711471" y="1612273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5" type="body"/>
          </p:nvPr>
        </p:nvSpPr>
        <p:spPr>
          <a:xfrm>
            <a:off x="502541" y="3095848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6" type="body"/>
          </p:nvPr>
        </p:nvSpPr>
        <p:spPr>
          <a:xfrm>
            <a:off x="4711471" y="3095848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7" type="body"/>
          </p:nvPr>
        </p:nvSpPr>
        <p:spPr>
          <a:xfrm>
            <a:off x="500644" y="1411772"/>
            <a:ext cx="3855853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8" type="body"/>
          </p:nvPr>
        </p:nvSpPr>
        <p:spPr>
          <a:xfrm>
            <a:off x="500644" y="2896493"/>
            <a:ext cx="3855853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9" type="body"/>
          </p:nvPr>
        </p:nvSpPr>
        <p:spPr>
          <a:xfrm>
            <a:off x="4707356" y="1411772"/>
            <a:ext cx="3855853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3" type="body"/>
          </p:nvPr>
        </p:nvSpPr>
        <p:spPr>
          <a:xfrm>
            <a:off x="4707356" y="2896493"/>
            <a:ext cx="3855853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Medium - 2 blocs - 2 col">
  <p:cSld name="Titre + Texte - Parag Medium - 2 blocs - 2 col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3" type="body"/>
          </p:nvPr>
        </p:nvSpPr>
        <p:spPr>
          <a:xfrm>
            <a:off x="502541" y="1315231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4" type="body"/>
          </p:nvPr>
        </p:nvSpPr>
        <p:spPr>
          <a:xfrm>
            <a:off x="502541" y="1630800"/>
            <a:ext cx="3853955" cy="28825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5" type="body"/>
          </p:nvPr>
        </p:nvSpPr>
        <p:spPr>
          <a:xfrm>
            <a:off x="4711471" y="1315231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6" type="body"/>
          </p:nvPr>
        </p:nvSpPr>
        <p:spPr>
          <a:xfrm>
            <a:off x="4711471" y="1630800"/>
            <a:ext cx="3853955" cy="28825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Medium - 2 col - Light/Dark">
  <p:cSld name="Titre + Texte - Parag Medium - 2 col - Light/Dar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4572001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sz="1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2" type="body"/>
          </p:nvPr>
        </p:nvSpPr>
        <p:spPr>
          <a:xfrm>
            <a:off x="516192" y="901055"/>
            <a:ext cx="3400936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Roboto"/>
              <a:buNone/>
              <a:defRPr i="0" sz="9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boto"/>
              <a:buNone/>
              <a:defRPr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"/>
              <a:buNone/>
              <a:defRPr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None/>
              <a:defRPr>
                <a:solidFill>
                  <a:schemeClr val="accen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" name="Google Shape;98;p13"/>
          <p:cNvSpPr txBox="1"/>
          <p:nvPr>
            <p:ph idx="3" type="body"/>
          </p:nvPr>
        </p:nvSpPr>
        <p:spPr>
          <a:xfrm>
            <a:off x="516193" y="1181566"/>
            <a:ext cx="3400936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4" type="body"/>
          </p:nvPr>
        </p:nvSpPr>
        <p:spPr>
          <a:xfrm>
            <a:off x="516193" y="1497135"/>
            <a:ext cx="3400936" cy="3180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5" type="body"/>
          </p:nvPr>
        </p:nvSpPr>
        <p:spPr>
          <a:xfrm>
            <a:off x="5156143" y="901055"/>
            <a:ext cx="340371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Roboto"/>
              <a:buNone/>
              <a:defRPr i="0" sz="9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boto"/>
              <a:buNone/>
              <a:defRPr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"/>
              <a:buNone/>
              <a:defRPr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None/>
              <a:defRPr>
                <a:solidFill>
                  <a:schemeClr val="accen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6" type="body"/>
          </p:nvPr>
        </p:nvSpPr>
        <p:spPr>
          <a:xfrm>
            <a:off x="5156143" y="1181566"/>
            <a:ext cx="3403717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7" type="body"/>
          </p:nvPr>
        </p:nvSpPr>
        <p:spPr>
          <a:xfrm>
            <a:off x="5156143" y="1497135"/>
            <a:ext cx="3403717" cy="3180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Medium - 3 blocs - sur-titre - 3 col">
  <p:cSld name="Texte - parag Medium - 3 blocs - sur-titre - 3 col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idx="1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2" type="body"/>
          </p:nvPr>
        </p:nvSpPr>
        <p:spPr>
          <a:xfrm>
            <a:off x="502542" y="1251223"/>
            <a:ext cx="243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3" type="body"/>
          </p:nvPr>
        </p:nvSpPr>
        <p:spPr>
          <a:xfrm>
            <a:off x="502542" y="1566791"/>
            <a:ext cx="2430000" cy="25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5" type="body"/>
          </p:nvPr>
        </p:nvSpPr>
        <p:spPr>
          <a:xfrm>
            <a:off x="3388171" y="1251223"/>
            <a:ext cx="243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6" type="body"/>
          </p:nvPr>
        </p:nvSpPr>
        <p:spPr>
          <a:xfrm>
            <a:off x="3388171" y="1566791"/>
            <a:ext cx="2430000" cy="25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7" type="body"/>
          </p:nvPr>
        </p:nvSpPr>
        <p:spPr>
          <a:xfrm>
            <a:off x="6216039" y="1251223"/>
            <a:ext cx="243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8" type="body"/>
          </p:nvPr>
        </p:nvSpPr>
        <p:spPr>
          <a:xfrm>
            <a:off x="6216039" y="1566791"/>
            <a:ext cx="2430000" cy="25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Small - 6 blocs - sur-titre - 3 col">
  <p:cSld name="Texte - parag Small - 6 blocs - sur-titre - 3 col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idx="1" type="body"/>
          </p:nvPr>
        </p:nvSpPr>
        <p:spPr>
          <a:xfrm>
            <a:off x="502542" y="879983"/>
            <a:ext cx="2430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4" name="Google Shape;114;p15"/>
          <p:cNvSpPr txBox="1"/>
          <p:nvPr>
            <p:ph idx="2" type="body"/>
          </p:nvPr>
        </p:nvSpPr>
        <p:spPr>
          <a:xfrm>
            <a:off x="502542" y="1195551"/>
            <a:ext cx="24300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3" type="body"/>
          </p:nvPr>
        </p:nvSpPr>
        <p:spPr>
          <a:xfrm>
            <a:off x="3388172" y="8799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15"/>
          <p:cNvSpPr txBox="1"/>
          <p:nvPr>
            <p:ph idx="4" type="body"/>
          </p:nvPr>
        </p:nvSpPr>
        <p:spPr>
          <a:xfrm>
            <a:off x="3388172" y="1195551"/>
            <a:ext cx="2430000" cy="1295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5" type="body"/>
          </p:nvPr>
        </p:nvSpPr>
        <p:spPr>
          <a:xfrm>
            <a:off x="6216039" y="8799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idx="6" type="body"/>
          </p:nvPr>
        </p:nvSpPr>
        <p:spPr>
          <a:xfrm>
            <a:off x="6216039" y="1195551"/>
            <a:ext cx="2430000" cy="1295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7" type="body"/>
          </p:nvPr>
        </p:nvSpPr>
        <p:spPr>
          <a:xfrm>
            <a:off x="502542" y="29373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8" type="body"/>
          </p:nvPr>
        </p:nvSpPr>
        <p:spPr>
          <a:xfrm>
            <a:off x="502542" y="3252952"/>
            <a:ext cx="2430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1" name="Google Shape;121;p15"/>
          <p:cNvSpPr txBox="1"/>
          <p:nvPr>
            <p:ph idx="9" type="body"/>
          </p:nvPr>
        </p:nvSpPr>
        <p:spPr>
          <a:xfrm>
            <a:off x="3388172" y="29373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13" type="body"/>
          </p:nvPr>
        </p:nvSpPr>
        <p:spPr>
          <a:xfrm>
            <a:off x="3388172" y="3252952"/>
            <a:ext cx="2430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3" name="Google Shape;123;p15"/>
          <p:cNvSpPr txBox="1"/>
          <p:nvPr>
            <p:ph idx="14" type="body"/>
          </p:nvPr>
        </p:nvSpPr>
        <p:spPr>
          <a:xfrm>
            <a:off x="6216039" y="29373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15" type="body"/>
          </p:nvPr>
        </p:nvSpPr>
        <p:spPr>
          <a:xfrm>
            <a:off x="6216039" y="3252952"/>
            <a:ext cx="2430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16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+ Media">
  <p:cSld name="Titre + Texte + Media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16"/>
          <p:cNvSpPr txBox="1"/>
          <p:nvPr>
            <p:ph idx="2" type="body"/>
          </p:nvPr>
        </p:nvSpPr>
        <p:spPr>
          <a:xfrm>
            <a:off x="502541" y="648296"/>
            <a:ext cx="347533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9" name="Google Shape;129;p16"/>
          <p:cNvSpPr txBox="1"/>
          <p:nvPr>
            <p:ph idx="3" type="body"/>
          </p:nvPr>
        </p:nvSpPr>
        <p:spPr>
          <a:xfrm>
            <a:off x="502541" y="963864"/>
            <a:ext cx="3475337" cy="3480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0" name="Google Shape;130;p16"/>
          <p:cNvSpPr/>
          <p:nvPr>
            <p:ph idx="4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Image - 1 col - Dark">
  <p:cSld name="Texte + Parag Medium + Image - 1 col - Dar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6091518" y="1"/>
            <a:ext cx="3052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17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p17"/>
          <p:cNvSpPr/>
          <p:nvPr>
            <p:ph idx="5" type="pic"/>
          </p:nvPr>
        </p:nvSpPr>
        <p:spPr>
          <a:xfrm>
            <a:off x="3426041" y="865165"/>
            <a:ext cx="5717960" cy="381280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3Parag Medium - Light">
  <p:cSld name="Texte-Exergue-3Parag Medium - Ligh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idx="1" type="body"/>
          </p:nvPr>
        </p:nvSpPr>
        <p:spPr>
          <a:xfrm>
            <a:off x="502444" y="1579749"/>
            <a:ext cx="8066485" cy="18220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b="0" i="0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2" type="body"/>
          </p:nvPr>
        </p:nvSpPr>
        <p:spPr>
          <a:xfrm>
            <a:off x="502542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3" type="body"/>
          </p:nvPr>
        </p:nvSpPr>
        <p:spPr>
          <a:xfrm>
            <a:off x="3388172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idx="4" type="body"/>
          </p:nvPr>
        </p:nvSpPr>
        <p:spPr>
          <a:xfrm>
            <a:off x="6216039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idx="5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3Parag Medium - Dark">
  <p:cSld name="Texte-Exergue-3Parag Medium - Dark"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idx="1" type="body"/>
          </p:nvPr>
        </p:nvSpPr>
        <p:spPr>
          <a:xfrm>
            <a:off x="502444" y="1579749"/>
            <a:ext cx="8066485" cy="18220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 i="0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19"/>
          <p:cNvSpPr txBox="1"/>
          <p:nvPr>
            <p:ph idx="2" type="body"/>
          </p:nvPr>
        </p:nvSpPr>
        <p:spPr>
          <a:xfrm>
            <a:off x="502542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19"/>
          <p:cNvSpPr txBox="1"/>
          <p:nvPr>
            <p:ph idx="3" type="body"/>
          </p:nvPr>
        </p:nvSpPr>
        <p:spPr>
          <a:xfrm>
            <a:off x="3388172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9" name="Google Shape;149;p19"/>
          <p:cNvSpPr txBox="1"/>
          <p:nvPr>
            <p:ph idx="4" type="body"/>
          </p:nvPr>
        </p:nvSpPr>
        <p:spPr>
          <a:xfrm>
            <a:off x="6216039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0" name="Google Shape;150;p19"/>
          <p:cNvSpPr txBox="1"/>
          <p:nvPr>
            <p:ph idx="5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1" name="Google Shape;151;p19"/>
          <p:cNvSpPr/>
          <p:nvPr/>
        </p:nvSpPr>
        <p:spPr>
          <a:xfrm>
            <a:off x="0" y="4624388"/>
            <a:ext cx="1949947" cy="512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9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piliers">
  <p:cSld name="3 valeurs - Center - Ligh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55" name="Google Shape;155;p20"/>
          <p:cNvCxnSpPr/>
          <p:nvPr/>
        </p:nvCxnSpPr>
        <p:spPr>
          <a:xfrm>
            <a:off x="4572000" y="1104025"/>
            <a:ext cx="0" cy="3592800"/>
          </a:xfrm>
          <a:prstGeom prst="straightConnector1">
            <a:avLst/>
          </a:prstGeom>
          <a:noFill/>
          <a:ln cap="flat" cmpd="sng" w="38100">
            <a:solidFill>
              <a:srgbClr val="1041B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20"/>
          <p:cNvSpPr txBox="1"/>
          <p:nvPr>
            <p:ph idx="2" type="subTitle"/>
          </p:nvPr>
        </p:nvSpPr>
        <p:spPr>
          <a:xfrm>
            <a:off x="597800" y="1098950"/>
            <a:ext cx="3758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7" name="Google Shape;157;p20"/>
          <p:cNvCxnSpPr/>
          <p:nvPr/>
        </p:nvCxnSpPr>
        <p:spPr>
          <a:xfrm rot="10800000">
            <a:off x="567525" y="2900425"/>
            <a:ext cx="8017500" cy="0"/>
          </a:xfrm>
          <a:prstGeom prst="straightConnector1">
            <a:avLst/>
          </a:prstGeom>
          <a:noFill/>
          <a:ln cap="flat" cmpd="sng" w="38100">
            <a:solidFill>
              <a:srgbClr val="1041B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8" name="Google Shape;158;p20"/>
          <p:cNvSpPr txBox="1"/>
          <p:nvPr>
            <p:ph idx="3" type="subTitle"/>
          </p:nvPr>
        </p:nvSpPr>
        <p:spPr>
          <a:xfrm>
            <a:off x="597800" y="4199200"/>
            <a:ext cx="3758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idx="4" type="subTitle"/>
          </p:nvPr>
        </p:nvSpPr>
        <p:spPr>
          <a:xfrm>
            <a:off x="4787500" y="4199200"/>
            <a:ext cx="3758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r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rtl="0" algn="r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0"/>
          <p:cNvSpPr txBox="1"/>
          <p:nvPr>
            <p:ph idx="5" type="subTitle"/>
          </p:nvPr>
        </p:nvSpPr>
        <p:spPr>
          <a:xfrm>
            <a:off x="4826325" y="1098950"/>
            <a:ext cx="3758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r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rtl="0" algn="r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0"/>
          <p:cNvSpPr txBox="1"/>
          <p:nvPr>
            <p:ph idx="6" type="body"/>
          </p:nvPr>
        </p:nvSpPr>
        <p:spPr>
          <a:xfrm>
            <a:off x="597800" y="1446925"/>
            <a:ext cx="3758700" cy="56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7" type="body"/>
          </p:nvPr>
        </p:nvSpPr>
        <p:spPr>
          <a:xfrm>
            <a:off x="4826325" y="1446925"/>
            <a:ext cx="3758700" cy="56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8" type="body"/>
          </p:nvPr>
        </p:nvSpPr>
        <p:spPr>
          <a:xfrm>
            <a:off x="597800" y="3066400"/>
            <a:ext cx="3758700" cy="56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4" name="Google Shape;164;p20"/>
          <p:cNvSpPr txBox="1"/>
          <p:nvPr>
            <p:ph idx="9" type="body"/>
          </p:nvPr>
        </p:nvSpPr>
        <p:spPr>
          <a:xfrm>
            <a:off x="4826325" y="3066400"/>
            <a:ext cx="3758700" cy="56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5" name="Google Shape;165;p20"/>
          <p:cNvSpPr txBox="1"/>
          <p:nvPr>
            <p:ph idx="13" type="body"/>
          </p:nvPr>
        </p:nvSpPr>
        <p:spPr>
          <a:xfrm>
            <a:off x="502541" y="599312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liers">
  <p:cSld name="3 valeurs - Center - Light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8" name="Google Shape;168;p21"/>
          <p:cNvSpPr txBox="1"/>
          <p:nvPr>
            <p:ph idx="2" type="body"/>
          </p:nvPr>
        </p:nvSpPr>
        <p:spPr>
          <a:xfrm>
            <a:off x="575072" y="395417"/>
            <a:ext cx="2160000" cy="4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9" name="Google Shape;169;p21"/>
          <p:cNvSpPr txBox="1"/>
          <p:nvPr>
            <p:ph idx="3" type="body"/>
          </p:nvPr>
        </p:nvSpPr>
        <p:spPr>
          <a:xfrm>
            <a:off x="3492001" y="395417"/>
            <a:ext cx="2160000" cy="4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0" name="Google Shape;170;p21"/>
          <p:cNvSpPr txBox="1"/>
          <p:nvPr>
            <p:ph idx="4" type="body"/>
          </p:nvPr>
        </p:nvSpPr>
        <p:spPr>
          <a:xfrm>
            <a:off x="6408929" y="395417"/>
            <a:ext cx="2160000" cy="4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71" name="Google Shape;171;p21"/>
          <p:cNvCxnSpPr/>
          <p:nvPr/>
        </p:nvCxnSpPr>
        <p:spPr>
          <a:xfrm flipH="1">
            <a:off x="2971642" y="1981812"/>
            <a:ext cx="303300" cy="560700"/>
          </a:xfrm>
          <a:prstGeom prst="straightConnector1">
            <a:avLst/>
          </a:prstGeom>
          <a:noFill/>
          <a:ln cap="flat" cmpd="sng" w="38100">
            <a:solidFill>
              <a:srgbClr val="1041BE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" name="Google Shape;172;p21"/>
          <p:cNvCxnSpPr/>
          <p:nvPr/>
        </p:nvCxnSpPr>
        <p:spPr>
          <a:xfrm flipH="1">
            <a:off x="5876495" y="1981812"/>
            <a:ext cx="303300" cy="560700"/>
          </a:xfrm>
          <a:prstGeom prst="straightConnector1">
            <a:avLst/>
          </a:prstGeom>
          <a:noFill/>
          <a:ln cap="flat" cmpd="sng" w="38100">
            <a:solidFill>
              <a:srgbClr val="1041B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3" name="Google Shape;173;p21"/>
          <p:cNvSpPr txBox="1"/>
          <p:nvPr>
            <p:ph idx="5" type="body"/>
          </p:nvPr>
        </p:nvSpPr>
        <p:spPr>
          <a:xfrm>
            <a:off x="502541" y="599312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3pointsclés - Light">
  <p:cSld name="Texte-Exergue-3pointsclés - Ligh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76" name="Google Shape;176;p22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7" name="Google Shape;177;p22"/>
          <p:cNvSpPr/>
          <p:nvPr/>
        </p:nvSpPr>
        <p:spPr>
          <a:xfrm>
            <a:off x="5004197" y="0"/>
            <a:ext cx="4139803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p22"/>
          <p:cNvSpPr txBox="1"/>
          <p:nvPr>
            <p:ph idx="2" type="body"/>
          </p:nvPr>
        </p:nvSpPr>
        <p:spPr>
          <a:xfrm>
            <a:off x="474216" y="457200"/>
            <a:ext cx="3996928" cy="422076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Roboto"/>
              <a:buNone/>
              <a:defRPr i="0" sz="41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3" type="body"/>
          </p:nvPr>
        </p:nvSpPr>
        <p:spPr>
          <a:xfrm>
            <a:off x="6093056" y="755848"/>
            <a:ext cx="2475872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i="0"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4" type="body"/>
          </p:nvPr>
        </p:nvSpPr>
        <p:spPr>
          <a:xfrm>
            <a:off x="6093056" y="1114226"/>
            <a:ext cx="2475872" cy="8566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1" name="Google Shape;181;p22"/>
          <p:cNvSpPr txBox="1"/>
          <p:nvPr>
            <p:ph idx="5" type="body"/>
          </p:nvPr>
        </p:nvSpPr>
        <p:spPr>
          <a:xfrm>
            <a:off x="6093056" y="2095282"/>
            <a:ext cx="2475872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i="0"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2" name="Google Shape;182;p22"/>
          <p:cNvSpPr txBox="1"/>
          <p:nvPr>
            <p:ph idx="6" type="body"/>
          </p:nvPr>
        </p:nvSpPr>
        <p:spPr>
          <a:xfrm>
            <a:off x="6093056" y="2453661"/>
            <a:ext cx="2475872" cy="8579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3" name="Google Shape;183;p22"/>
          <p:cNvSpPr txBox="1"/>
          <p:nvPr>
            <p:ph idx="7" type="body"/>
          </p:nvPr>
        </p:nvSpPr>
        <p:spPr>
          <a:xfrm>
            <a:off x="6093056" y="3463976"/>
            <a:ext cx="2475872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i="0"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4" name="Google Shape;184;p22"/>
          <p:cNvSpPr txBox="1"/>
          <p:nvPr>
            <p:ph idx="8" type="body"/>
          </p:nvPr>
        </p:nvSpPr>
        <p:spPr>
          <a:xfrm>
            <a:off x="6093056" y="3822355"/>
            <a:ext cx="2475872" cy="8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5" name="Google Shape;185;p22"/>
          <p:cNvSpPr/>
          <p:nvPr/>
        </p:nvSpPr>
        <p:spPr>
          <a:xfrm rot="10800000">
            <a:off x="5694323" y="785266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" name="Google Shape;186;p22"/>
          <p:cNvSpPr/>
          <p:nvPr/>
        </p:nvSpPr>
        <p:spPr>
          <a:xfrm rot="10800000">
            <a:off x="5694323" y="2137298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" name="Google Shape;187;p22"/>
          <p:cNvSpPr/>
          <p:nvPr/>
        </p:nvSpPr>
        <p:spPr>
          <a:xfrm rot="10800000">
            <a:off x="5694323" y="3497568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3pointsclés-Dark">
  <p:cSld name="Texte-Exergue-3pointsclés-Dark"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Roboto"/>
              <a:buNone/>
              <a:defRPr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0" name="Google Shape;190;p23"/>
          <p:cNvSpPr/>
          <p:nvPr/>
        </p:nvSpPr>
        <p:spPr>
          <a:xfrm>
            <a:off x="0" y="4624388"/>
            <a:ext cx="1949947" cy="512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/>
          <p:cNvSpPr/>
          <p:nvPr/>
        </p:nvSpPr>
        <p:spPr>
          <a:xfrm rot="10800000">
            <a:off x="5694323" y="785266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p23"/>
          <p:cNvSpPr/>
          <p:nvPr/>
        </p:nvSpPr>
        <p:spPr>
          <a:xfrm rot="10800000">
            <a:off x="5694323" y="2137298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" name="Google Shape;193;p23"/>
          <p:cNvSpPr/>
          <p:nvPr/>
        </p:nvSpPr>
        <p:spPr>
          <a:xfrm rot="10800000">
            <a:off x="5694323" y="3497568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p23"/>
          <p:cNvSpPr txBox="1"/>
          <p:nvPr>
            <p:ph idx="2" type="body"/>
          </p:nvPr>
        </p:nvSpPr>
        <p:spPr>
          <a:xfrm>
            <a:off x="502444" y="479323"/>
            <a:ext cx="4429480" cy="41986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5" name="Google Shape;195;p23"/>
          <p:cNvSpPr txBox="1"/>
          <p:nvPr>
            <p:ph idx="3" type="body"/>
          </p:nvPr>
        </p:nvSpPr>
        <p:spPr>
          <a:xfrm>
            <a:off x="6093056" y="705699"/>
            <a:ext cx="2475872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6" name="Google Shape;196;p23"/>
          <p:cNvSpPr txBox="1"/>
          <p:nvPr>
            <p:ph idx="4" type="body"/>
          </p:nvPr>
        </p:nvSpPr>
        <p:spPr>
          <a:xfrm>
            <a:off x="6093056" y="2063583"/>
            <a:ext cx="2475872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7" name="Google Shape;197;p23"/>
          <p:cNvSpPr txBox="1"/>
          <p:nvPr>
            <p:ph idx="5" type="body"/>
          </p:nvPr>
        </p:nvSpPr>
        <p:spPr>
          <a:xfrm>
            <a:off x="6093056" y="3414609"/>
            <a:ext cx="2475872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98" name="Google Shape;198;p23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 + Media - Light">
  <p:cSld name="Texte-Exergue + Media - Light"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1" name="Google Shape;201;p24"/>
          <p:cNvSpPr txBox="1"/>
          <p:nvPr>
            <p:ph idx="2" type="body"/>
          </p:nvPr>
        </p:nvSpPr>
        <p:spPr>
          <a:xfrm>
            <a:off x="502445" y="537520"/>
            <a:ext cx="3854054" cy="4015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Roboto"/>
              <a:buNone/>
              <a:defRPr i="0" sz="4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2" name="Google Shape;202;p24"/>
          <p:cNvSpPr/>
          <p:nvPr>
            <p:ph idx="3" type="pic"/>
          </p:nvPr>
        </p:nvSpPr>
        <p:spPr>
          <a:xfrm>
            <a:off x="4787503" y="0"/>
            <a:ext cx="4356497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 + Media - Dark">
  <p:cSld name="Texte-Exergue + Media - Dark">
    <p:bg>
      <p:bgPr>
        <a:solidFill>
          <a:schemeClr val="dk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5" name="Google Shape;205;p25"/>
          <p:cNvSpPr txBox="1"/>
          <p:nvPr>
            <p:ph idx="2" type="body"/>
          </p:nvPr>
        </p:nvSpPr>
        <p:spPr>
          <a:xfrm>
            <a:off x="502445" y="554047"/>
            <a:ext cx="3854054" cy="3999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"/>
              <a:buNone/>
              <a:defRPr i="0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6" name="Google Shape;206;p25"/>
          <p:cNvSpPr/>
          <p:nvPr>
            <p:ph idx="3" type="pic"/>
          </p:nvPr>
        </p:nvSpPr>
        <p:spPr>
          <a:xfrm>
            <a:off x="4787503" y="0"/>
            <a:ext cx="435649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25"/>
          <p:cNvSpPr/>
          <p:nvPr/>
        </p:nvSpPr>
        <p:spPr>
          <a:xfrm>
            <a:off x="0" y="4624388"/>
            <a:ext cx="1949947" cy="512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5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Tablette - 1 col - Dark">
  <p:cSld name="Texte + Parag Medium + Tablette - 1 col - Dark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11" name="Google Shape;211;p26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6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0" i="0"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3" name="Google Shape;213;p26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4" name="Google Shape;214;p26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5" name="Google Shape;215;p26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descr="Une image contenant moniteur, équipement électronique, écran, ordinateur&#10;&#10;Description générée automatiquement" id="216" name="Google Shape;21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02852" y="607495"/>
            <a:ext cx="6462551" cy="389054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6"/>
          <p:cNvSpPr/>
          <p:nvPr>
            <p:ph idx="5" type="pic"/>
          </p:nvPr>
        </p:nvSpPr>
        <p:spPr>
          <a:xfrm>
            <a:off x="3724835" y="858441"/>
            <a:ext cx="5419165" cy="3384106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26"/>
          <p:cNvSpPr txBox="1"/>
          <p:nvPr>
            <p:ph idx="6" type="body"/>
          </p:nvPr>
        </p:nvSpPr>
        <p:spPr>
          <a:xfrm>
            <a:off x="3193975" y="4568775"/>
            <a:ext cx="57774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Tablette - 1 col - Light">
  <p:cSld name="Texte + Parag Medium + Tablette - 1 col - Ligh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1" name="Google Shape;221;p27"/>
          <p:cNvSpPr txBox="1"/>
          <p:nvPr>
            <p:ph idx="2" type="body"/>
          </p:nvPr>
        </p:nvSpPr>
        <p:spPr>
          <a:xfrm>
            <a:off x="502542" y="964798"/>
            <a:ext cx="2523047" cy="3040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2" name="Google Shape;222;p27"/>
          <p:cNvSpPr txBox="1"/>
          <p:nvPr>
            <p:ph idx="3" type="body"/>
          </p:nvPr>
        </p:nvSpPr>
        <p:spPr>
          <a:xfrm>
            <a:off x="502542" y="1280366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moniteur, équipement électronique, écran, ordinateur&#10;&#10;Description générée automatiquement" id="223" name="Google Shape;22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9314" y="964798"/>
            <a:ext cx="5069615" cy="305197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7"/>
          <p:cNvSpPr/>
          <p:nvPr>
            <p:ph idx="4" type="pic"/>
          </p:nvPr>
        </p:nvSpPr>
        <p:spPr>
          <a:xfrm>
            <a:off x="3908097" y="1163439"/>
            <a:ext cx="4251119" cy="2654696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27"/>
          <p:cNvSpPr txBox="1"/>
          <p:nvPr>
            <p:ph idx="5" type="body"/>
          </p:nvPr>
        </p:nvSpPr>
        <p:spPr>
          <a:xfrm>
            <a:off x="3499325" y="4073150"/>
            <a:ext cx="50697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ctr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 - Front - Tablette">
  <p:cSld name="Device - Front - Tablette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moniteur, équipement électronique, écran, ordinateur&#10;&#10;Description générée automatiquement" id="228" name="Google Shape;22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00322" y="701796"/>
            <a:ext cx="5943356" cy="357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8"/>
          <p:cNvSpPr/>
          <p:nvPr>
            <p:ph idx="2" type="pic"/>
          </p:nvPr>
        </p:nvSpPr>
        <p:spPr>
          <a:xfrm>
            <a:off x="2077985" y="931375"/>
            <a:ext cx="4983794" cy="3112229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8"/>
          <p:cNvSpPr txBox="1"/>
          <p:nvPr>
            <p:ph idx="3" type="body"/>
          </p:nvPr>
        </p:nvSpPr>
        <p:spPr>
          <a:xfrm>
            <a:off x="1600325" y="4313625"/>
            <a:ext cx="59433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ctr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tte Big Right + Texte - parag small">
  <p:cSld name="Tablette Big Right + Texte - parag small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 txBox="1"/>
          <p:nvPr>
            <p:ph idx="1" type="body"/>
          </p:nvPr>
        </p:nvSpPr>
        <p:spPr>
          <a:xfrm>
            <a:off x="7111830" y="458867"/>
            <a:ext cx="1776137" cy="2682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 b="0" i="0" sz="1400">
                <a:solidFill>
                  <a:srgbClr val="0A1F4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3" name="Google Shape;233;p29"/>
          <p:cNvSpPr txBox="1"/>
          <p:nvPr>
            <p:ph idx="2" type="body"/>
          </p:nvPr>
        </p:nvSpPr>
        <p:spPr>
          <a:xfrm>
            <a:off x="7111830" y="774436"/>
            <a:ext cx="177613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283A5B"/>
              </a:buClr>
              <a:buSzPts val="1100"/>
              <a:buNone/>
              <a:defRPr b="0" i="0" sz="1100">
                <a:solidFill>
                  <a:srgbClr val="283A5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34" name="Google Shape;23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5072" y="4790424"/>
            <a:ext cx="520589" cy="285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1940" y="4861365"/>
            <a:ext cx="624461" cy="1441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moniteur, équipement électronique, écran, ordinateur&#10;&#10;Description générée automatiquement" id="236" name="Google Shape;23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476473" y="281179"/>
            <a:ext cx="10423463" cy="627507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9"/>
          <p:cNvSpPr/>
          <p:nvPr>
            <p:ph idx="3" type="pic"/>
          </p:nvPr>
        </p:nvSpPr>
        <p:spPr>
          <a:xfrm>
            <a:off x="-2635160" y="690141"/>
            <a:ext cx="8740582" cy="5458231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29"/>
          <p:cNvSpPr txBox="1"/>
          <p:nvPr>
            <p:ph idx="4" type="body"/>
          </p:nvPr>
        </p:nvSpPr>
        <p:spPr>
          <a:xfrm>
            <a:off x="190175" y="61275"/>
            <a:ext cx="66999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69">
          <p15:clr>
            <a:srgbClr val="FBAE40"/>
          </p15:clr>
        </p15:guide>
        <p15:guide id="2" pos="2880">
          <p15:clr>
            <a:srgbClr val="FBAE40"/>
          </p15:clr>
        </p15:guide>
        <p15:guide id="3" pos="362">
          <p15:clr>
            <a:srgbClr val="FBAE40"/>
          </p15:clr>
        </p15:guide>
        <p15:guide id="4" pos="635">
          <p15:clr>
            <a:srgbClr val="FBAE40"/>
          </p15:clr>
        </p15:guide>
        <p15:guide id="5" pos="3016">
          <p15:clr>
            <a:srgbClr val="FBAE40"/>
          </p15:clr>
        </p15:guide>
        <p15:guide id="6" pos="5125">
          <p15:clr>
            <a:srgbClr val="FBAE40"/>
          </p15:clr>
        </p15:guide>
        <p15:guide id="7" pos="5398">
          <p15:clr>
            <a:srgbClr val="FBAE40"/>
          </p15:clr>
        </p15:guide>
        <p15:guide id="8" orient="horz" pos="191">
          <p15:clr>
            <a:srgbClr val="FBAE40"/>
          </p15:clr>
        </p15:guide>
        <p15:guide id="9" orient="horz" pos="2947">
          <p15:clr>
            <a:srgbClr val="FBAE40"/>
          </p15:clr>
        </p15:guide>
        <p15:guide id="10" pos="274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tte Big Left + Texte - parag small">
  <p:cSld name="Tablette Big Left + Texte - parag small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e image contenant moniteur, équipement électronique, écran, ordinateur&#10;&#10;Description générée automatiquement" id="240" name="Google Shape;24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13961" y="281179"/>
            <a:ext cx="10423463" cy="627507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0"/>
          <p:cNvSpPr/>
          <p:nvPr>
            <p:ph idx="2" type="pic"/>
          </p:nvPr>
        </p:nvSpPr>
        <p:spPr>
          <a:xfrm>
            <a:off x="3355274" y="690141"/>
            <a:ext cx="8740582" cy="5458231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0"/>
          <p:cNvSpPr txBox="1"/>
          <p:nvPr>
            <p:ph idx="1" type="body"/>
          </p:nvPr>
        </p:nvSpPr>
        <p:spPr>
          <a:xfrm>
            <a:off x="511660" y="458867"/>
            <a:ext cx="1776137" cy="2682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 b="0" i="0" sz="1400">
                <a:solidFill>
                  <a:srgbClr val="0A1F4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3" name="Google Shape;243;p30"/>
          <p:cNvSpPr txBox="1"/>
          <p:nvPr>
            <p:ph idx="3" type="body"/>
          </p:nvPr>
        </p:nvSpPr>
        <p:spPr>
          <a:xfrm>
            <a:off x="511660" y="774436"/>
            <a:ext cx="177613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283A5B"/>
              </a:buClr>
              <a:buSzPts val="1100"/>
              <a:buNone/>
              <a:defRPr b="0" i="0" sz="1100">
                <a:solidFill>
                  <a:srgbClr val="283A5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4" name="Google Shape;244;p30"/>
          <p:cNvSpPr txBox="1"/>
          <p:nvPr>
            <p:ph idx="4" type="body"/>
          </p:nvPr>
        </p:nvSpPr>
        <p:spPr>
          <a:xfrm>
            <a:off x="2513950" y="61275"/>
            <a:ext cx="57774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69">
          <p15:clr>
            <a:srgbClr val="FBAE40"/>
          </p15:clr>
        </p15:guide>
        <p15:guide id="2" pos="2880">
          <p15:clr>
            <a:srgbClr val="FBAE40"/>
          </p15:clr>
        </p15:guide>
        <p15:guide id="3" pos="362">
          <p15:clr>
            <a:srgbClr val="FBAE40"/>
          </p15:clr>
        </p15:guide>
        <p15:guide id="4" pos="635">
          <p15:clr>
            <a:srgbClr val="FBAE40"/>
          </p15:clr>
        </p15:guide>
        <p15:guide id="5" pos="3016">
          <p15:clr>
            <a:srgbClr val="FBAE40"/>
          </p15:clr>
        </p15:guide>
        <p15:guide id="6" pos="5125">
          <p15:clr>
            <a:srgbClr val="FBAE40"/>
          </p15:clr>
        </p15:guide>
        <p15:guide id="7" pos="5398">
          <p15:clr>
            <a:srgbClr val="FBAE40"/>
          </p15:clr>
        </p15:guide>
        <p15:guide id="8" orient="horz" pos="191">
          <p15:clr>
            <a:srgbClr val="FBAE40"/>
          </p15:clr>
        </p15:guide>
        <p15:guide id="9" orient="horz" pos="2947">
          <p15:clr>
            <a:srgbClr val="FBAE40"/>
          </p15:clr>
        </p15:guide>
        <p15:guide id="10" pos="274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Laptop - 1 col - Dark">
  <p:cSld name="Texte + Parag Medium + Laptop - 1 col - Dark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47" name="Google Shape;247;p31"/>
          <p:cNvSpPr/>
          <p:nvPr/>
        </p:nvSpPr>
        <p:spPr>
          <a:xfrm>
            <a:off x="6091518" y="0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1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0" i="0"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9" name="Google Shape;249;p31"/>
          <p:cNvSpPr txBox="1"/>
          <p:nvPr>
            <p:ph idx="2" type="body"/>
          </p:nvPr>
        </p:nvSpPr>
        <p:spPr>
          <a:xfrm>
            <a:off x="502542" y="1145676"/>
            <a:ext cx="2523047" cy="2682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0" name="Google Shape;250;p31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1" name="Google Shape;251;p31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portable, ordinateur, équipement électronique, moniteur&#10;&#10;Description générée automatiquement" id="252" name="Google Shape;252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93733" y="607495"/>
            <a:ext cx="7492379" cy="425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1"/>
          <p:cNvSpPr/>
          <p:nvPr>
            <p:ph idx="5" type="pic"/>
          </p:nvPr>
        </p:nvSpPr>
        <p:spPr>
          <a:xfrm>
            <a:off x="3703179" y="873139"/>
            <a:ext cx="5419165" cy="3077241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31"/>
          <p:cNvSpPr txBox="1"/>
          <p:nvPr>
            <p:ph idx="6" type="body"/>
          </p:nvPr>
        </p:nvSpPr>
        <p:spPr>
          <a:xfrm>
            <a:off x="3193975" y="4644975"/>
            <a:ext cx="57774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5" name="Google Shape;255;p31"/>
          <p:cNvSpPr/>
          <p:nvPr/>
        </p:nvSpPr>
        <p:spPr>
          <a:xfrm>
            <a:off x="3703175" y="669975"/>
            <a:ext cx="1247100" cy="200400"/>
          </a:xfrm>
          <a:prstGeom prst="rect">
            <a:avLst/>
          </a:prstGeom>
          <a:solidFill>
            <a:srgbClr val="4448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Laptop - 1 col - Light">
  <p:cSld name="Texte + Parag Medium + Laptop - 1 col - Light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portable, ordinateur, équipement électronique, moniteur&#10;&#10;Description générée automatiquement" id="258" name="Google Shape;25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8523" y="832348"/>
            <a:ext cx="5695638" cy="323748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2"/>
          <p:cNvSpPr/>
          <p:nvPr>
            <p:ph idx="2" type="pic"/>
          </p:nvPr>
        </p:nvSpPr>
        <p:spPr>
          <a:xfrm>
            <a:off x="4302305" y="1039607"/>
            <a:ext cx="4127082" cy="2343539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32"/>
          <p:cNvSpPr txBox="1"/>
          <p:nvPr>
            <p:ph idx="3" type="body"/>
          </p:nvPr>
        </p:nvSpPr>
        <p:spPr>
          <a:xfrm>
            <a:off x="502542" y="964798"/>
            <a:ext cx="2523047" cy="3040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1" name="Google Shape;261;p32"/>
          <p:cNvSpPr txBox="1"/>
          <p:nvPr>
            <p:ph idx="4" type="body"/>
          </p:nvPr>
        </p:nvSpPr>
        <p:spPr>
          <a:xfrm>
            <a:off x="502542" y="1280366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2" name="Google Shape;262;p32"/>
          <p:cNvSpPr txBox="1"/>
          <p:nvPr>
            <p:ph idx="5" type="body"/>
          </p:nvPr>
        </p:nvSpPr>
        <p:spPr>
          <a:xfrm>
            <a:off x="3915425" y="3959175"/>
            <a:ext cx="50559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ctr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3" name="Google Shape;263;p32"/>
          <p:cNvSpPr/>
          <p:nvPr/>
        </p:nvSpPr>
        <p:spPr>
          <a:xfrm>
            <a:off x="4302300" y="870350"/>
            <a:ext cx="934500" cy="162300"/>
          </a:xfrm>
          <a:prstGeom prst="rect">
            <a:avLst/>
          </a:prstGeom>
          <a:solidFill>
            <a:srgbClr val="4448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 - Front - Laptop">
  <p:cSld name="Device - Front - Laptop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descr="Une image contenant portable, ordinateur, équipement électronique, moniteur&#10;&#10;Description générée automatiquement" id="266" name="Google Shape;26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5705" y="537721"/>
            <a:ext cx="7492379" cy="425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3"/>
          <p:cNvSpPr/>
          <p:nvPr>
            <p:ph idx="2" type="pic"/>
          </p:nvPr>
        </p:nvSpPr>
        <p:spPr>
          <a:xfrm>
            <a:off x="1865151" y="803366"/>
            <a:ext cx="5419165" cy="3077241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3"/>
          <p:cNvSpPr txBox="1"/>
          <p:nvPr>
            <p:ph idx="3" type="body"/>
          </p:nvPr>
        </p:nvSpPr>
        <p:spPr>
          <a:xfrm>
            <a:off x="1387550" y="4576475"/>
            <a:ext cx="65826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ctr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•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69" name="Google Shape;269;p33"/>
          <p:cNvSpPr/>
          <p:nvPr/>
        </p:nvSpPr>
        <p:spPr>
          <a:xfrm>
            <a:off x="1843725" y="602975"/>
            <a:ext cx="1247100" cy="200400"/>
          </a:xfrm>
          <a:prstGeom prst="rect">
            <a:avLst/>
          </a:prstGeom>
          <a:solidFill>
            <a:srgbClr val="4448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Browser - 1 col - Grey">
  <p:cSld name="Texte + Parag Medium + Browser - 1 col - Grey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4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3" name="Google Shape;273;p34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4" name="Google Shape;274;p34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5" name="Google Shape;275;p34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76" name="Google Shape;276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45733" y="865165"/>
            <a:ext cx="5750584" cy="38128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4"/>
          <p:cNvSpPr/>
          <p:nvPr>
            <p:ph idx="5" type="pic"/>
          </p:nvPr>
        </p:nvSpPr>
        <p:spPr>
          <a:xfrm>
            <a:off x="3149925" y="1065675"/>
            <a:ext cx="5750700" cy="3612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Browser - 1 col - Grey 1">
  <p:cSld name="Texte + Parag Medium + Browser - 1 col - Grey_2"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/>
          <p:nvPr>
            <p:ph idx="1" type="body"/>
          </p:nvPr>
        </p:nvSpPr>
        <p:spPr>
          <a:xfrm>
            <a:off x="1479725" y="29800"/>
            <a:ext cx="61845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0" name="Google Shape;280;p35"/>
          <p:cNvSpPr txBox="1"/>
          <p:nvPr>
            <p:ph idx="2" type="body"/>
          </p:nvPr>
        </p:nvSpPr>
        <p:spPr>
          <a:xfrm>
            <a:off x="503042" y="6250"/>
            <a:ext cx="2580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81" name="Google Shape;28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5075" y="331801"/>
            <a:ext cx="7993875" cy="530009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5"/>
          <p:cNvSpPr/>
          <p:nvPr>
            <p:ph idx="3" type="pic"/>
          </p:nvPr>
        </p:nvSpPr>
        <p:spPr>
          <a:xfrm>
            <a:off x="575075" y="815552"/>
            <a:ext cx="7993800" cy="5021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3 col + Browser">
  <p:cSld name="Texte + Parag Medium + Browser - 1 col - Grey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5" name="Google Shape;285;p36"/>
          <p:cNvSpPr txBox="1"/>
          <p:nvPr>
            <p:ph idx="2" type="body"/>
          </p:nvPr>
        </p:nvSpPr>
        <p:spPr>
          <a:xfrm>
            <a:off x="502542" y="1337183"/>
            <a:ext cx="2430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6" name="Google Shape;286;p36"/>
          <p:cNvSpPr txBox="1"/>
          <p:nvPr>
            <p:ph idx="3" type="body"/>
          </p:nvPr>
        </p:nvSpPr>
        <p:spPr>
          <a:xfrm>
            <a:off x="502542" y="1652751"/>
            <a:ext cx="24300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7" name="Google Shape;287;p36"/>
          <p:cNvSpPr txBox="1"/>
          <p:nvPr>
            <p:ph idx="4" type="body"/>
          </p:nvPr>
        </p:nvSpPr>
        <p:spPr>
          <a:xfrm>
            <a:off x="3311971" y="1337183"/>
            <a:ext cx="2430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8" name="Google Shape;288;p36"/>
          <p:cNvSpPr txBox="1"/>
          <p:nvPr>
            <p:ph idx="5" type="body"/>
          </p:nvPr>
        </p:nvSpPr>
        <p:spPr>
          <a:xfrm>
            <a:off x="3311971" y="1652751"/>
            <a:ext cx="24300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9" name="Google Shape;289;p36"/>
          <p:cNvSpPr txBox="1"/>
          <p:nvPr>
            <p:ph idx="6" type="body"/>
          </p:nvPr>
        </p:nvSpPr>
        <p:spPr>
          <a:xfrm>
            <a:off x="6139839" y="1337183"/>
            <a:ext cx="2430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0" name="Google Shape;290;p36"/>
          <p:cNvSpPr txBox="1"/>
          <p:nvPr>
            <p:ph idx="7" type="body"/>
          </p:nvPr>
        </p:nvSpPr>
        <p:spPr>
          <a:xfrm>
            <a:off x="6139839" y="1652751"/>
            <a:ext cx="24300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291" name="Google Shape;29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7551" y="2312974"/>
            <a:ext cx="2342788" cy="155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6"/>
          <p:cNvSpPr/>
          <p:nvPr>
            <p:ph idx="8" type="pic"/>
          </p:nvPr>
        </p:nvSpPr>
        <p:spPr>
          <a:xfrm>
            <a:off x="560996" y="2394739"/>
            <a:ext cx="2342700" cy="1471500"/>
          </a:xfrm>
          <a:prstGeom prst="rect">
            <a:avLst/>
          </a:prstGeom>
          <a:noFill/>
          <a:ln>
            <a:noFill/>
          </a:ln>
        </p:spPr>
      </p:sp>
      <p:pic>
        <p:nvPicPr>
          <p:cNvPr id="293" name="Google Shape;29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88171" y="2312974"/>
            <a:ext cx="2342788" cy="155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6"/>
          <p:cNvSpPr/>
          <p:nvPr>
            <p:ph idx="9" type="pic"/>
          </p:nvPr>
        </p:nvSpPr>
        <p:spPr>
          <a:xfrm>
            <a:off x="3388171" y="2394739"/>
            <a:ext cx="2342700" cy="1471500"/>
          </a:xfrm>
          <a:prstGeom prst="rect">
            <a:avLst/>
          </a:prstGeom>
          <a:noFill/>
          <a:ln>
            <a:noFill/>
          </a:ln>
        </p:spPr>
      </p:sp>
      <p:pic>
        <p:nvPicPr>
          <p:cNvPr id="295" name="Google Shape;29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23701" y="2312974"/>
            <a:ext cx="2342788" cy="155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6"/>
          <p:cNvSpPr/>
          <p:nvPr>
            <p:ph idx="13" type="pic"/>
          </p:nvPr>
        </p:nvSpPr>
        <p:spPr>
          <a:xfrm>
            <a:off x="6227146" y="2394739"/>
            <a:ext cx="2342700" cy="14715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36"/>
          <p:cNvSpPr txBox="1"/>
          <p:nvPr>
            <p:ph idx="14" type="body"/>
          </p:nvPr>
        </p:nvSpPr>
        <p:spPr>
          <a:xfrm>
            <a:off x="502542" y="561713"/>
            <a:ext cx="61206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">
  <p:cSld name="Titre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0" name="Google Shape;300;p37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vide - entete + pied">
  <p:cSld name="Page vide - entete + pied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Page vide - entete + pied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5" name="Google Shape;305;p39"/>
          <p:cNvSpPr txBox="1"/>
          <p:nvPr>
            <p:ph idx="2" type="body"/>
          </p:nvPr>
        </p:nvSpPr>
        <p:spPr>
          <a:xfrm>
            <a:off x="502541" y="599312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306" name="Google Shape;306;p39"/>
          <p:cNvCxnSpPr/>
          <p:nvPr/>
        </p:nvCxnSpPr>
        <p:spPr>
          <a:xfrm>
            <a:off x="-21679" y="2574141"/>
            <a:ext cx="9180600" cy="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39"/>
          <p:cNvSpPr txBox="1"/>
          <p:nvPr>
            <p:ph idx="3" type="subTitle"/>
          </p:nvPr>
        </p:nvSpPr>
        <p:spPr>
          <a:xfrm>
            <a:off x="521600" y="3087700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idx="4" type="body"/>
          </p:nvPr>
        </p:nvSpPr>
        <p:spPr>
          <a:xfrm>
            <a:off x="521600" y="2837800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  <p:sp>
        <p:nvSpPr>
          <p:cNvPr id="309" name="Google Shape;309;p39"/>
          <p:cNvSpPr txBox="1"/>
          <p:nvPr>
            <p:ph idx="5" type="subTitle"/>
          </p:nvPr>
        </p:nvSpPr>
        <p:spPr>
          <a:xfrm>
            <a:off x="2415350" y="1914675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39"/>
          <p:cNvSpPr txBox="1"/>
          <p:nvPr>
            <p:ph idx="6" type="body"/>
          </p:nvPr>
        </p:nvSpPr>
        <p:spPr>
          <a:xfrm>
            <a:off x="2415350" y="1664775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  <p:sp>
        <p:nvSpPr>
          <p:cNvPr id="311" name="Google Shape;311;p39"/>
          <p:cNvSpPr txBox="1"/>
          <p:nvPr>
            <p:ph idx="7" type="subTitle"/>
          </p:nvPr>
        </p:nvSpPr>
        <p:spPr>
          <a:xfrm>
            <a:off x="4280300" y="3087700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9"/>
          <p:cNvSpPr txBox="1"/>
          <p:nvPr>
            <p:ph idx="8" type="body"/>
          </p:nvPr>
        </p:nvSpPr>
        <p:spPr>
          <a:xfrm>
            <a:off x="4280300" y="2837800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9" type="subTitle"/>
          </p:nvPr>
        </p:nvSpPr>
        <p:spPr>
          <a:xfrm>
            <a:off x="5869250" y="1914675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39"/>
          <p:cNvSpPr txBox="1"/>
          <p:nvPr>
            <p:ph idx="13" type="body"/>
          </p:nvPr>
        </p:nvSpPr>
        <p:spPr>
          <a:xfrm>
            <a:off x="5869250" y="1664775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  <p:sp>
        <p:nvSpPr>
          <p:cNvPr id="315" name="Google Shape;315;p39"/>
          <p:cNvSpPr txBox="1"/>
          <p:nvPr>
            <p:ph idx="14" type="subTitle"/>
          </p:nvPr>
        </p:nvSpPr>
        <p:spPr>
          <a:xfrm>
            <a:off x="6972175" y="3087700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39"/>
          <p:cNvSpPr txBox="1"/>
          <p:nvPr>
            <p:ph idx="15" type="body"/>
          </p:nvPr>
        </p:nvSpPr>
        <p:spPr>
          <a:xfrm>
            <a:off x="6972175" y="2837800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maire1">
  <p:cSld name="Sommaire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"/>
          <p:cNvSpPr/>
          <p:nvPr/>
        </p:nvSpPr>
        <p:spPr>
          <a:xfrm>
            <a:off x="575072" y="1977271"/>
            <a:ext cx="8568928" cy="13529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0"/>
          <p:cNvSpPr/>
          <p:nvPr/>
        </p:nvSpPr>
        <p:spPr>
          <a:xfrm>
            <a:off x="503043" y="632949"/>
            <a:ext cx="8704589" cy="1352913"/>
          </a:xfrm>
          <a:prstGeom prst="rect">
            <a:avLst/>
          </a:prstGeom>
          <a:solidFill>
            <a:srgbClr val="E0E0E0">
              <a:alpha val="2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0"/>
          <p:cNvSpPr/>
          <p:nvPr/>
        </p:nvSpPr>
        <p:spPr>
          <a:xfrm>
            <a:off x="503043" y="3325053"/>
            <a:ext cx="8704589" cy="1352913"/>
          </a:xfrm>
          <a:prstGeom prst="rect">
            <a:avLst/>
          </a:prstGeom>
          <a:solidFill>
            <a:srgbClr val="E0E0E0">
              <a:alpha val="2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0"/>
          <p:cNvSpPr txBox="1"/>
          <p:nvPr>
            <p:ph idx="1" type="body"/>
          </p:nvPr>
        </p:nvSpPr>
        <p:spPr>
          <a:xfrm>
            <a:off x="989112" y="770894"/>
            <a:ext cx="4860000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2" name="Google Shape;322;p40"/>
          <p:cNvSpPr txBox="1"/>
          <p:nvPr>
            <p:ph idx="2" type="body"/>
          </p:nvPr>
        </p:nvSpPr>
        <p:spPr>
          <a:xfrm>
            <a:off x="989112" y="2089270"/>
            <a:ext cx="4860000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3" name="Google Shape;323;p40"/>
          <p:cNvSpPr txBox="1"/>
          <p:nvPr>
            <p:ph idx="3" type="body"/>
          </p:nvPr>
        </p:nvSpPr>
        <p:spPr>
          <a:xfrm>
            <a:off x="989112" y="3433168"/>
            <a:ext cx="4860000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4" name="Google Shape;324;p40"/>
          <p:cNvSpPr txBox="1"/>
          <p:nvPr>
            <p:ph idx="4" type="body"/>
          </p:nvPr>
        </p:nvSpPr>
        <p:spPr>
          <a:xfrm>
            <a:off x="989113" y="1038310"/>
            <a:ext cx="4860000" cy="8655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5" name="Google Shape;325;p40"/>
          <p:cNvSpPr txBox="1"/>
          <p:nvPr>
            <p:ph idx="5" type="body"/>
          </p:nvPr>
        </p:nvSpPr>
        <p:spPr>
          <a:xfrm>
            <a:off x="989113" y="2356396"/>
            <a:ext cx="4860000" cy="8655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  <a:def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6" name="Google Shape;326;p40"/>
          <p:cNvSpPr txBox="1"/>
          <p:nvPr>
            <p:ph idx="6" type="body"/>
          </p:nvPr>
        </p:nvSpPr>
        <p:spPr>
          <a:xfrm>
            <a:off x="989113" y="3705991"/>
            <a:ext cx="4860000" cy="8655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  <a:def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7" name="Google Shape;327;p40"/>
          <p:cNvSpPr/>
          <p:nvPr>
            <p:ph idx="7" type="pic"/>
          </p:nvPr>
        </p:nvSpPr>
        <p:spPr>
          <a:xfrm>
            <a:off x="6096000" y="-1"/>
            <a:ext cx="3048000" cy="5143499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0"/>
          <p:cNvSpPr txBox="1"/>
          <p:nvPr>
            <p:ph idx="8" type="body"/>
          </p:nvPr>
        </p:nvSpPr>
        <p:spPr>
          <a:xfrm>
            <a:off x="503043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329" name="Google Shape;329;p40" title="losange rouge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9900" y="714989"/>
            <a:ext cx="334352" cy="376137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0"/>
          <p:cNvSpPr/>
          <p:nvPr/>
        </p:nvSpPr>
        <p:spPr>
          <a:xfrm>
            <a:off x="654782" y="760675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sz="1100"/>
          </a:p>
        </p:txBody>
      </p:sp>
      <p:pic>
        <p:nvPicPr>
          <p:cNvPr id="331" name="Google Shape;331;p40" title="losange rouge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9900" y="2020014"/>
            <a:ext cx="334352" cy="376137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0"/>
          <p:cNvSpPr/>
          <p:nvPr/>
        </p:nvSpPr>
        <p:spPr>
          <a:xfrm>
            <a:off x="654782" y="2065700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sz="1100"/>
          </a:p>
        </p:txBody>
      </p:sp>
      <p:pic>
        <p:nvPicPr>
          <p:cNvPr id="333" name="Google Shape;333;p40" title="losange rouge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9900" y="3370714"/>
            <a:ext cx="334352" cy="376137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/>
          <p:nvPr/>
        </p:nvSpPr>
        <p:spPr>
          <a:xfrm>
            <a:off x="654782" y="3416400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endParaRPr sz="110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3 column">
  <p:cSld name="Sommaire3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losange bleu roi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22600" y="1418525"/>
            <a:ext cx="334348" cy="37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1" title="losange bleu roi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70125" y="1418525"/>
            <a:ext cx="334348" cy="37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1" title="losange bleu roi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5075" y="1418525"/>
            <a:ext cx="334348" cy="37420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1"/>
          <p:cNvSpPr txBox="1"/>
          <p:nvPr>
            <p:ph idx="1" type="body"/>
          </p:nvPr>
        </p:nvSpPr>
        <p:spPr>
          <a:xfrm>
            <a:off x="502541" y="569700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2" type="body"/>
          </p:nvPr>
        </p:nvSpPr>
        <p:spPr>
          <a:xfrm>
            <a:off x="980100" y="1476000"/>
            <a:ext cx="2160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1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3" type="body"/>
          </p:nvPr>
        </p:nvSpPr>
        <p:spPr>
          <a:xfrm>
            <a:off x="980100" y="1860070"/>
            <a:ext cx="2160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  <a:defRPr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4" type="body"/>
          </p:nvPr>
        </p:nvSpPr>
        <p:spPr>
          <a:xfrm>
            <a:off x="3732614" y="1476000"/>
            <a:ext cx="2160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1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5" type="body"/>
          </p:nvPr>
        </p:nvSpPr>
        <p:spPr>
          <a:xfrm>
            <a:off x="3732614" y="1860070"/>
            <a:ext cx="2160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  <a:defRPr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6" type="body"/>
          </p:nvPr>
        </p:nvSpPr>
        <p:spPr>
          <a:xfrm>
            <a:off x="6485129" y="1476000"/>
            <a:ext cx="2160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1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5" name="Google Shape;345;p41"/>
          <p:cNvSpPr txBox="1"/>
          <p:nvPr>
            <p:ph idx="7" type="body"/>
          </p:nvPr>
        </p:nvSpPr>
        <p:spPr>
          <a:xfrm>
            <a:off x="6485129" y="1860070"/>
            <a:ext cx="2160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  <a:defRPr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6" name="Google Shape;346;p41"/>
          <p:cNvSpPr txBox="1"/>
          <p:nvPr>
            <p:ph idx="8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7" name="Google Shape;347;p41"/>
          <p:cNvSpPr/>
          <p:nvPr/>
        </p:nvSpPr>
        <p:spPr>
          <a:xfrm>
            <a:off x="609957" y="1464212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sz="1100"/>
          </a:p>
        </p:txBody>
      </p:sp>
      <p:sp>
        <p:nvSpPr>
          <p:cNvPr id="348" name="Google Shape;348;p41"/>
          <p:cNvSpPr/>
          <p:nvPr/>
        </p:nvSpPr>
        <p:spPr>
          <a:xfrm>
            <a:off x="3357470" y="1464212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sz="1100"/>
          </a:p>
        </p:txBody>
      </p:sp>
      <p:sp>
        <p:nvSpPr>
          <p:cNvPr id="349" name="Google Shape;349;p41"/>
          <p:cNvSpPr/>
          <p:nvPr/>
        </p:nvSpPr>
        <p:spPr>
          <a:xfrm>
            <a:off x="6104995" y="1464212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endParaRPr sz="110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Medium - 2 blocs - 2 col">
  <p:cSld name="Texte - Parag Medium - 2 blocs - 2 col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2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2" name="Google Shape;352;p42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3" name="Google Shape;353;p42"/>
          <p:cNvSpPr txBox="1"/>
          <p:nvPr>
            <p:ph idx="3" type="body"/>
          </p:nvPr>
        </p:nvSpPr>
        <p:spPr>
          <a:xfrm>
            <a:off x="502541" y="1323594"/>
            <a:ext cx="3853955" cy="31897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4" name="Google Shape;354;p42"/>
          <p:cNvSpPr txBox="1"/>
          <p:nvPr>
            <p:ph idx="4" type="body"/>
          </p:nvPr>
        </p:nvSpPr>
        <p:spPr>
          <a:xfrm>
            <a:off x="4711471" y="1323594"/>
            <a:ext cx="3853955" cy="31897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Medium - 4 blocs - 2 col">
  <p:cSld name="Texte - parag Medium - 4 blocs - 2 col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3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7" name="Google Shape;357;p43"/>
          <p:cNvSpPr txBox="1"/>
          <p:nvPr>
            <p:ph idx="2" type="body"/>
          </p:nvPr>
        </p:nvSpPr>
        <p:spPr>
          <a:xfrm>
            <a:off x="502541" y="599312"/>
            <a:ext cx="8569426" cy="4019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8" name="Google Shape;358;p43"/>
          <p:cNvSpPr txBox="1"/>
          <p:nvPr>
            <p:ph idx="3" type="body"/>
          </p:nvPr>
        </p:nvSpPr>
        <p:spPr>
          <a:xfrm>
            <a:off x="502541" y="1324237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9" name="Google Shape;359;p43"/>
          <p:cNvSpPr txBox="1"/>
          <p:nvPr>
            <p:ph idx="4" type="body"/>
          </p:nvPr>
        </p:nvSpPr>
        <p:spPr>
          <a:xfrm>
            <a:off x="4711471" y="1324237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0" name="Google Shape;360;p43"/>
          <p:cNvSpPr txBox="1"/>
          <p:nvPr>
            <p:ph idx="5" type="body"/>
          </p:nvPr>
        </p:nvSpPr>
        <p:spPr>
          <a:xfrm>
            <a:off x="502541" y="2534884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1" name="Google Shape;361;p43"/>
          <p:cNvSpPr txBox="1"/>
          <p:nvPr>
            <p:ph idx="6" type="body"/>
          </p:nvPr>
        </p:nvSpPr>
        <p:spPr>
          <a:xfrm>
            <a:off x="4711471" y="2534884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Medium - 4 blocs - 2 col">
  <p:cSld name="Titre + Texte - parag Medium - 4 blocs - 2 col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4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4" name="Google Shape;364;p44"/>
          <p:cNvSpPr txBox="1"/>
          <p:nvPr>
            <p:ph idx="2" type="body"/>
          </p:nvPr>
        </p:nvSpPr>
        <p:spPr>
          <a:xfrm>
            <a:off x="502541" y="1320270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5" name="Google Shape;365;p44"/>
          <p:cNvSpPr txBox="1"/>
          <p:nvPr>
            <p:ph idx="3" type="body"/>
          </p:nvPr>
        </p:nvSpPr>
        <p:spPr>
          <a:xfrm>
            <a:off x="502541" y="1635838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6" name="Google Shape;366;p44"/>
          <p:cNvSpPr txBox="1"/>
          <p:nvPr>
            <p:ph idx="4" type="body"/>
          </p:nvPr>
        </p:nvSpPr>
        <p:spPr>
          <a:xfrm>
            <a:off x="4711471" y="1320270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7" name="Google Shape;367;p44"/>
          <p:cNvSpPr txBox="1"/>
          <p:nvPr>
            <p:ph idx="5" type="body"/>
          </p:nvPr>
        </p:nvSpPr>
        <p:spPr>
          <a:xfrm>
            <a:off x="4711471" y="1635838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8" name="Google Shape;368;p44"/>
          <p:cNvSpPr txBox="1"/>
          <p:nvPr>
            <p:ph idx="6" type="body"/>
          </p:nvPr>
        </p:nvSpPr>
        <p:spPr>
          <a:xfrm>
            <a:off x="502541" y="3082885"/>
            <a:ext cx="3853955" cy="3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9" name="Google Shape;369;p44"/>
          <p:cNvSpPr txBox="1"/>
          <p:nvPr>
            <p:ph idx="7" type="body"/>
          </p:nvPr>
        </p:nvSpPr>
        <p:spPr>
          <a:xfrm>
            <a:off x="502541" y="3398454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0" name="Google Shape;370;p44"/>
          <p:cNvSpPr txBox="1"/>
          <p:nvPr>
            <p:ph idx="8" type="body"/>
          </p:nvPr>
        </p:nvSpPr>
        <p:spPr>
          <a:xfrm>
            <a:off x="4711471" y="3082885"/>
            <a:ext cx="3853955" cy="3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1" name="Google Shape;371;p44"/>
          <p:cNvSpPr txBox="1"/>
          <p:nvPr>
            <p:ph idx="9" type="body"/>
          </p:nvPr>
        </p:nvSpPr>
        <p:spPr>
          <a:xfrm>
            <a:off x="4711471" y="3398454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2" name="Google Shape;372;p44"/>
          <p:cNvSpPr txBox="1"/>
          <p:nvPr>
            <p:ph idx="13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Texte - parag Medium - sur-titre - 4 blocs - 2 col">
  <p:cSld name="Titre+Texte - parag Medium - sur-titre - 4 blocs - 2 col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5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5" name="Google Shape;375;p45"/>
          <p:cNvSpPr txBox="1"/>
          <p:nvPr>
            <p:ph idx="2" type="body"/>
          </p:nvPr>
        </p:nvSpPr>
        <p:spPr>
          <a:xfrm>
            <a:off x="502540" y="600956"/>
            <a:ext cx="3853955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6" name="Google Shape;376;p45"/>
          <p:cNvSpPr txBox="1"/>
          <p:nvPr>
            <p:ph idx="3" type="body"/>
          </p:nvPr>
        </p:nvSpPr>
        <p:spPr>
          <a:xfrm>
            <a:off x="502541" y="881467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7" name="Google Shape;377;p45"/>
          <p:cNvSpPr txBox="1"/>
          <p:nvPr>
            <p:ph idx="4" type="body"/>
          </p:nvPr>
        </p:nvSpPr>
        <p:spPr>
          <a:xfrm>
            <a:off x="502541" y="1197036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8" name="Google Shape;378;p45"/>
          <p:cNvSpPr txBox="1"/>
          <p:nvPr>
            <p:ph idx="5" type="body"/>
          </p:nvPr>
        </p:nvSpPr>
        <p:spPr>
          <a:xfrm>
            <a:off x="4711470" y="600956"/>
            <a:ext cx="3853955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9" name="Google Shape;379;p45"/>
          <p:cNvSpPr txBox="1"/>
          <p:nvPr>
            <p:ph idx="6" type="body"/>
          </p:nvPr>
        </p:nvSpPr>
        <p:spPr>
          <a:xfrm>
            <a:off x="4711471" y="881467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0" name="Google Shape;380;p45"/>
          <p:cNvSpPr txBox="1"/>
          <p:nvPr>
            <p:ph idx="7" type="body"/>
          </p:nvPr>
        </p:nvSpPr>
        <p:spPr>
          <a:xfrm>
            <a:off x="4711471" y="1197036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1" name="Google Shape;381;p45"/>
          <p:cNvSpPr txBox="1"/>
          <p:nvPr>
            <p:ph idx="8" type="body"/>
          </p:nvPr>
        </p:nvSpPr>
        <p:spPr>
          <a:xfrm>
            <a:off x="502540" y="2658356"/>
            <a:ext cx="3853955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2" name="Google Shape;382;p45"/>
          <p:cNvSpPr txBox="1"/>
          <p:nvPr>
            <p:ph idx="9" type="body"/>
          </p:nvPr>
        </p:nvSpPr>
        <p:spPr>
          <a:xfrm>
            <a:off x="502541" y="2938868"/>
            <a:ext cx="3853955" cy="3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3" name="Google Shape;383;p45"/>
          <p:cNvSpPr txBox="1"/>
          <p:nvPr>
            <p:ph idx="13" type="body"/>
          </p:nvPr>
        </p:nvSpPr>
        <p:spPr>
          <a:xfrm>
            <a:off x="502541" y="3254436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4" name="Google Shape;384;p45"/>
          <p:cNvSpPr txBox="1"/>
          <p:nvPr>
            <p:ph idx="14" type="body"/>
          </p:nvPr>
        </p:nvSpPr>
        <p:spPr>
          <a:xfrm>
            <a:off x="4711470" y="2658356"/>
            <a:ext cx="3853955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5" name="Google Shape;385;p45"/>
          <p:cNvSpPr txBox="1"/>
          <p:nvPr>
            <p:ph idx="15" type="body"/>
          </p:nvPr>
        </p:nvSpPr>
        <p:spPr>
          <a:xfrm>
            <a:off x="4711471" y="2938868"/>
            <a:ext cx="3853955" cy="3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6" name="Google Shape;386;p45"/>
          <p:cNvSpPr txBox="1"/>
          <p:nvPr>
            <p:ph idx="16" type="body"/>
          </p:nvPr>
        </p:nvSpPr>
        <p:spPr>
          <a:xfrm>
            <a:off x="4711471" y="3254436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Light">
  <p:cSld name="Texte-Exergue-Light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6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89" name="Google Shape;389;p46"/>
          <p:cNvSpPr txBox="1"/>
          <p:nvPr>
            <p:ph idx="2" type="body"/>
          </p:nvPr>
        </p:nvSpPr>
        <p:spPr>
          <a:xfrm>
            <a:off x="502444" y="619433"/>
            <a:ext cx="8066485" cy="39336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Roboto"/>
              <a:buNone/>
              <a:defRPr i="0" sz="4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Dark">
  <p:cSld name="Texte-Exergue-Dark">
    <p:bg>
      <p:bgPr>
        <a:solidFill>
          <a:schemeClr val="dk1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92" name="Google Shape;392;p47"/>
          <p:cNvSpPr txBox="1"/>
          <p:nvPr>
            <p:ph idx="1" type="body"/>
          </p:nvPr>
        </p:nvSpPr>
        <p:spPr>
          <a:xfrm>
            <a:off x="502444" y="0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3" name="Google Shape;393;p47"/>
          <p:cNvSpPr txBox="1"/>
          <p:nvPr>
            <p:ph idx="2" type="body"/>
          </p:nvPr>
        </p:nvSpPr>
        <p:spPr>
          <a:xfrm>
            <a:off x="502444" y="604684"/>
            <a:ext cx="8066485" cy="3948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 i="0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394" name="Google Shape;394;p47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Image - 1 col - Light">
  <p:cSld name="Texte + Parag Medium + Image - 1 col - Ligh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8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7" name="Google Shape;397;p48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8" name="Google Shape;398;p48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9" name="Google Shape;399;p48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0" name="Google Shape;400;p48"/>
          <p:cNvSpPr/>
          <p:nvPr>
            <p:ph idx="5" type="pic"/>
          </p:nvPr>
        </p:nvSpPr>
        <p:spPr>
          <a:xfrm>
            <a:off x="3426041" y="865165"/>
            <a:ext cx="5717960" cy="381280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Image - 1 col - Grey">
  <p:cSld name="Texte + Parag Medium + Image - 1 col - Grey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03" name="Google Shape;403;p49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9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5" name="Google Shape;405;p49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6" name="Google Shape;406;p49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7" name="Google Shape;407;p49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8" name="Google Shape;408;p49"/>
          <p:cNvSpPr/>
          <p:nvPr>
            <p:ph idx="5" type="pic"/>
          </p:nvPr>
        </p:nvSpPr>
        <p:spPr>
          <a:xfrm>
            <a:off x="3426041" y="865165"/>
            <a:ext cx="5717960" cy="381280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Tablette - 1 col - Grey">
  <p:cSld name="Texte + Parag Medium + Tablette - 1 col - Grey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11" name="Google Shape;411;p50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50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0" i="0"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3" name="Google Shape;413;p50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4" name="Google Shape;414;p50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5" name="Google Shape;415;p50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moniteur, équipement électronique, écran, ordinateur&#10;&#10;Description générée automatiquement" id="416" name="Google Shape;416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02852" y="607495"/>
            <a:ext cx="6462551" cy="3890546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0"/>
          <p:cNvSpPr/>
          <p:nvPr>
            <p:ph idx="5" type="pic"/>
          </p:nvPr>
        </p:nvSpPr>
        <p:spPr>
          <a:xfrm>
            <a:off x="3724835" y="858441"/>
            <a:ext cx="5419165" cy="338410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Laptop - 1 col - Grey">
  <p:cSld name="Texte + Parag Medium + Laptop - 1 col - Grey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20" name="Google Shape;420;p51"/>
          <p:cNvSpPr/>
          <p:nvPr/>
        </p:nvSpPr>
        <p:spPr>
          <a:xfrm>
            <a:off x="6091525" y="0"/>
            <a:ext cx="3052500" cy="5149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51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0" i="0"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2" name="Google Shape;422;p51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3" name="Google Shape;423;p51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4" name="Google Shape;424;p51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portable, ordinateur, équipement électronique, moniteur&#10;&#10;Description générée automatiquement" id="425" name="Google Shape;425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93733" y="607495"/>
            <a:ext cx="7492379" cy="425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51"/>
          <p:cNvSpPr/>
          <p:nvPr>
            <p:ph idx="5" type="pic"/>
          </p:nvPr>
        </p:nvSpPr>
        <p:spPr>
          <a:xfrm>
            <a:off x="3703179" y="873139"/>
            <a:ext cx="5419165" cy="3077241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51"/>
          <p:cNvSpPr/>
          <p:nvPr/>
        </p:nvSpPr>
        <p:spPr>
          <a:xfrm>
            <a:off x="3703175" y="669975"/>
            <a:ext cx="1247100" cy="200400"/>
          </a:xfrm>
          <a:prstGeom prst="rect">
            <a:avLst/>
          </a:prstGeom>
          <a:solidFill>
            <a:srgbClr val="4448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Browser - 1 col - Light">
  <p:cSld name="Texte + Parag Medium + Browser - 1 col - Light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2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0" name="Google Shape;430;p52"/>
          <p:cNvSpPr txBox="1"/>
          <p:nvPr>
            <p:ph idx="2" type="body"/>
          </p:nvPr>
        </p:nvSpPr>
        <p:spPr>
          <a:xfrm>
            <a:off x="502542" y="1145676"/>
            <a:ext cx="2523047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1" name="Google Shape;431;p52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2" name="Google Shape;432;p52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433" name="Google Shape;433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45733" y="865165"/>
            <a:ext cx="5750584" cy="381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Browser - 1 col - Dark">
  <p:cSld name="Texte + Parag Medium + Browser - 1 col - Dark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3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53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7" name="Google Shape;437;p53"/>
          <p:cNvSpPr txBox="1"/>
          <p:nvPr>
            <p:ph idx="2" type="body"/>
          </p:nvPr>
        </p:nvSpPr>
        <p:spPr>
          <a:xfrm>
            <a:off x="502542" y="1145676"/>
            <a:ext cx="2523047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8" name="Google Shape;438;p53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9" name="Google Shape;439;p53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440" name="Google Shape;440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45733" y="865165"/>
            <a:ext cx="5750584" cy="381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urtitre - page vide">
  <p:cSld name="2_Surtitre - page vide">
    <p:bg>
      <p:bgPr>
        <a:solidFill>
          <a:schemeClr val="dk1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4"/>
          <p:cNvSpPr txBox="1"/>
          <p:nvPr/>
        </p:nvSpPr>
        <p:spPr>
          <a:xfrm>
            <a:off x="3323630" y="2225501"/>
            <a:ext cx="2496741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</a:t>
            </a:r>
            <a:endParaRPr sz="1100"/>
          </a:p>
        </p:txBody>
      </p:sp>
      <p:sp>
        <p:nvSpPr>
          <p:cNvPr id="443" name="Google Shape;443;p54"/>
          <p:cNvSpPr/>
          <p:nvPr/>
        </p:nvSpPr>
        <p:spPr>
          <a:xfrm>
            <a:off x="0" y="4624388"/>
            <a:ext cx="1949947" cy="512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54"/>
          <p:cNvSpPr/>
          <p:nvPr/>
        </p:nvSpPr>
        <p:spPr>
          <a:xfrm>
            <a:off x="4063050" y="941250"/>
            <a:ext cx="1017900" cy="1017900"/>
          </a:xfrm>
          <a:prstGeom prst="ellipse">
            <a:avLst/>
          </a:prstGeom>
          <a:solidFill>
            <a:srgbClr val="1041B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?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445" name="Google Shape;445;p54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2_Surtitre - page vide_1">
    <p:bg>
      <p:bgPr>
        <a:solidFill>
          <a:schemeClr val="dk1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5"/>
          <p:cNvSpPr txBox="1"/>
          <p:nvPr/>
        </p:nvSpPr>
        <p:spPr>
          <a:xfrm>
            <a:off x="498879" y="1012126"/>
            <a:ext cx="24966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Contact</a:t>
            </a:r>
            <a:endParaRPr sz="1100"/>
          </a:p>
        </p:txBody>
      </p:sp>
      <p:sp>
        <p:nvSpPr>
          <p:cNvPr id="448" name="Google Shape;448;p55"/>
          <p:cNvSpPr/>
          <p:nvPr/>
        </p:nvSpPr>
        <p:spPr>
          <a:xfrm>
            <a:off x="0" y="4624388"/>
            <a:ext cx="1950000" cy="51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9" name="Google Shape;449;p55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55" title="fvae_logo_couleur_inverse@2x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4152400" y="-463324"/>
            <a:ext cx="11169725" cy="6070149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55"/>
          <p:cNvSpPr/>
          <p:nvPr/>
        </p:nvSpPr>
        <p:spPr>
          <a:xfrm>
            <a:off x="0" y="310325"/>
            <a:ext cx="167700" cy="4367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>
  <p:cSld name="Titre et contenu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6"/>
          <p:cNvSpPr txBox="1"/>
          <p:nvPr>
            <p:ph type="title"/>
          </p:nvPr>
        </p:nvSpPr>
        <p:spPr>
          <a:xfrm>
            <a:off x="363390" y="707118"/>
            <a:ext cx="84033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4" name="Google Shape;454;p56"/>
          <p:cNvSpPr txBox="1"/>
          <p:nvPr>
            <p:ph idx="1" type="body"/>
          </p:nvPr>
        </p:nvSpPr>
        <p:spPr>
          <a:xfrm>
            <a:off x="363390" y="1678916"/>
            <a:ext cx="8403300" cy="3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5" name="Google Shape;455;p56"/>
          <p:cNvSpPr txBox="1"/>
          <p:nvPr>
            <p:ph idx="10" type="dt"/>
          </p:nvPr>
        </p:nvSpPr>
        <p:spPr>
          <a:xfrm>
            <a:off x="361305" y="4767263"/>
            <a:ext cx="880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56" name="Google Shape;456;p5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57" name="Google Shape;457;p56"/>
          <p:cNvSpPr txBox="1"/>
          <p:nvPr>
            <p:ph idx="12" type="sldNum"/>
          </p:nvPr>
        </p:nvSpPr>
        <p:spPr>
          <a:xfrm>
            <a:off x="6709194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58" name="Google Shape;458;p56"/>
          <p:cNvSpPr txBox="1"/>
          <p:nvPr>
            <p:ph idx="2" type="body"/>
          </p:nvPr>
        </p:nvSpPr>
        <p:spPr>
          <a:xfrm>
            <a:off x="360759" y="1277541"/>
            <a:ext cx="84201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1500"/>
              <a:buNone/>
              <a:defRPr b="1" sz="15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1375" y="327428"/>
            <a:ext cx="78867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Medium"/>
              <a:buNone/>
              <a:defRPr b="0" i="0" sz="24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1375" y="1306325"/>
            <a:ext cx="7886700" cy="3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i="0" sz="18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i="0" sz="18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17500" lvl="2" marL="13716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•"/>
              <a:defRPr i="0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6596895" y="4677965"/>
            <a:ext cx="1972186" cy="4655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A869A"/>
              </a:buClr>
              <a:buSzPts val="600"/>
              <a:buFont typeface="Roboto"/>
              <a:buNone/>
            </a:pPr>
            <a:fld id="{00000000-1234-1234-1234-123412341234}" type="slidenum">
              <a:rPr b="0" i="0" lang="fr" sz="600" u="none" cap="none" strike="noStrike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0" i="0" sz="600" u="none" cap="none" strike="noStrike">
              <a:solidFill>
                <a:srgbClr val="7A86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Une image contenant Graphique, graphisme, Police, logo&#10;&#10;Description générée automatiquement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03050" y="4773606"/>
            <a:ext cx="504225" cy="27426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</p:sldLayoutIdLst>
  <mc:AlternateContent>
    <mc:Choice Requires="p14">
      <p:transition p14:dur="200">
        <p:fade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orient="horz" pos="409">
          <p15:clr>
            <a:srgbClr val="F26B43"/>
          </p15:clr>
        </p15:guide>
        <p15:guide id="3" pos="2880">
          <p15:clr>
            <a:srgbClr val="F26B43"/>
          </p15:clr>
        </p15:guide>
        <p15:guide id="4" pos="2744">
          <p15:clr>
            <a:srgbClr val="F26B43"/>
          </p15:clr>
        </p15:guide>
        <p15:guide id="5" pos="3016">
          <p15:clr>
            <a:srgbClr val="F26B43"/>
          </p15:clr>
        </p15:guide>
        <p15:guide id="6" pos="5398">
          <p15:clr>
            <a:srgbClr val="F26B43"/>
          </p15:clr>
        </p15:guide>
        <p15:guide id="7" orient="horz" pos="191">
          <p15:clr>
            <a:srgbClr val="F26B43"/>
          </p15:clr>
        </p15:guide>
        <p15:guide id="8" orient="horz" pos="2947">
          <p15:clr>
            <a:srgbClr val="F26B43"/>
          </p15:clr>
        </p15:guide>
        <p15:guide id="9" pos="362">
          <p15:clr>
            <a:srgbClr val="F26B43"/>
          </p15:clr>
        </p15:guide>
        <p15:guide id="10" pos="635">
          <p15:clr>
            <a:srgbClr val="F26B43"/>
          </p15:clr>
        </p15:guide>
        <p15:guide id="11" pos="5125">
          <p15:clr>
            <a:srgbClr val="F26B43"/>
          </p15:clr>
        </p15:guide>
        <p15:guide id="12" orient="horz" pos="973">
          <p15:clr>
            <a:srgbClr val="F26B43"/>
          </p15:clr>
        </p15:guide>
        <p15:guide id="13" pos="383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hyperlink" Target="https://www.figma.com/proto/FErHY4C4J3bSd71vze2Mj1/VAE-Collective---Exploration-S1-2025?page-id=61%3A7623&amp;node-id=79-6095&amp;p=f&amp;viewport=139%2C740%2C0.09&amp;t=FWjI0GmTXsZzk1lh-1&amp;scaling=contain&amp;content-scaling=fixed&amp;starting-point-node-id=61%3A7835" TargetMode="External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hyperlink" Target="https://www.figma.com/proto/FErHY4C4J3bSd71vze2Mj1/VAE-Collective---Exploration-S1-2025?page-id=61%3A7623&amp;node-id=79-6095&amp;p=f&amp;viewport=139%2C740%2C0.09&amp;t=FWjI0GmTXsZzk1lh-1&amp;scaling=contain&amp;content-scaling=fixed&amp;starting-point-node-id=61%3A7835" TargetMode="External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7"/>
          <p:cNvSpPr/>
          <p:nvPr/>
        </p:nvSpPr>
        <p:spPr>
          <a:xfrm>
            <a:off x="7238062" y="54100"/>
            <a:ext cx="1763100" cy="208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64" name="Google Shape;464;p57"/>
          <p:cNvSpPr txBox="1"/>
          <p:nvPr>
            <p:ph idx="2" type="body"/>
          </p:nvPr>
        </p:nvSpPr>
        <p:spPr>
          <a:xfrm>
            <a:off x="502550" y="1152825"/>
            <a:ext cx="2883000" cy="547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Création et pilotage de cohortes de VAE collectives</a:t>
            </a:r>
            <a:endParaRPr b="1" sz="12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57"/>
          <p:cNvSpPr txBox="1"/>
          <p:nvPr>
            <p:ph idx="3" type="body"/>
          </p:nvPr>
        </p:nvSpPr>
        <p:spPr>
          <a:xfrm>
            <a:off x="502550" y="1885588"/>
            <a:ext cx="2883000" cy="537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latin typeface="Roboto Medium"/>
                <a:ea typeface="Roboto Medium"/>
                <a:cs typeface="Roboto Medium"/>
                <a:sym typeface="Roboto Medium"/>
              </a:rPr>
              <a:t>Outil de gestion de projet </a:t>
            </a:r>
            <a:br>
              <a:rPr lang="fr" sz="1600"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lang="fr" sz="1200"/>
              <a:t>Créez et pilotez efficacement</a:t>
            </a:r>
            <a:endParaRPr sz="1200"/>
          </a:p>
        </p:txBody>
      </p:sp>
      <p:sp>
        <p:nvSpPr>
          <p:cNvPr id="466" name="Google Shape;466;p57"/>
          <p:cNvSpPr txBox="1"/>
          <p:nvPr>
            <p:ph idx="2" type="body"/>
          </p:nvPr>
        </p:nvSpPr>
        <p:spPr>
          <a:xfrm>
            <a:off x="522800" y="2660700"/>
            <a:ext cx="2953800" cy="562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/>
              <a:t>Pilotage et suivi</a:t>
            </a:r>
            <a:br>
              <a:rPr lang="fr" sz="1600"/>
            </a:br>
            <a:r>
              <a:rPr lang="fr" sz="1200">
                <a:latin typeface="Roboto"/>
                <a:ea typeface="Roboto"/>
                <a:cs typeface="Roboto"/>
                <a:sym typeface="Roboto"/>
              </a:rPr>
              <a:t>Suivez l’état d’avancement des parcours</a:t>
            </a:r>
            <a:endParaRPr sz="1600"/>
          </a:p>
        </p:txBody>
      </p:sp>
      <p:sp>
        <p:nvSpPr>
          <p:cNvPr id="467" name="Google Shape;467;p57"/>
          <p:cNvSpPr txBox="1"/>
          <p:nvPr>
            <p:ph idx="2" type="body"/>
          </p:nvPr>
        </p:nvSpPr>
        <p:spPr>
          <a:xfrm>
            <a:off x="502555" y="3358700"/>
            <a:ext cx="25788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/>
              <a:t>Données clés</a:t>
            </a:r>
            <a:br>
              <a:rPr lang="fr" sz="1600"/>
            </a:br>
            <a:r>
              <a:rPr lang="fr" sz="1200">
                <a:latin typeface="Roboto"/>
                <a:ea typeface="Roboto"/>
                <a:cs typeface="Roboto"/>
                <a:sym typeface="Roboto"/>
              </a:rPr>
              <a:t>Obtenez des indicateurs </a:t>
            </a:r>
            <a:br>
              <a:rPr lang="fr" sz="1200">
                <a:latin typeface="Roboto"/>
                <a:ea typeface="Roboto"/>
                <a:cs typeface="Roboto"/>
                <a:sym typeface="Roboto"/>
              </a:rPr>
            </a:br>
            <a:r>
              <a:rPr lang="fr" sz="1200">
                <a:latin typeface="Roboto"/>
                <a:ea typeface="Roboto"/>
                <a:cs typeface="Roboto"/>
                <a:sym typeface="Roboto"/>
              </a:rPr>
              <a:t>sur l’avancement, les résultats </a:t>
            </a:r>
            <a:br>
              <a:rPr lang="fr" sz="1200">
                <a:latin typeface="Roboto"/>
                <a:ea typeface="Roboto"/>
                <a:cs typeface="Roboto"/>
                <a:sym typeface="Roboto"/>
              </a:rPr>
            </a:br>
            <a:r>
              <a:rPr lang="fr" sz="1200">
                <a:latin typeface="Roboto"/>
                <a:ea typeface="Roboto"/>
                <a:cs typeface="Roboto"/>
                <a:sym typeface="Roboto"/>
              </a:rPr>
              <a:t>via un tableau de bord Metabase pour commencer</a:t>
            </a:r>
            <a:endParaRPr sz="1600"/>
          </a:p>
        </p:txBody>
      </p:sp>
      <p:sp>
        <p:nvSpPr>
          <p:cNvPr id="468" name="Google Shape;468;p57"/>
          <p:cNvSpPr txBox="1"/>
          <p:nvPr>
            <p:ph idx="3" type="body"/>
          </p:nvPr>
        </p:nvSpPr>
        <p:spPr>
          <a:xfrm>
            <a:off x="3210825" y="4677975"/>
            <a:ext cx="25230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999999"/>
                </a:solidFill>
              </a:rPr>
              <a:t>Vision cible du tableau de bord commanditaire. Non contractuel par rapport au produit fini.</a:t>
            </a:r>
            <a:endParaRPr sz="800">
              <a:solidFill>
                <a:srgbClr val="999999"/>
              </a:solidFill>
            </a:endParaRPr>
          </a:p>
        </p:txBody>
      </p:sp>
      <p:pic>
        <p:nvPicPr>
          <p:cNvPr id="469" name="Google Shape;469;p57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075" y="374658"/>
            <a:ext cx="290152" cy="32494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57"/>
          <p:cNvSpPr txBox="1"/>
          <p:nvPr>
            <p:ph idx="4294967295" type="body"/>
          </p:nvPr>
        </p:nvSpPr>
        <p:spPr>
          <a:xfrm>
            <a:off x="933029" y="365025"/>
            <a:ext cx="2911500" cy="38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latin typeface="Roboto"/>
                <a:ea typeface="Roboto"/>
                <a:cs typeface="Roboto"/>
                <a:sym typeface="Roboto"/>
              </a:rPr>
              <a:t>Votre espace dédié</a:t>
            </a:r>
            <a:endParaRPr b="1"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57"/>
          <p:cNvSpPr/>
          <p:nvPr/>
        </p:nvSpPr>
        <p:spPr>
          <a:xfrm>
            <a:off x="629040" y="446034"/>
            <a:ext cx="182528" cy="182528"/>
          </a:xfrm>
          <a:custGeom>
            <a:rect b="b" l="l" r="r" t="t"/>
            <a:pathLst>
              <a:path extrusionOk="0" h="422031" w="422031">
                <a:moveTo>
                  <a:pt x="217610" y="147271"/>
                </a:moveTo>
                <a:cubicBezTo>
                  <a:pt x="178748" y="147271"/>
                  <a:pt x="147271" y="178748"/>
                  <a:pt x="147271" y="217610"/>
                </a:cubicBezTo>
                <a:cubicBezTo>
                  <a:pt x="147271" y="256472"/>
                  <a:pt x="178748" y="287948"/>
                  <a:pt x="217610" y="287948"/>
                </a:cubicBezTo>
                <a:cubicBezTo>
                  <a:pt x="256472" y="287948"/>
                  <a:pt x="287948" y="256472"/>
                  <a:pt x="287948" y="217610"/>
                </a:cubicBezTo>
                <a:cubicBezTo>
                  <a:pt x="287948" y="178748"/>
                  <a:pt x="256472" y="147271"/>
                  <a:pt x="217610" y="147271"/>
                </a:cubicBezTo>
                <a:close/>
                <a:moveTo>
                  <a:pt x="374816" y="200025"/>
                </a:moveTo>
                <a:cubicBezTo>
                  <a:pt x="366727" y="126697"/>
                  <a:pt x="308522" y="68492"/>
                  <a:pt x="235194" y="60403"/>
                </a:cubicBezTo>
                <a:lnTo>
                  <a:pt x="235194" y="24179"/>
                </a:lnTo>
                <a:lnTo>
                  <a:pt x="200025" y="24179"/>
                </a:lnTo>
                <a:lnTo>
                  <a:pt x="200025" y="60403"/>
                </a:lnTo>
                <a:cubicBezTo>
                  <a:pt x="126697" y="68492"/>
                  <a:pt x="68492" y="126697"/>
                  <a:pt x="60403" y="200025"/>
                </a:cubicBezTo>
                <a:lnTo>
                  <a:pt x="24179" y="200025"/>
                </a:lnTo>
                <a:lnTo>
                  <a:pt x="24179" y="235194"/>
                </a:lnTo>
                <a:lnTo>
                  <a:pt x="60403" y="235194"/>
                </a:lnTo>
                <a:cubicBezTo>
                  <a:pt x="68492" y="308522"/>
                  <a:pt x="126697" y="366727"/>
                  <a:pt x="200025" y="374816"/>
                </a:cubicBezTo>
                <a:lnTo>
                  <a:pt x="200025" y="411041"/>
                </a:lnTo>
                <a:lnTo>
                  <a:pt x="235194" y="411041"/>
                </a:lnTo>
                <a:lnTo>
                  <a:pt x="235194" y="374816"/>
                </a:lnTo>
                <a:cubicBezTo>
                  <a:pt x="308522" y="366727"/>
                  <a:pt x="366727" y="308522"/>
                  <a:pt x="374816" y="235194"/>
                </a:cubicBezTo>
                <a:lnTo>
                  <a:pt x="411041" y="235194"/>
                </a:lnTo>
                <a:lnTo>
                  <a:pt x="411041" y="200025"/>
                </a:lnTo>
                <a:lnTo>
                  <a:pt x="374816" y="200025"/>
                </a:lnTo>
                <a:close/>
                <a:moveTo>
                  <a:pt x="217610" y="340702"/>
                </a:moveTo>
                <a:cubicBezTo>
                  <a:pt x="149557" y="340702"/>
                  <a:pt x="94517" y="285662"/>
                  <a:pt x="94517" y="217610"/>
                </a:cubicBezTo>
                <a:cubicBezTo>
                  <a:pt x="94517" y="149557"/>
                  <a:pt x="149557" y="94517"/>
                  <a:pt x="217610" y="94517"/>
                </a:cubicBezTo>
                <a:cubicBezTo>
                  <a:pt x="285662" y="94517"/>
                  <a:pt x="340702" y="149557"/>
                  <a:pt x="340702" y="217610"/>
                </a:cubicBezTo>
                <a:cubicBezTo>
                  <a:pt x="340702" y="285662"/>
                  <a:pt x="285662" y="340702"/>
                  <a:pt x="217610" y="34070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2" name="Google Shape;472;p57"/>
          <p:cNvSpPr txBox="1"/>
          <p:nvPr/>
        </p:nvSpPr>
        <p:spPr>
          <a:xfrm>
            <a:off x="503047" y="6250"/>
            <a:ext cx="6021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LE PORTAIL NUMÉRIQUE FRANCE VAE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57">
            <a:hlinkClick r:id="rId4"/>
          </p:cNvPr>
          <p:cNvSpPr/>
          <p:nvPr/>
        </p:nvSpPr>
        <p:spPr>
          <a:xfrm>
            <a:off x="6277400" y="4712325"/>
            <a:ext cx="2633400" cy="324900"/>
          </a:xfrm>
          <a:prstGeom prst="roundRect">
            <a:avLst>
              <a:gd fmla="val 16667" name="adj"/>
            </a:avLst>
          </a:prstGeom>
          <a:solidFill>
            <a:srgbClr val="1041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Démo du prototype -&gt;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57"/>
          <p:cNvSpPr/>
          <p:nvPr/>
        </p:nvSpPr>
        <p:spPr>
          <a:xfrm>
            <a:off x="3703500" y="878725"/>
            <a:ext cx="5440500" cy="300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75" name="Google Shape;475;p57"/>
          <p:cNvSpPr/>
          <p:nvPr/>
        </p:nvSpPr>
        <p:spPr>
          <a:xfrm>
            <a:off x="3714200" y="889425"/>
            <a:ext cx="5429700" cy="36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Votre espace entreprise</a:t>
            </a:r>
            <a:endParaRPr b="1"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57"/>
          <p:cNvSpPr/>
          <p:nvPr/>
        </p:nvSpPr>
        <p:spPr>
          <a:xfrm>
            <a:off x="3955025" y="1424550"/>
            <a:ext cx="2434800" cy="1102200"/>
          </a:xfrm>
          <a:prstGeom prst="roundRect">
            <a:avLst>
              <a:gd fmla="val 8252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Roboto Medium"/>
                <a:ea typeface="Roboto Medium"/>
                <a:cs typeface="Roboto Medium"/>
                <a:sym typeface="Roboto Medium"/>
              </a:rPr>
              <a:t>J’accède à mon espace connecté</a:t>
            </a:r>
            <a:endParaRPr sz="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77" name="Google Shape;477;p57"/>
          <p:cNvSpPr/>
          <p:nvPr/>
        </p:nvSpPr>
        <p:spPr>
          <a:xfrm>
            <a:off x="6524300" y="1424550"/>
            <a:ext cx="2386500" cy="1102200"/>
          </a:xfrm>
          <a:prstGeom prst="roundRect">
            <a:avLst>
              <a:gd fmla="val 8186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Roboto Medium"/>
                <a:ea typeface="Roboto Medium"/>
                <a:cs typeface="Roboto Medium"/>
                <a:sym typeface="Roboto Medium"/>
              </a:rPr>
              <a:t>Je crée ma cohorte</a:t>
            </a:r>
            <a:endParaRPr sz="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78" name="Google Shape;478;p57"/>
          <p:cNvSpPr/>
          <p:nvPr/>
        </p:nvSpPr>
        <p:spPr>
          <a:xfrm>
            <a:off x="3955025" y="2648275"/>
            <a:ext cx="2434800" cy="1102200"/>
          </a:xfrm>
          <a:prstGeom prst="roundRect">
            <a:avLst>
              <a:gd fmla="val 873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Roboto Medium"/>
                <a:ea typeface="Roboto Medium"/>
                <a:cs typeface="Roboto Medium"/>
                <a:sym typeface="Roboto Medium"/>
              </a:rPr>
              <a:t>Je suis ma cohorte</a:t>
            </a:r>
            <a:endParaRPr sz="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79" name="Google Shape;479;p57"/>
          <p:cNvSpPr/>
          <p:nvPr/>
        </p:nvSpPr>
        <p:spPr>
          <a:xfrm>
            <a:off x="6524300" y="2648275"/>
            <a:ext cx="2386500" cy="1102200"/>
          </a:xfrm>
          <a:prstGeom prst="roundRect">
            <a:avLst>
              <a:gd fmla="val 8186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Roboto Medium"/>
                <a:ea typeface="Roboto Medium"/>
                <a:cs typeface="Roboto Medium"/>
                <a:sym typeface="Roboto Medium"/>
              </a:rPr>
              <a:t>Je pilote mon projet</a:t>
            </a:r>
            <a:endParaRPr sz="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descr="Une image contenant Graphique, graphisme, Police, logo&#10;&#10;Description générée automatiquement" id="480" name="Google Shape;480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197" y="886199"/>
            <a:ext cx="669027" cy="36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7"/>
          <p:cNvSpPr txBox="1"/>
          <p:nvPr>
            <p:ph idx="2" type="body"/>
          </p:nvPr>
        </p:nvSpPr>
        <p:spPr>
          <a:xfrm>
            <a:off x="7305000" y="67150"/>
            <a:ext cx="1650600" cy="182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EN PHASE D’EXPÉRIMENTATION</a:t>
            </a:r>
            <a:endParaRPr b="1" sz="800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8"/>
          <p:cNvSpPr/>
          <p:nvPr/>
        </p:nvSpPr>
        <p:spPr>
          <a:xfrm>
            <a:off x="7238062" y="54100"/>
            <a:ext cx="1763100" cy="208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87" name="Google Shape;487;p58"/>
          <p:cNvSpPr txBox="1"/>
          <p:nvPr>
            <p:ph idx="3" type="body"/>
          </p:nvPr>
        </p:nvSpPr>
        <p:spPr>
          <a:xfrm>
            <a:off x="3210825" y="4677975"/>
            <a:ext cx="25230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999999"/>
                </a:solidFill>
              </a:rPr>
              <a:t>Vision cible du tableau de bord commanditaire. Non contractuel par rapport au produit fini.</a:t>
            </a:r>
            <a:endParaRPr sz="800">
              <a:solidFill>
                <a:srgbClr val="999999"/>
              </a:solidFill>
            </a:endParaRPr>
          </a:p>
        </p:txBody>
      </p:sp>
      <p:pic>
        <p:nvPicPr>
          <p:cNvPr id="488" name="Google Shape;488;p58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075" y="374658"/>
            <a:ext cx="290152" cy="324945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58"/>
          <p:cNvSpPr/>
          <p:nvPr/>
        </p:nvSpPr>
        <p:spPr>
          <a:xfrm>
            <a:off x="629040" y="446034"/>
            <a:ext cx="182528" cy="182528"/>
          </a:xfrm>
          <a:custGeom>
            <a:rect b="b" l="l" r="r" t="t"/>
            <a:pathLst>
              <a:path extrusionOk="0" h="422031" w="422031">
                <a:moveTo>
                  <a:pt x="217610" y="147271"/>
                </a:moveTo>
                <a:cubicBezTo>
                  <a:pt x="178748" y="147271"/>
                  <a:pt x="147271" y="178748"/>
                  <a:pt x="147271" y="217610"/>
                </a:cubicBezTo>
                <a:cubicBezTo>
                  <a:pt x="147271" y="256472"/>
                  <a:pt x="178748" y="287948"/>
                  <a:pt x="217610" y="287948"/>
                </a:cubicBezTo>
                <a:cubicBezTo>
                  <a:pt x="256472" y="287948"/>
                  <a:pt x="287948" y="256472"/>
                  <a:pt x="287948" y="217610"/>
                </a:cubicBezTo>
                <a:cubicBezTo>
                  <a:pt x="287948" y="178748"/>
                  <a:pt x="256472" y="147271"/>
                  <a:pt x="217610" y="147271"/>
                </a:cubicBezTo>
                <a:close/>
                <a:moveTo>
                  <a:pt x="374816" y="200025"/>
                </a:moveTo>
                <a:cubicBezTo>
                  <a:pt x="366727" y="126697"/>
                  <a:pt x="308522" y="68492"/>
                  <a:pt x="235194" y="60403"/>
                </a:cubicBezTo>
                <a:lnTo>
                  <a:pt x="235194" y="24179"/>
                </a:lnTo>
                <a:lnTo>
                  <a:pt x="200025" y="24179"/>
                </a:lnTo>
                <a:lnTo>
                  <a:pt x="200025" y="60403"/>
                </a:lnTo>
                <a:cubicBezTo>
                  <a:pt x="126697" y="68492"/>
                  <a:pt x="68492" y="126697"/>
                  <a:pt x="60403" y="200025"/>
                </a:cubicBezTo>
                <a:lnTo>
                  <a:pt x="24179" y="200025"/>
                </a:lnTo>
                <a:lnTo>
                  <a:pt x="24179" y="235194"/>
                </a:lnTo>
                <a:lnTo>
                  <a:pt x="60403" y="235194"/>
                </a:lnTo>
                <a:cubicBezTo>
                  <a:pt x="68492" y="308522"/>
                  <a:pt x="126697" y="366727"/>
                  <a:pt x="200025" y="374816"/>
                </a:cubicBezTo>
                <a:lnTo>
                  <a:pt x="200025" y="411041"/>
                </a:lnTo>
                <a:lnTo>
                  <a:pt x="235194" y="411041"/>
                </a:lnTo>
                <a:lnTo>
                  <a:pt x="235194" y="374816"/>
                </a:lnTo>
                <a:cubicBezTo>
                  <a:pt x="308522" y="366727"/>
                  <a:pt x="366727" y="308522"/>
                  <a:pt x="374816" y="235194"/>
                </a:cubicBezTo>
                <a:lnTo>
                  <a:pt x="411041" y="235194"/>
                </a:lnTo>
                <a:lnTo>
                  <a:pt x="411041" y="200025"/>
                </a:lnTo>
                <a:lnTo>
                  <a:pt x="374816" y="200025"/>
                </a:lnTo>
                <a:close/>
                <a:moveTo>
                  <a:pt x="217610" y="340702"/>
                </a:moveTo>
                <a:cubicBezTo>
                  <a:pt x="149557" y="340702"/>
                  <a:pt x="94517" y="285662"/>
                  <a:pt x="94517" y="217610"/>
                </a:cubicBezTo>
                <a:cubicBezTo>
                  <a:pt x="94517" y="149557"/>
                  <a:pt x="149557" y="94517"/>
                  <a:pt x="217610" y="94517"/>
                </a:cubicBezTo>
                <a:cubicBezTo>
                  <a:pt x="285662" y="94517"/>
                  <a:pt x="340702" y="149557"/>
                  <a:pt x="340702" y="217610"/>
                </a:cubicBezTo>
                <a:cubicBezTo>
                  <a:pt x="340702" y="285662"/>
                  <a:pt x="285662" y="340702"/>
                  <a:pt x="217610" y="34070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0" name="Google Shape;490;p58"/>
          <p:cNvSpPr txBox="1"/>
          <p:nvPr/>
        </p:nvSpPr>
        <p:spPr>
          <a:xfrm>
            <a:off x="503047" y="6250"/>
            <a:ext cx="6021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LE PORTAIL NUMÉRIQUE FRANCE VAE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1" name="Google Shape;491;p58">
            <a:hlinkClick r:id="rId4"/>
          </p:cNvPr>
          <p:cNvSpPr/>
          <p:nvPr/>
        </p:nvSpPr>
        <p:spPr>
          <a:xfrm>
            <a:off x="6277400" y="4712325"/>
            <a:ext cx="2633400" cy="324900"/>
          </a:xfrm>
          <a:prstGeom prst="roundRect">
            <a:avLst>
              <a:gd fmla="val 16667" name="adj"/>
            </a:avLst>
          </a:prstGeom>
          <a:solidFill>
            <a:srgbClr val="1041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Démo du prototype -&gt;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p58"/>
          <p:cNvSpPr/>
          <p:nvPr/>
        </p:nvSpPr>
        <p:spPr>
          <a:xfrm>
            <a:off x="3703500" y="878725"/>
            <a:ext cx="5440500" cy="300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93" name="Google Shape;493;p58"/>
          <p:cNvSpPr/>
          <p:nvPr/>
        </p:nvSpPr>
        <p:spPr>
          <a:xfrm>
            <a:off x="3714200" y="889425"/>
            <a:ext cx="5429700" cy="36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Votre espace entreprise</a:t>
            </a:r>
            <a:endParaRPr b="1"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p58"/>
          <p:cNvSpPr/>
          <p:nvPr/>
        </p:nvSpPr>
        <p:spPr>
          <a:xfrm>
            <a:off x="3955025" y="1424550"/>
            <a:ext cx="2434800" cy="1102200"/>
          </a:xfrm>
          <a:prstGeom prst="roundRect">
            <a:avLst>
              <a:gd fmla="val 8252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Roboto Medium"/>
                <a:ea typeface="Roboto Medium"/>
                <a:cs typeface="Roboto Medium"/>
                <a:sym typeface="Roboto Medium"/>
              </a:rPr>
              <a:t>J’accède à mon espace connecté</a:t>
            </a:r>
            <a:endParaRPr sz="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95" name="Google Shape;495;p58"/>
          <p:cNvSpPr/>
          <p:nvPr/>
        </p:nvSpPr>
        <p:spPr>
          <a:xfrm>
            <a:off x="6524300" y="1424550"/>
            <a:ext cx="2386500" cy="1102200"/>
          </a:xfrm>
          <a:prstGeom prst="roundRect">
            <a:avLst>
              <a:gd fmla="val 8186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Roboto Medium"/>
                <a:ea typeface="Roboto Medium"/>
                <a:cs typeface="Roboto Medium"/>
                <a:sym typeface="Roboto Medium"/>
              </a:rPr>
              <a:t>Je crée ma cohorte</a:t>
            </a:r>
            <a:endParaRPr sz="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96" name="Google Shape;496;p58"/>
          <p:cNvSpPr/>
          <p:nvPr/>
        </p:nvSpPr>
        <p:spPr>
          <a:xfrm>
            <a:off x="3955025" y="2648275"/>
            <a:ext cx="2434800" cy="1102200"/>
          </a:xfrm>
          <a:prstGeom prst="roundRect">
            <a:avLst>
              <a:gd fmla="val 873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Roboto Medium"/>
                <a:ea typeface="Roboto Medium"/>
                <a:cs typeface="Roboto Medium"/>
                <a:sym typeface="Roboto Medium"/>
              </a:rPr>
              <a:t>Je suis ma cohorte</a:t>
            </a:r>
            <a:endParaRPr sz="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97" name="Google Shape;497;p58"/>
          <p:cNvSpPr/>
          <p:nvPr/>
        </p:nvSpPr>
        <p:spPr>
          <a:xfrm>
            <a:off x="6524300" y="2648275"/>
            <a:ext cx="2386500" cy="1102200"/>
          </a:xfrm>
          <a:prstGeom prst="roundRect">
            <a:avLst>
              <a:gd fmla="val 8186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Roboto Medium"/>
                <a:ea typeface="Roboto Medium"/>
                <a:cs typeface="Roboto Medium"/>
                <a:sym typeface="Roboto Medium"/>
              </a:rPr>
              <a:t>Je pilote mon projet</a:t>
            </a:r>
            <a:endParaRPr sz="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descr="Une image contenant Graphique, graphisme, Police, logo&#10;&#10;Description générée automatiquement" id="498" name="Google Shape;498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197" y="886199"/>
            <a:ext cx="669027" cy="36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58"/>
          <p:cNvSpPr txBox="1"/>
          <p:nvPr>
            <p:ph idx="2" type="body"/>
          </p:nvPr>
        </p:nvSpPr>
        <p:spPr>
          <a:xfrm>
            <a:off x="7305000" y="67150"/>
            <a:ext cx="1650600" cy="182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EN PHASE D’EXPÉRIMENTATION</a:t>
            </a:r>
            <a:endParaRPr b="1" sz="800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59"/>
          <p:cNvPicPr preferRelativeResize="0"/>
          <p:nvPr/>
        </p:nvPicPr>
        <p:blipFill rotWithShape="1">
          <a:blip r:embed="rId3">
            <a:alphaModFix/>
          </a:blip>
          <a:srcRect b="23856" l="3879" r="6120" t="16488"/>
          <a:stretch/>
        </p:blipFill>
        <p:spPr>
          <a:xfrm>
            <a:off x="1219250" y="1496100"/>
            <a:ext cx="6096927" cy="3068275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59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6" name="Google Shape;506;p59"/>
          <p:cNvPicPr preferRelativeResize="0"/>
          <p:nvPr/>
        </p:nvPicPr>
        <p:blipFill rotWithShape="1">
          <a:blip r:embed="rId3">
            <a:alphaModFix/>
          </a:blip>
          <a:srcRect b="83510" l="3880" r="6913" t="0"/>
          <a:stretch/>
        </p:blipFill>
        <p:spPr>
          <a:xfrm>
            <a:off x="1524050" y="648000"/>
            <a:ext cx="6043177" cy="848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625" y="386650"/>
            <a:ext cx="7812725" cy="4472425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59"/>
          <p:cNvSpPr/>
          <p:nvPr/>
        </p:nvSpPr>
        <p:spPr>
          <a:xfrm>
            <a:off x="1918200" y="1696825"/>
            <a:ext cx="763500" cy="30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VAE">
  <a:themeElements>
    <a:clrScheme name="Personnalisé 1">
      <a:dk1>
        <a:srgbClr val="182759"/>
      </a:dk1>
      <a:lt1>
        <a:srgbClr val="FFFFFF"/>
      </a:lt1>
      <a:dk2>
        <a:srgbClr val="434749"/>
      </a:dk2>
      <a:lt2>
        <a:srgbClr val="E8EBF5"/>
      </a:lt2>
      <a:accent1>
        <a:srgbClr val="E1010F"/>
      </a:accent1>
      <a:accent2>
        <a:srgbClr val="3BB649"/>
      </a:accent2>
      <a:accent3>
        <a:srgbClr val="00929D"/>
      </a:accent3>
      <a:accent4>
        <a:srgbClr val="FE993F"/>
      </a:accent4>
      <a:accent5>
        <a:srgbClr val="A82586"/>
      </a:accent5>
      <a:accent6>
        <a:srgbClr val="7AB1E8"/>
      </a:accent6>
      <a:hlink>
        <a:srgbClr val="3838E7"/>
      </a:hlink>
      <a:folHlink>
        <a:srgbClr val="7F042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