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comments+xml" PartName="/ppt/comments/comment1.xml"/>
  <Override ContentType="application/vnd.openxmlformats-officedocument.presentationml.comments+xml" PartName="/ppt/comments/comment2.xml"/>
  <Override ContentType="application/vnd.openxmlformats-officedocument.presentationml.comments+xml" PartName="/ppt/comments/comment4.xml"/>
  <Override ContentType="application/vnd.openxmlformats-officedocument.presentationml.comments+xml" PartName="/ppt/comments/comment3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5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52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3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5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50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commentAuthors+xml" PartName="/ppt/commentAuthors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702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y="5143500" cx="9144000"/>
  <p:notesSz cx="6858000" cy="9144000"/>
  <p:embeddedFontLst>
    <p:embeddedFont>
      <p:font typeface="Roboto Medium"/>
      <p:regular r:id="rId20"/>
      <p:bold r:id="rId21"/>
      <p:italic r:id="rId22"/>
      <p:boldItalic r:id="rId23"/>
    </p:embeddedFont>
    <p:embeddedFont>
      <p:font typeface="Roboto"/>
      <p:regular r:id="rId24"/>
      <p:bold r:id="rId25"/>
      <p:italic r:id="rId26"/>
      <p:boldItalic r:id="rId27"/>
    </p:embeddedFont>
    <p:embeddedFont>
      <p:font typeface="Helvetica Neue"/>
      <p:regular r:id="rId28"/>
      <p:bold r:id="rId29"/>
      <p:italic r:id="rId30"/>
      <p:boldItalic r:id="rId3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pos="2880">
          <p15:clr>
            <a:srgbClr val="747775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Author clrIdx="0" id="0" initials="" lastIdx="6" name="Mélanie Bard"/>
</p:cmAuthorLst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92C4A174-04C3-4203-A523-032BD5CE9514}">
  <a:tblStyle styleId="{92C4A174-04C3-4203-A523-032BD5CE9514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2.xml"/><Relationship Id="rId5" Type="http://schemas.openxmlformats.org/officeDocument/2006/relationships/commentAuthors" Target="commentAuthors.xml"/><Relationship Id="rId6" Type="http://schemas.openxmlformats.org/officeDocument/2006/relationships/slideMaster" Target="slideMasters/slideMaster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31" Type="http://schemas.openxmlformats.org/officeDocument/2006/relationships/font" Target="fonts/HelveticaNeue-boldItalic.fntdata"/><Relationship Id="rId30" Type="http://schemas.openxmlformats.org/officeDocument/2006/relationships/font" Target="fonts/HelveticaNeue-italic.fntdata"/><Relationship Id="rId20" Type="http://schemas.openxmlformats.org/officeDocument/2006/relationships/font" Target="fonts/RobotoMedium-regular.fntdata"/><Relationship Id="rId22" Type="http://schemas.openxmlformats.org/officeDocument/2006/relationships/font" Target="fonts/RobotoMedium-italic.fntdata"/><Relationship Id="rId21" Type="http://schemas.openxmlformats.org/officeDocument/2006/relationships/font" Target="fonts/RobotoMedium-bold.fntdata"/><Relationship Id="rId24" Type="http://schemas.openxmlformats.org/officeDocument/2006/relationships/font" Target="fonts/Roboto-regular.fntdata"/><Relationship Id="rId23" Type="http://schemas.openxmlformats.org/officeDocument/2006/relationships/font" Target="fonts/RobotoMedium-boldItalic.fntdata"/><Relationship Id="rId26" Type="http://schemas.openxmlformats.org/officeDocument/2006/relationships/font" Target="fonts/Roboto-italic.fntdata"/><Relationship Id="rId25" Type="http://schemas.openxmlformats.org/officeDocument/2006/relationships/font" Target="fonts/Roboto-bold.fntdata"/><Relationship Id="rId28" Type="http://schemas.openxmlformats.org/officeDocument/2006/relationships/font" Target="fonts/HelveticaNeue-regular.fntdata"/><Relationship Id="rId27" Type="http://schemas.openxmlformats.org/officeDocument/2006/relationships/font" Target="fonts/Roboto-boldItalic.fntdata"/><Relationship Id="rId29" Type="http://schemas.openxmlformats.org/officeDocument/2006/relationships/font" Target="fonts/HelveticaNeue-bold.fntdata"/><Relationship Id="rId11" Type="http://schemas.openxmlformats.org/officeDocument/2006/relationships/slide" Target="slides/slide4.xml"/><Relationship Id="rId10" Type="http://schemas.openxmlformats.org/officeDocument/2006/relationships/slide" Target="slides/slide3.xml"/><Relationship Id="rId13" Type="http://schemas.openxmlformats.org/officeDocument/2006/relationships/slide" Target="slides/slide6.xml"/><Relationship Id="rId12" Type="http://schemas.openxmlformats.org/officeDocument/2006/relationships/slide" Target="slides/slide5.xml"/><Relationship Id="rId15" Type="http://schemas.openxmlformats.org/officeDocument/2006/relationships/slide" Target="slides/slide8.xml"/><Relationship Id="rId14" Type="http://schemas.openxmlformats.org/officeDocument/2006/relationships/slide" Target="slides/slide7.xml"/><Relationship Id="rId17" Type="http://schemas.openxmlformats.org/officeDocument/2006/relationships/slide" Target="slides/slide10.xml"/><Relationship Id="rId16" Type="http://schemas.openxmlformats.org/officeDocument/2006/relationships/slide" Target="slides/slide9.xml"/><Relationship Id="rId19" Type="http://schemas.openxmlformats.org/officeDocument/2006/relationships/slide" Target="slides/slide12.xml"/><Relationship Id="rId18" Type="http://schemas.openxmlformats.org/officeDocument/2006/relationships/slide" Target="slides/slide11.xml"/></Relationships>
</file>

<file path=ppt/comments/comment1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0" idx="1" dt="2025-05-05T08:20:56.314">
    <p:pos x="4631" y="1849"/>
    <p:text>j'éviterais la "promesse" d'une certification obtenue &gt; Résultats du jury &gt; Reconnaissance officielle de tout ou partie de la certification visée + dernière étape &gt; Entretien post Jury</p:text>
  </p:cm>
  <p:cm authorId="0" idx="2" dt="2025-05-05T08:18:20.314">
    <p:pos x="1521" y="918"/>
    <p:text>Avant cette étape il faut absolument insister sur le caractère volontaire de la démarche qui doit donc passer par un &gt; appel à candidature de vos salariés sur la base du volontariat (VAE = droit individuel)</p:text>
  </p:cm>
</p:cmLst>
</file>

<file path=ppt/comments/comment2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0" idx="3" dt="2025-05-05T08:24:23.762">
    <p:pos x="316" y="1724"/>
    <p:text>Suivez l'avancée des parcours VAE de vos salariés via l'accès à des tableaux de bord, données clés (scinder avec le 3ème point)</p:text>
  </p:cm>
  <p:cm authorId="0" idx="4" dt="2025-05-05T08:24:23.762">
    <p:pos x="316" y="1724"/>
    <p:text>éviter de dire qu'ils sont en formation, il n'y en aura peut-être pas de préconisées + ce ne sont pas "leurs" certifications"</p:text>
  </p:cm>
</p:cmLst>
</file>

<file path=ppt/comments/comment3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0" idx="5" dt="2025-05-05T08:26:56.466">
    <p:pos x="316" y="1295"/>
    <p:text>ce ne sont pas "leurs" titres &gt; Nous vous accompagnons pour planifier le lancement de vos premières cohortes de salariés</p:text>
  </p:cm>
</p:cmLst>
</file>

<file path=ppt/comments/comment4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0" idx="6" dt="2025-05-05T08:29:51.630">
    <p:pos x="298" y="288"/>
    <p:text>La formule me paraît peu appropriée pour une animation en direct avec les intéressés &gt; France VAE vous accompagne à chaque étape de votre projet de VAE collective (plus cohérent avec la 3 points à côté)</p:text>
  </p:cm>
</p:cmLst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2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" name="Google Shape;453;g34bb9a457c6_2_3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4" name="Google Shape;454;g34bb9a457c6_2_38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2" name="Shape 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Google Shape;463;g35399cd43e0_2_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4" name="Google Shape;464;g35399cd43e0_2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8" name="Shape 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9" name="Google Shape;479;g35399cd43e0_2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0" name="Google Shape;480;g35399cd43e0_2_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3" name="Shape 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g353bcacd16e_1_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5" name="Google Shape;495;g353bcacd16e_1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4" name="Shape 5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5" name="Google Shape;515;g35399cd43e0_2_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6" name="Google Shape;516;g35399cd43e0_2_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0" name="Shape 5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Google Shape;541;g354c96e4fc2_0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2" name="Google Shape;542;g354c96e4fc2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0" name="Shape 5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1" name="Google Shape;571;g353bcacd16e_3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2" name="Google Shape;572;g353bcacd16e_3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5" name="Shape 5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6" name="Google Shape;586;g353bcacd16e_3_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7" name="Google Shape;587;g353bcacd16e_3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3" name="Shape 5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4" name="Google Shape;594;g353b1c0dcbb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5" name="Google Shape;595;g353b1c0dcbb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6" name="Shape 6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7" name="Google Shape;607;g353b1c0dcbb_0_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8" name="Google Shape;608;g353b1c0dcbb_0_4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8" name="Shape 6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9" name="Google Shape;619;g353bcacd16e_3_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0" name="Google Shape;620;g353bcacd16e_3_5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2" name="Shape 6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3" name="Google Shape;633;g35399cd43e0_2_1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4" name="Google Shape;634;g35399cd43e0_2_1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jpg"/><Relationship Id="rId3" Type="http://schemas.openxmlformats.org/officeDocument/2006/relationships/image" Target="../media/image1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4.png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4.png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4.png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Relationship Id="rId3" Type="http://schemas.openxmlformats.org/officeDocument/2006/relationships/image" Target="../media/image7.png"/><Relationship Id="rId4" Type="http://schemas.openxmlformats.org/officeDocument/2006/relationships/image" Target="../media/image24.png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4.png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4.png"/></Relationships>
</file>

<file path=ppt/slideLayouts/_rels/slideLayout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5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5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5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5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22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re de presentation">
  <p:cSld name="Titre de presentation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2"/>
          <p:cNvSpPr txBox="1"/>
          <p:nvPr>
            <p:ph type="ctrTitle"/>
          </p:nvPr>
        </p:nvSpPr>
        <p:spPr>
          <a:xfrm>
            <a:off x="477147" y="2179745"/>
            <a:ext cx="7210369" cy="2399162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100"/>
              <a:buFont typeface="Roboto Medium"/>
              <a:buNone/>
              <a:defRPr b="0" i="0" sz="4100">
                <a:latin typeface="Roboto Medium"/>
                <a:ea typeface="Roboto Medium"/>
                <a:cs typeface="Roboto Medium"/>
                <a:sym typeface="Roboto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" name="Google Shape;12;p2"/>
          <p:cNvSpPr txBox="1"/>
          <p:nvPr>
            <p:ph idx="1" type="subTitle"/>
          </p:nvPr>
        </p:nvSpPr>
        <p:spPr>
          <a:xfrm>
            <a:off x="503191" y="1888825"/>
            <a:ext cx="7184324" cy="27384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1041BE"/>
              </a:buClr>
              <a:buSzPts val="1100"/>
              <a:buNone/>
              <a:defRPr sz="1100">
                <a:solidFill>
                  <a:srgbClr val="1041BE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1041BE"/>
              </a:buClr>
              <a:buSzPts val="1500"/>
              <a:buNone/>
              <a:defRPr sz="1500">
                <a:solidFill>
                  <a:srgbClr val="1041BE"/>
                </a:solidFill>
              </a:defRPr>
            </a:lvl2pPr>
            <a:lvl3pPr lvl="2" algn="ctr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rgbClr val="1041BE"/>
              </a:buClr>
              <a:buSzPts val="1400"/>
              <a:buNone/>
              <a:defRPr sz="1400">
                <a:solidFill>
                  <a:srgbClr val="1041BE"/>
                </a:solidFill>
              </a:defRPr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1041BE"/>
              </a:buClr>
              <a:buSzPts val="1200"/>
              <a:buNone/>
              <a:defRPr sz="1200">
                <a:solidFill>
                  <a:srgbClr val="1041BE"/>
                </a:solidFill>
              </a:defRPr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1041BE"/>
              </a:buClr>
              <a:buSzPts val="1200"/>
              <a:buNone/>
              <a:defRPr sz="1200">
                <a:solidFill>
                  <a:srgbClr val="1041BE"/>
                </a:solidFill>
              </a:defRPr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1041BE"/>
              </a:buClr>
              <a:buSzPts val="1200"/>
              <a:buNone/>
              <a:defRPr sz="1200">
                <a:solidFill>
                  <a:srgbClr val="1041BE"/>
                </a:solidFill>
              </a:defRPr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1041BE"/>
              </a:buClr>
              <a:buSzPts val="1200"/>
              <a:buNone/>
              <a:defRPr sz="1200">
                <a:solidFill>
                  <a:srgbClr val="1041BE"/>
                </a:solidFill>
              </a:defRPr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1041BE"/>
              </a:buClr>
              <a:buSzPts val="1200"/>
              <a:buNone/>
              <a:defRPr sz="1200">
                <a:solidFill>
                  <a:srgbClr val="1041BE"/>
                </a:solidFill>
              </a:defRPr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1041BE"/>
              </a:buClr>
              <a:buSzPts val="1200"/>
              <a:buNone/>
              <a:defRPr sz="1200">
                <a:solidFill>
                  <a:srgbClr val="1041BE"/>
                </a:solidFill>
              </a:defRPr>
            </a:lvl9pPr>
          </a:lstStyle>
          <a:p/>
        </p:txBody>
      </p:sp>
      <p:sp>
        <p:nvSpPr>
          <p:cNvPr id="13" name="Google Shape;13;p2"/>
          <p:cNvSpPr/>
          <p:nvPr/>
        </p:nvSpPr>
        <p:spPr>
          <a:xfrm>
            <a:off x="252248" y="4406462"/>
            <a:ext cx="1174531" cy="737038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Une image contenant texte, Police, logo, Graphique&#10;&#10;Description générée automatiquement" id="14" name="Google Shape;14;p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66602" y="289750"/>
            <a:ext cx="2171372" cy="12799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Une image contenant Graphique, graphisme, Police, logo&#10;&#10;Description générée automatiquement" id="15" name="Google Shape;15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461775" y="289747"/>
            <a:ext cx="2103124" cy="1143950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Google Shape;16;p2"/>
          <p:cNvSpPr txBox="1"/>
          <p:nvPr>
            <p:ph idx="2" type="body"/>
          </p:nvPr>
        </p:nvSpPr>
        <p:spPr>
          <a:xfrm>
            <a:off x="575075" y="4684150"/>
            <a:ext cx="3281400" cy="4593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>
            <a:lvl1pPr indent="-269875" lvl="0" marL="457200">
              <a:spcBef>
                <a:spcPts val="800"/>
              </a:spcBef>
              <a:spcAft>
                <a:spcPts val="0"/>
              </a:spcAft>
              <a:buClr>
                <a:srgbClr val="7A869A"/>
              </a:buClr>
              <a:buSzPts val="650"/>
              <a:buFont typeface="Roboto"/>
              <a:buChar char="•"/>
              <a:defRPr sz="650">
                <a:solidFill>
                  <a:srgbClr val="7A869A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79400" lvl="1" marL="914400">
              <a:spcBef>
                <a:spcPts val="400"/>
              </a:spcBef>
              <a:spcAft>
                <a:spcPts val="0"/>
              </a:spcAft>
              <a:buClr>
                <a:srgbClr val="7A869A"/>
              </a:buClr>
              <a:buSzPts val="800"/>
              <a:buFont typeface="Roboto"/>
              <a:buChar char="•"/>
              <a:defRPr sz="800">
                <a:solidFill>
                  <a:srgbClr val="7A869A"/>
                </a:solidFill>
              </a:defRPr>
            </a:lvl2pPr>
            <a:lvl3pPr indent="-279400" lvl="2" marL="1371600">
              <a:spcBef>
                <a:spcPts val="400"/>
              </a:spcBef>
              <a:spcAft>
                <a:spcPts val="0"/>
              </a:spcAft>
              <a:buClr>
                <a:srgbClr val="7A869A"/>
              </a:buClr>
              <a:buSzPts val="800"/>
              <a:buFont typeface="Roboto"/>
              <a:buChar char="•"/>
              <a:defRPr sz="800">
                <a:solidFill>
                  <a:srgbClr val="7A869A"/>
                </a:solidFill>
              </a:defRPr>
            </a:lvl3pPr>
            <a:lvl4pPr indent="-279400" lvl="3" marL="1828800">
              <a:spcBef>
                <a:spcPts val="400"/>
              </a:spcBef>
              <a:spcAft>
                <a:spcPts val="0"/>
              </a:spcAft>
              <a:buClr>
                <a:srgbClr val="7A869A"/>
              </a:buClr>
              <a:buSzPts val="800"/>
              <a:buFont typeface="Roboto"/>
              <a:buChar char="•"/>
              <a:defRPr sz="800">
                <a:solidFill>
                  <a:srgbClr val="7A869A"/>
                </a:solidFill>
              </a:defRPr>
            </a:lvl4pPr>
            <a:lvl5pPr indent="-279400" lvl="4" marL="2286000">
              <a:spcBef>
                <a:spcPts val="400"/>
              </a:spcBef>
              <a:spcAft>
                <a:spcPts val="0"/>
              </a:spcAft>
              <a:buClr>
                <a:srgbClr val="7A869A"/>
              </a:buClr>
              <a:buSzPts val="800"/>
              <a:buFont typeface="Roboto"/>
              <a:buChar char="•"/>
              <a:defRPr sz="800">
                <a:solidFill>
                  <a:srgbClr val="7A869A"/>
                </a:solidFill>
              </a:defRPr>
            </a:lvl5pPr>
            <a:lvl6pPr indent="-279400" lvl="5" marL="2743200">
              <a:spcBef>
                <a:spcPts val="400"/>
              </a:spcBef>
              <a:spcAft>
                <a:spcPts val="0"/>
              </a:spcAft>
              <a:buClr>
                <a:srgbClr val="7A869A"/>
              </a:buClr>
              <a:buSzPts val="800"/>
              <a:buFont typeface="Roboto"/>
              <a:buChar char="•"/>
              <a:defRPr sz="800">
                <a:solidFill>
                  <a:srgbClr val="7A869A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279400" lvl="6" marL="3200400">
              <a:spcBef>
                <a:spcPts val="400"/>
              </a:spcBef>
              <a:spcAft>
                <a:spcPts val="0"/>
              </a:spcAft>
              <a:buClr>
                <a:srgbClr val="7A869A"/>
              </a:buClr>
              <a:buSzPts val="800"/>
              <a:buFont typeface="Roboto"/>
              <a:buChar char="•"/>
              <a:defRPr sz="800">
                <a:solidFill>
                  <a:srgbClr val="7A869A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279400" lvl="7" marL="3657600">
              <a:spcBef>
                <a:spcPts val="400"/>
              </a:spcBef>
              <a:spcAft>
                <a:spcPts val="0"/>
              </a:spcAft>
              <a:buClr>
                <a:srgbClr val="7A869A"/>
              </a:buClr>
              <a:buSzPts val="800"/>
              <a:buFont typeface="Roboto"/>
              <a:buChar char="•"/>
              <a:defRPr sz="800">
                <a:solidFill>
                  <a:srgbClr val="7A869A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279400" lvl="8" marL="4114800">
              <a:spcBef>
                <a:spcPts val="400"/>
              </a:spcBef>
              <a:spcAft>
                <a:spcPts val="0"/>
              </a:spcAft>
              <a:buClr>
                <a:srgbClr val="7A869A"/>
              </a:buClr>
              <a:buSzPts val="800"/>
              <a:buFont typeface="Roboto"/>
              <a:buChar char="•"/>
              <a:defRPr sz="800">
                <a:solidFill>
                  <a:srgbClr val="7A869A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ommaire">
  <p:cSld name="Sommaire4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/>
          <p:nvPr/>
        </p:nvSpPr>
        <p:spPr>
          <a:xfrm>
            <a:off x="575072" y="1977271"/>
            <a:ext cx="8568928" cy="1352913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3"/>
          <p:cNvSpPr/>
          <p:nvPr/>
        </p:nvSpPr>
        <p:spPr>
          <a:xfrm>
            <a:off x="0" y="310325"/>
            <a:ext cx="167700" cy="43677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3"/>
          <p:cNvSpPr txBox="1"/>
          <p:nvPr>
            <p:ph idx="1" type="body"/>
          </p:nvPr>
        </p:nvSpPr>
        <p:spPr>
          <a:xfrm>
            <a:off x="931075" y="518000"/>
            <a:ext cx="6750000" cy="54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None/>
              <a:defRPr i="0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None/>
              <a:defRPr sz="2400"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None/>
              <a:defRPr sz="2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None/>
              <a:defRPr sz="24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None/>
              <a:defRPr sz="2400"/>
            </a:lvl5pPr>
            <a:lvl6pPr indent="-3810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•"/>
              <a:defRPr sz="2400">
                <a:latin typeface="Roboto"/>
                <a:ea typeface="Roboto"/>
                <a:cs typeface="Roboto"/>
                <a:sym typeface="Roboto"/>
              </a:defRPr>
            </a:lvl6pPr>
            <a:lvl7pPr indent="-3810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•"/>
              <a:defRPr sz="2400">
                <a:latin typeface="Roboto"/>
                <a:ea typeface="Roboto"/>
                <a:cs typeface="Roboto"/>
                <a:sym typeface="Roboto"/>
              </a:defRPr>
            </a:lvl7pPr>
            <a:lvl8pPr indent="-3810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•"/>
              <a:defRPr sz="2400">
                <a:latin typeface="Roboto"/>
                <a:ea typeface="Roboto"/>
                <a:cs typeface="Roboto"/>
                <a:sym typeface="Roboto"/>
              </a:defRPr>
            </a:lvl8pPr>
            <a:lvl9pPr indent="-3810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•"/>
              <a:defRPr sz="2400"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21" name="Google Shape;21;p3"/>
          <p:cNvSpPr txBox="1"/>
          <p:nvPr>
            <p:ph idx="2" type="body"/>
          </p:nvPr>
        </p:nvSpPr>
        <p:spPr>
          <a:xfrm>
            <a:off x="931075" y="1085975"/>
            <a:ext cx="6750000" cy="54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None/>
              <a:defRPr i="0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None/>
              <a:defRPr sz="2400"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None/>
              <a:defRPr sz="2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None/>
              <a:defRPr sz="24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None/>
              <a:defRPr sz="2400"/>
            </a:lvl5pPr>
            <a:lvl6pPr indent="-3810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•"/>
              <a:defRPr sz="2400">
                <a:latin typeface="Roboto"/>
                <a:ea typeface="Roboto"/>
                <a:cs typeface="Roboto"/>
                <a:sym typeface="Roboto"/>
              </a:defRPr>
            </a:lvl6pPr>
            <a:lvl7pPr indent="-3810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•"/>
              <a:defRPr sz="2400">
                <a:latin typeface="Roboto"/>
                <a:ea typeface="Roboto"/>
                <a:cs typeface="Roboto"/>
                <a:sym typeface="Roboto"/>
              </a:defRPr>
            </a:lvl7pPr>
            <a:lvl8pPr indent="-3810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•"/>
              <a:defRPr sz="2400">
                <a:latin typeface="Roboto"/>
                <a:ea typeface="Roboto"/>
                <a:cs typeface="Roboto"/>
                <a:sym typeface="Roboto"/>
              </a:defRPr>
            </a:lvl8pPr>
            <a:lvl9pPr indent="-3810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•"/>
              <a:defRPr sz="2400"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22" name="Google Shape;22;p3"/>
          <p:cNvSpPr txBox="1"/>
          <p:nvPr>
            <p:ph idx="3" type="body"/>
          </p:nvPr>
        </p:nvSpPr>
        <p:spPr>
          <a:xfrm>
            <a:off x="931075" y="1653949"/>
            <a:ext cx="6750000" cy="54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None/>
              <a:defRPr i="0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None/>
              <a:defRPr sz="2400"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None/>
              <a:defRPr sz="2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None/>
              <a:defRPr sz="24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None/>
              <a:defRPr sz="2400"/>
            </a:lvl5pPr>
            <a:lvl6pPr indent="-3810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•"/>
              <a:defRPr sz="2400">
                <a:latin typeface="Roboto"/>
                <a:ea typeface="Roboto"/>
                <a:cs typeface="Roboto"/>
                <a:sym typeface="Roboto"/>
              </a:defRPr>
            </a:lvl6pPr>
            <a:lvl7pPr indent="-3810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•"/>
              <a:defRPr sz="2400">
                <a:latin typeface="Roboto"/>
                <a:ea typeface="Roboto"/>
                <a:cs typeface="Roboto"/>
                <a:sym typeface="Roboto"/>
              </a:defRPr>
            </a:lvl7pPr>
            <a:lvl8pPr indent="-3810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•"/>
              <a:defRPr sz="2400">
                <a:latin typeface="Roboto"/>
                <a:ea typeface="Roboto"/>
                <a:cs typeface="Roboto"/>
                <a:sym typeface="Roboto"/>
              </a:defRPr>
            </a:lvl8pPr>
            <a:lvl9pPr indent="-3810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•"/>
              <a:defRPr sz="2400"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23" name="Google Shape;23;p3"/>
          <p:cNvSpPr txBox="1"/>
          <p:nvPr>
            <p:ph idx="4" type="body"/>
          </p:nvPr>
        </p:nvSpPr>
        <p:spPr>
          <a:xfrm>
            <a:off x="503043" y="6248"/>
            <a:ext cx="85689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68575" spcFirstLastPara="1" rIns="68575" wrap="square" tIns="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900"/>
              <a:buNone/>
              <a:defRPr sz="900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idx="5" type="body"/>
          </p:nvPr>
        </p:nvSpPr>
        <p:spPr>
          <a:xfrm>
            <a:off x="931075" y="2221924"/>
            <a:ext cx="6750000" cy="54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None/>
              <a:defRPr i="0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None/>
              <a:defRPr sz="2400"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None/>
              <a:defRPr sz="2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None/>
              <a:defRPr sz="24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None/>
              <a:defRPr sz="2400"/>
            </a:lvl5pPr>
            <a:lvl6pPr indent="-3810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•"/>
              <a:defRPr sz="2400">
                <a:latin typeface="Roboto"/>
                <a:ea typeface="Roboto"/>
                <a:cs typeface="Roboto"/>
                <a:sym typeface="Roboto"/>
              </a:defRPr>
            </a:lvl6pPr>
            <a:lvl7pPr indent="-3810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•"/>
              <a:defRPr sz="2400">
                <a:latin typeface="Roboto"/>
                <a:ea typeface="Roboto"/>
                <a:cs typeface="Roboto"/>
                <a:sym typeface="Roboto"/>
              </a:defRPr>
            </a:lvl7pPr>
            <a:lvl8pPr indent="-3810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•"/>
              <a:defRPr sz="2400">
                <a:latin typeface="Roboto"/>
                <a:ea typeface="Roboto"/>
                <a:cs typeface="Roboto"/>
                <a:sym typeface="Roboto"/>
              </a:defRPr>
            </a:lvl8pPr>
            <a:lvl9pPr indent="-3810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•"/>
              <a:defRPr sz="2400"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25" name="Google Shape;25;p3"/>
          <p:cNvSpPr txBox="1"/>
          <p:nvPr>
            <p:ph idx="6" type="body"/>
          </p:nvPr>
        </p:nvSpPr>
        <p:spPr>
          <a:xfrm>
            <a:off x="931075" y="2789899"/>
            <a:ext cx="6750000" cy="54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None/>
              <a:defRPr i="0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None/>
              <a:defRPr sz="2400"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None/>
              <a:defRPr sz="2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None/>
              <a:defRPr sz="24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None/>
              <a:defRPr sz="2400"/>
            </a:lvl5pPr>
            <a:lvl6pPr indent="-3810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•"/>
              <a:defRPr sz="2400">
                <a:latin typeface="Roboto"/>
                <a:ea typeface="Roboto"/>
                <a:cs typeface="Roboto"/>
                <a:sym typeface="Roboto"/>
              </a:defRPr>
            </a:lvl6pPr>
            <a:lvl7pPr indent="-3810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•"/>
              <a:defRPr sz="2400">
                <a:latin typeface="Roboto"/>
                <a:ea typeface="Roboto"/>
                <a:cs typeface="Roboto"/>
                <a:sym typeface="Roboto"/>
              </a:defRPr>
            </a:lvl7pPr>
            <a:lvl8pPr indent="-3810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•"/>
              <a:defRPr sz="2400">
                <a:latin typeface="Roboto"/>
                <a:ea typeface="Roboto"/>
                <a:cs typeface="Roboto"/>
                <a:sym typeface="Roboto"/>
              </a:defRPr>
            </a:lvl8pPr>
            <a:lvl9pPr indent="-3810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•"/>
              <a:defRPr sz="2400"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26" name="Google Shape;26;p3"/>
          <p:cNvSpPr txBox="1"/>
          <p:nvPr>
            <p:ph idx="7" type="body"/>
          </p:nvPr>
        </p:nvSpPr>
        <p:spPr>
          <a:xfrm>
            <a:off x="931075" y="3357873"/>
            <a:ext cx="6750000" cy="54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None/>
              <a:defRPr i="0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None/>
              <a:defRPr sz="2400"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None/>
              <a:defRPr sz="2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None/>
              <a:defRPr sz="24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None/>
              <a:defRPr sz="2400"/>
            </a:lvl5pPr>
            <a:lvl6pPr indent="-3810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•"/>
              <a:defRPr sz="2400">
                <a:latin typeface="Roboto"/>
                <a:ea typeface="Roboto"/>
                <a:cs typeface="Roboto"/>
                <a:sym typeface="Roboto"/>
              </a:defRPr>
            </a:lvl6pPr>
            <a:lvl7pPr indent="-3810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•"/>
              <a:defRPr sz="2400">
                <a:latin typeface="Roboto"/>
                <a:ea typeface="Roboto"/>
                <a:cs typeface="Roboto"/>
                <a:sym typeface="Roboto"/>
              </a:defRPr>
            </a:lvl7pPr>
            <a:lvl8pPr indent="-3810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•"/>
              <a:defRPr sz="2400">
                <a:latin typeface="Roboto"/>
                <a:ea typeface="Roboto"/>
                <a:cs typeface="Roboto"/>
                <a:sym typeface="Roboto"/>
              </a:defRPr>
            </a:lvl8pPr>
            <a:lvl9pPr indent="-3810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•"/>
              <a:defRPr sz="2400"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27" name="Google Shape;27;p3"/>
          <p:cNvSpPr txBox="1"/>
          <p:nvPr>
            <p:ph idx="8" type="body"/>
          </p:nvPr>
        </p:nvSpPr>
        <p:spPr>
          <a:xfrm>
            <a:off x="931075" y="3925849"/>
            <a:ext cx="6750000" cy="54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None/>
              <a:defRPr i="0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None/>
              <a:defRPr sz="2400"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None/>
              <a:defRPr sz="2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None/>
              <a:defRPr sz="24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None/>
              <a:defRPr sz="2400"/>
            </a:lvl5pPr>
            <a:lvl6pPr indent="-3810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•"/>
              <a:defRPr sz="2400">
                <a:latin typeface="Roboto"/>
                <a:ea typeface="Roboto"/>
                <a:cs typeface="Roboto"/>
                <a:sym typeface="Roboto"/>
              </a:defRPr>
            </a:lvl6pPr>
            <a:lvl7pPr indent="-3810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•"/>
              <a:defRPr sz="2400">
                <a:latin typeface="Roboto"/>
                <a:ea typeface="Roboto"/>
                <a:cs typeface="Roboto"/>
                <a:sym typeface="Roboto"/>
              </a:defRPr>
            </a:lvl7pPr>
            <a:lvl8pPr indent="-3810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•"/>
              <a:defRPr sz="2400">
                <a:latin typeface="Roboto"/>
                <a:ea typeface="Roboto"/>
                <a:cs typeface="Roboto"/>
                <a:sym typeface="Roboto"/>
              </a:defRPr>
            </a:lvl8pPr>
            <a:lvl9pPr indent="-3810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•"/>
              <a:defRPr sz="2400"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28" name="Google Shape;28;p3"/>
          <p:cNvSpPr txBox="1"/>
          <p:nvPr>
            <p:ph idx="9" type="body"/>
          </p:nvPr>
        </p:nvSpPr>
        <p:spPr>
          <a:xfrm>
            <a:off x="503050" y="518000"/>
            <a:ext cx="504300" cy="54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-228600" lvl="0" marL="4572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1041BE"/>
              </a:buClr>
              <a:buSzPts val="2300"/>
              <a:buFont typeface="Roboto"/>
              <a:buNone/>
              <a:defRPr b="1" i="0" sz="2300">
                <a:solidFill>
                  <a:srgbClr val="1041BE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28600" lvl="1" marL="914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1041BE"/>
              </a:buClr>
              <a:buSzPts val="1400"/>
              <a:buFont typeface="Roboto"/>
              <a:buNone/>
              <a:defRPr b="1" sz="1400">
                <a:solidFill>
                  <a:srgbClr val="1041BE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228600" lvl="2" marL="1371600" rtl="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rgbClr val="1041BE"/>
              </a:buClr>
              <a:buSzPts val="1400"/>
              <a:buFont typeface="Roboto"/>
              <a:buNone/>
              <a:defRPr b="1" sz="1400">
                <a:solidFill>
                  <a:srgbClr val="1041BE"/>
                </a:solidFill>
              </a:defRPr>
            </a:lvl3pPr>
            <a:lvl4pPr indent="-228600" lvl="3" marL="1828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1041BE"/>
              </a:buClr>
              <a:buSzPts val="1400"/>
              <a:buFont typeface="Roboto"/>
              <a:buNone/>
              <a:defRPr b="1" sz="1400">
                <a:solidFill>
                  <a:srgbClr val="1041BE"/>
                </a:solidFill>
              </a:defRPr>
            </a:lvl4pPr>
            <a:lvl5pPr indent="-228600" lvl="4" marL="22860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1041BE"/>
              </a:buClr>
              <a:buSzPts val="1400"/>
              <a:buFont typeface="Roboto"/>
              <a:buNone/>
              <a:defRPr b="1" sz="1400">
                <a:solidFill>
                  <a:srgbClr val="1041BE"/>
                </a:solidFill>
              </a:defRPr>
            </a:lvl5pPr>
            <a:lvl6pPr indent="-317500" lvl="5" marL="27432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1041BE"/>
              </a:buClr>
              <a:buSzPts val="1400"/>
              <a:buFont typeface="Roboto"/>
              <a:buChar char="•"/>
              <a:defRPr b="1">
                <a:solidFill>
                  <a:srgbClr val="1041BE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1041BE"/>
              </a:buClr>
              <a:buSzPts val="1400"/>
              <a:buFont typeface="Roboto"/>
              <a:buChar char="•"/>
              <a:defRPr b="1">
                <a:solidFill>
                  <a:srgbClr val="1041BE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1041BE"/>
              </a:buClr>
              <a:buSzPts val="1400"/>
              <a:buFont typeface="Roboto"/>
              <a:buChar char="•"/>
              <a:defRPr b="1">
                <a:solidFill>
                  <a:srgbClr val="1041BE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1041BE"/>
              </a:buClr>
              <a:buSzPts val="1400"/>
              <a:buFont typeface="Roboto"/>
              <a:buChar char="•"/>
              <a:defRPr b="1">
                <a:solidFill>
                  <a:srgbClr val="1041BE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29" name="Google Shape;29;p3"/>
          <p:cNvSpPr txBox="1"/>
          <p:nvPr>
            <p:ph idx="13" type="body"/>
          </p:nvPr>
        </p:nvSpPr>
        <p:spPr>
          <a:xfrm>
            <a:off x="503050" y="1085975"/>
            <a:ext cx="504300" cy="54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-228600" lvl="0" marL="4572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1041BE"/>
              </a:buClr>
              <a:buSzPts val="2300"/>
              <a:buFont typeface="Roboto"/>
              <a:buNone/>
              <a:defRPr b="1" i="0" sz="2300">
                <a:solidFill>
                  <a:srgbClr val="1041BE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28600" lvl="1" marL="914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1041BE"/>
              </a:buClr>
              <a:buSzPts val="1400"/>
              <a:buFont typeface="Roboto"/>
              <a:buNone/>
              <a:defRPr b="1" sz="1400">
                <a:solidFill>
                  <a:srgbClr val="1041BE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228600" lvl="2" marL="1371600" rtl="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rgbClr val="1041BE"/>
              </a:buClr>
              <a:buSzPts val="1400"/>
              <a:buFont typeface="Roboto"/>
              <a:buNone/>
              <a:defRPr b="1" sz="1400">
                <a:solidFill>
                  <a:srgbClr val="1041BE"/>
                </a:solidFill>
              </a:defRPr>
            </a:lvl3pPr>
            <a:lvl4pPr indent="-228600" lvl="3" marL="1828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1041BE"/>
              </a:buClr>
              <a:buSzPts val="1400"/>
              <a:buFont typeface="Roboto"/>
              <a:buNone/>
              <a:defRPr b="1" sz="1400">
                <a:solidFill>
                  <a:srgbClr val="1041BE"/>
                </a:solidFill>
              </a:defRPr>
            </a:lvl4pPr>
            <a:lvl5pPr indent="-228600" lvl="4" marL="22860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1041BE"/>
              </a:buClr>
              <a:buSzPts val="1400"/>
              <a:buFont typeface="Roboto"/>
              <a:buNone/>
              <a:defRPr b="1" sz="1400">
                <a:solidFill>
                  <a:srgbClr val="1041BE"/>
                </a:solidFill>
              </a:defRPr>
            </a:lvl5pPr>
            <a:lvl6pPr indent="-317500" lvl="5" marL="27432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1041BE"/>
              </a:buClr>
              <a:buSzPts val="1400"/>
              <a:buFont typeface="Roboto"/>
              <a:buChar char="•"/>
              <a:defRPr b="1">
                <a:solidFill>
                  <a:srgbClr val="1041BE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1041BE"/>
              </a:buClr>
              <a:buSzPts val="1400"/>
              <a:buFont typeface="Roboto"/>
              <a:buChar char="•"/>
              <a:defRPr b="1">
                <a:solidFill>
                  <a:srgbClr val="1041BE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1041BE"/>
              </a:buClr>
              <a:buSzPts val="1400"/>
              <a:buFont typeface="Roboto"/>
              <a:buChar char="•"/>
              <a:defRPr b="1">
                <a:solidFill>
                  <a:srgbClr val="1041BE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1041BE"/>
              </a:buClr>
              <a:buSzPts val="1400"/>
              <a:buFont typeface="Roboto"/>
              <a:buChar char="•"/>
              <a:defRPr b="1">
                <a:solidFill>
                  <a:srgbClr val="1041BE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30" name="Google Shape;30;p3"/>
          <p:cNvSpPr txBox="1"/>
          <p:nvPr>
            <p:ph idx="14" type="body"/>
          </p:nvPr>
        </p:nvSpPr>
        <p:spPr>
          <a:xfrm>
            <a:off x="503050" y="1653950"/>
            <a:ext cx="504300" cy="54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-228600" lvl="0" marL="4572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1041BE"/>
              </a:buClr>
              <a:buSzPts val="2300"/>
              <a:buFont typeface="Roboto"/>
              <a:buNone/>
              <a:defRPr b="1" i="0" sz="2300">
                <a:solidFill>
                  <a:srgbClr val="1041BE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28600" lvl="1" marL="914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1041BE"/>
              </a:buClr>
              <a:buSzPts val="1400"/>
              <a:buFont typeface="Roboto"/>
              <a:buNone/>
              <a:defRPr b="1" sz="1400">
                <a:solidFill>
                  <a:srgbClr val="1041BE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228600" lvl="2" marL="1371600" rtl="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rgbClr val="1041BE"/>
              </a:buClr>
              <a:buSzPts val="1400"/>
              <a:buFont typeface="Roboto"/>
              <a:buNone/>
              <a:defRPr b="1" sz="1400">
                <a:solidFill>
                  <a:srgbClr val="1041BE"/>
                </a:solidFill>
              </a:defRPr>
            </a:lvl3pPr>
            <a:lvl4pPr indent="-228600" lvl="3" marL="1828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1041BE"/>
              </a:buClr>
              <a:buSzPts val="1400"/>
              <a:buFont typeface="Roboto"/>
              <a:buNone/>
              <a:defRPr b="1" sz="1400">
                <a:solidFill>
                  <a:srgbClr val="1041BE"/>
                </a:solidFill>
              </a:defRPr>
            </a:lvl4pPr>
            <a:lvl5pPr indent="-228600" lvl="4" marL="22860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1041BE"/>
              </a:buClr>
              <a:buSzPts val="1400"/>
              <a:buFont typeface="Roboto"/>
              <a:buNone/>
              <a:defRPr b="1" sz="1400">
                <a:solidFill>
                  <a:srgbClr val="1041BE"/>
                </a:solidFill>
              </a:defRPr>
            </a:lvl5pPr>
            <a:lvl6pPr indent="-317500" lvl="5" marL="27432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1041BE"/>
              </a:buClr>
              <a:buSzPts val="1400"/>
              <a:buFont typeface="Roboto"/>
              <a:buChar char="•"/>
              <a:defRPr b="1">
                <a:solidFill>
                  <a:srgbClr val="1041BE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1041BE"/>
              </a:buClr>
              <a:buSzPts val="1400"/>
              <a:buFont typeface="Roboto"/>
              <a:buChar char="•"/>
              <a:defRPr b="1">
                <a:solidFill>
                  <a:srgbClr val="1041BE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1041BE"/>
              </a:buClr>
              <a:buSzPts val="1400"/>
              <a:buFont typeface="Roboto"/>
              <a:buChar char="•"/>
              <a:defRPr b="1">
                <a:solidFill>
                  <a:srgbClr val="1041BE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1041BE"/>
              </a:buClr>
              <a:buSzPts val="1400"/>
              <a:buFont typeface="Roboto"/>
              <a:buChar char="•"/>
              <a:defRPr b="1">
                <a:solidFill>
                  <a:srgbClr val="1041BE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31" name="Google Shape;31;p3"/>
          <p:cNvSpPr txBox="1"/>
          <p:nvPr>
            <p:ph idx="15" type="body"/>
          </p:nvPr>
        </p:nvSpPr>
        <p:spPr>
          <a:xfrm>
            <a:off x="503050" y="2221925"/>
            <a:ext cx="504300" cy="54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-228600" lvl="0" marL="4572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1041BE"/>
              </a:buClr>
              <a:buSzPts val="2300"/>
              <a:buFont typeface="Roboto"/>
              <a:buNone/>
              <a:defRPr b="1" i="0" sz="2300">
                <a:solidFill>
                  <a:srgbClr val="1041BE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28600" lvl="1" marL="914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1041BE"/>
              </a:buClr>
              <a:buSzPts val="1400"/>
              <a:buFont typeface="Roboto"/>
              <a:buNone/>
              <a:defRPr b="1" sz="1400">
                <a:solidFill>
                  <a:srgbClr val="1041BE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228600" lvl="2" marL="1371600" rtl="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rgbClr val="1041BE"/>
              </a:buClr>
              <a:buSzPts val="1400"/>
              <a:buFont typeface="Roboto"/>
              <a:buNone/>
              <a:defRPr b="1" sz="1400">
                <a:solidFill>
                  <a:srgbClr val="1041BE"/>
                </a:solidFill>
              </a:defRPr>
            </a:lvl3pPr>
            <a:lvl4pPr indent="-228600" lvl="3" marL="1828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1041BE"/>
              </a:buClr>
              <a:buSzPts val="1400"/>
              <a:buFont typeface="Roboto"/>
              <a:buNone/>
              <a:defRPr b="1" sz="1400">
                <a:solidFill>
                  <a:srgbClr val="1041BE"/>
                </a:solidFill>
              </a:defRPr>
            </a:lvl4pPr>
            <a:lvl5pPr indent="-228600" lvl="4" marL="22860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1041BE"/>
              </a:buClr>
              <a:buSzPts val="1400"/>
              <a:buFont typeface="Roboto"/>
              <a:buNone/>
              <a:defRPr b="1" sz="1400">
                <a:solidFill>
                  <a:srgbClr val="1041BE"/>
                </a:solidFill>
              </a:defRPr>
            </a:lvl5pPr>
            <a:lvl6pPr indent="-317500" lvl="5" marL="27432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1041BE"/>
              </a:buClr>
              <a:buSzPts val="1400"/>
              <a:buFont typeface="Roboto"/>
              <a:buChar char="•"/>
              <a:defRPr b="1">
                <a:solidFill>
                  <a:srgbClr val="1041BE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1041BE"/>
              </a:buClr>
              <a:buSzPts val="1400"/>
              <a:buFont typeface="Roboto"/>
              <a:buChar char="•"/>
              <a:defRPr b="1">
                <a:solidFill>
                  <a:srgbClr val="1041BE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1041BE"/>
              </a:buClr>
              <a:buSzPts val="1400"/>
              <a:buFont typeface="Roboto"/>
              <a:buChar char="•"/>
              <a:defRPr b="1">
                <a:solidFill>
                  <a:srgbClr val="1041BE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1041BE"/>
              </a:buClr>
              <a:buSzPts val="1400"/>
              <a:buFont typeface="Roboto"/>
              <a:buChar char="•"/>
              <a:defRPr b="1">
                <a:solidFill>
                  <a:srgbClr val="1041BE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32" name="Google Shape;32;p3"/>
          <p:cNvSpPr txBox="1"/>
          <p:nvPr>
            <p:ph idx="16" type="body"/>
          </p:nvPr>
        </p:nvSpPr>
        <p:spPr>
          <a:xfrm>
            <a:off x="503050" y="2789899"/>
            <a:ext cx="504300" cy="54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-228600" lvl="0" marL="4572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1041BE"/>
              </a:buClr>
              <a:buSzPts val="2300"/>
              <a:buFont typeface="Roboto"/>
              <a:buNone/>
              <a:defRPr b="1" i="0" sz="2300">
                <a:solidFill>
                  <a:srgbClr val="1041BE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28600" lvl="1" marL="914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1041BE"/>
              </a:buClr>
              <a:buSzPts val="1400"/>
              <a:buFont typeface="Roboto"/>
              <a:buNone/>
              <a:defRPr b="1" sz="1400">
                <a:solidFill>
                  <a:srgbClr val="1041BE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228600" lvl="2" marL="1371600" rtl="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rgbClr val="1041BE"/>
              </a:buClr>
              <a:buSzPts val="1400"/>
              <a:buFont typeface="Roboto"/>
              <a:buNone/>
              <a:defRPr b="1" sz="1400">
                <a:solidFill>
                  <a:srgbClr val="1041BE"/>
                </a:solidFill>
              </a:defRPr>
            </a:lvl3pPr>
            <a:lvl4pPr indent="-228600" lvl="3" marL="1828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1041BE"/>
              </a:buClr>
              <a:buSzPts val="1400"/>
              <a:buFont typeface="Roboto"/>
              <a:buNone/>
              <a:defRPr b="1" sz="1400">
                <a:solidFill>
                  <a:srgbClr val="1041BE"/>
                </a:solidFill>
              </a:defRPr>
            </a:lvl4pPr>
            <a:lvl5pPr indent="-228600" lvl="4" marL="22860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1041BE"/>
              </a:buClr>
              <a:buSzPts val="1400"/>
              <a:buFont typeface="Roboto"/>
              <a:buNone/>
              <a:defRPr b="1" sz="1400">
                <a:solidFill>
                  <a:srgbClr val="1041BE"/>
                </a:solidFill>
              </a:defRPr>
            </a:lvl5pPr>
            <a:lvl6pPr indent="-317500" lvl="5" marL="27432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1041BE"/>
              </a:buClr>
              <a:buSzPts val="1400"/>
              <a:buFont typeface="Roboto"/>
              <a:buChar char="•"/>
              <a:defRPr b="1">
                <a:solidFill>
                  <a:srgbClr val="1041BE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1041BE"/>
              </a:buClr>
              <a:buSzPts val="1400"/>
              <a:buFont typeface="Roboto"/>
              <a:buChar char="•"/>
              <a:defRPr b="1">
                <a:solidFill>
                  <a:srgbClr val="1041BE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1041BE"/>
              </a:buClr>
              <a:buSzPts val="1400"/>
              <a:buFont typeface="Roboto"/>
              <a:buChar char="•"/>
              <a:defRPr b="1">
                <a:solidFill>
                  <a:srgbClr val="1041BE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1041BE"/>
              </a:buClr>
              <a:buSzPts val="1400"/>
              <a:buFont typeface="Roboto"/>
              <a:buChar char="•"/>
              <a:defRPr b="1">
                <a:solidFill>
                  <a:srgbClr val="1041BE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33" name="Google Shape;33;p3"/>
          <p:cNvSpPr txBox="1"/>
          <p:nvPr>
            <p:ph idx="17" type="body"/>
          </p:nvPr>
        </p:nvSpPr>
        <p:spPr>
          <a:xfrm>
            <a:off x="503050" y="3357874"/>
            <a:ext cx="504300" cy="54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-228600" lvl="0" marL="4572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1041BE"/>
              </a:buClr>
              <a:buSzPts val="2300"/>
              <a:buFont typeface="Roboto"/>
              <a:buNone/>
              <a:defRPr b="1" i="0" sz="2300">
                <a:solidFill>
                  <a:srgbClr val="1041BE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28600" lvl="1" marL="914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1041BE"/>
              </a:buClr>
              <a:buSzPts val="1400"/>
              <a:buFont typeface="Roboto"/>
              <a:buNone/>
              <a:defRPr b="1" sz="1400">
                <a:solidFill>
                  <a:srgbClr val="1041BE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228600" lvl="2" marL="1371600" rtl="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rgbClr val="1041BE"/>
              </a:buClr>
              <a:buSzPts val="1400"/>
              <a:buFont typeface="Roboto"/>
              <a:buNone/>
              <a:defRPr b="1" sz="1400">
                <a:solidFill>
                  <a:srgbClr val="1041BE"/>
                </a:solidFill>
              </a:defRPr>
            </a:lvl3pPr>
            <a:lvl4pPr indent="-228600" lvl="3" marL="1828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1041BE"/>
              </a:buClr>
              <a:buSzPts val="1400"/>
              <a:buFont typeface="Roboto"/>
              <a:buNone/>
              <a:defRPr b="1" sz="1400">
                <a:solidFill>
                  <a:srgbClr val="1041BE"/>
                </a:solidFill>
              </a:defRPr>
            </a:lvl4pPr>
            <a:lvl5pPr indent="-228600" lvl="4" marL="22860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1041BE"/>
              </a:buClr>
              <a:buSzPts val="1400"/>
              <a:buFont typeface="Roboto"/>
              <a:buNone/>
              <a:defRPr b="1" sz="1400">
                <a:solidFill>
                  <a:srgbClr val="1041BE"/>
                </a:solidFill>
              </a:defRPr>
            </a:lvl5pPr>
            <a:lvl6pPr indent="-317500" lvl="5" marL="27432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1041BE"/>
              </a:buClr>
              <a:buSzPts val="1400"/>
              <a:buFont typeface="Roboto"/>
              <a:buChar char="•"/>
              <a:defRPr b="1">
                <a:solidFill>
                  <a:srgbClr val="1041BE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1041BE"/>
              </a:buClr>
              <a:buSzPts val="1400"/>
              <a:buFont typeface="Roboto"/>
              <a:buChar char="•"/>
              <a:defRPr b="1">
                <a:solidFill>
                  <a:srgbClr val="1041BE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1041BE"/>
              </a:buClr>
              <a:buSzPts val="1400"/>
              <a:buFont typeface="Roboto"/>
              <a:buChar char="•"/>
              <a:defRPr b="1">
                <a:solidFill>
                  <a:srgbClr val="1041BE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1041BE"/>
              </a:buClr>
              <a:buSzPts val="1400"/>
              <a:buFont typeface="Roboto"/>
              <a:buChar char="•"/>
              <a:defRPr b="1">
                <a:solidFill>
                  <a:srgbClr val="1041BE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34" name="Google Shape;34;p3"/>
          <p:cNvSpPr txBox="1"/>
          <p:nvPr>
            <p:ph idx="18" type="body"/>
          </p:nvPr>
        </p:nvSpPr>
        <p:spPr>
          <a:xfrm>
            <a:off x="503050" y="3925850"/>
            <a:ext cx="504300" cy="54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-228600" lvl="0" marL="4572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1041BE"/>
              </a:buClr>
              <a:buSzPts val="2300"/>
              <a:buFont typeface="Roboto"/>
              <a:buNone/>
              <a:defRPr b="1" i="0" sz="2300">
                <a:solidFill>
                  <a:srgbClr val="1041BE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28600" lvl="1" marL="914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1041BE"/>
              </a:buClr>
              <a:buSzPts val="1400"/>
              <a:buFont typeface="Roboto"/>
              <a:buNone/>
              <a:defRPr b="1" sz="1400">
                <a:solidFill>
                  <a:srgbClr val="1041BE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228600" lvl="2" marL="1371600" rtl="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rgbClr val="1041BE"/>
              </a:buClr>
              <a:buSzPts val="1400"/>
              <a:buFont typeface="Roboto"/>
              <a:buNone/>
              <a:defRPr b="1" sz="1400">
                <a:solidFill>
                  <a:srgbClr val="1041BE"/>
                </a:solidFill>
              </a:defRPr>
            </a:lvl3pPr>
            <a:lvl4pPr indent="-228600" lvl="3" marL="1828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1041BE"/>
              </a:buClr>
              <a:buSzPts val="1400"/>
              <a:buFont typeface="Roboto"/>
              <a:buNone/>
              <a:defRPr b="1" sz="1400">
                <a:solidFill>
                  <a:srgbClr val="1041BE"/>
                </a:solidFill>
              </a:defRPr>
            </a:lvl4pPr>
            <a:lvl5pPr indent="-228600" lvl="4" marL="22860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1041BE"/>
              </a:buClr>
              <a:buSzPts val="1400"/>
              <a:buFont typeface="Roboto"/>
              <a:buNone/>
              <a:defRPr b="1" sz="1400">
                <a:solidFill>
                  <a:srgbClr val="1041BE"/>
                </a:solidFill>
              </a:defRPr>
            </a:lvl5pPr>
            <a:lvl6pPr indent="-317500" lvl="5" marL="27432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1041BE"/>
              </a:buClr>
              <a:buSzPts val="1400"/>
              <a:buFont typeface="Roboto"/>
              <a:buChar char="•"/>
              <a:defRPr b="1">
                <a:solidFill>
                  <a:srgbClr val="1041BE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1041BE"/>
              </a:buClr>
              <a:buSzPts val="1400"/>
              <a:buFont typeface="Roboto"/>
              <a:buChar char="•"/>
              <a:defRPr b="1">
                <a:solidFill>
                  <a:srgbClr val="1041BE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1041BE"/>
              </a:buClr>
              <a:buSzPts val="1400"/>
              <a:buFont typeface="Roboto"/>
              <a:buChar char="•"/>
              <a:defRPr b="1">
                <a:solidFill>
                  <a:srgbClr val="1041BE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1041BE"/>
              </a:buClr>
              <a:buSzPts val="1400"/>
              <a:buFont typeface="Roboto"/>
              <a:buChar char="•"/>
              <a:defRPr b="1">
                <a:solidFill>
                  <a:srgbClr val="1041BE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317">
          <p15:clr>
            <a:srgbClr val="E46962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re de chapitre 1">
  <p:cSld name="Titre de chapitre 1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4"/>
          <p:cNvSpPr txBox="1"/>
          <p:nvPr>
            <p:ph type="ctrTitle"/>
          </p:nvPr>
        </p:nvSpPr>
        <p:spPr>
          <a:xfrm>
            <a:off x="2863400" y="2125276"/>
            <a:ext cx="5273400" cy="1091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Roboto Medium"/>
              <a:buNone/>
              <a:defRPr b="0" i="0" sz="3200">
                <a:solidFill>
                  <a:schemeClr val="dk1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7" name="Google Shape;37;p4"/>
          <p:cNvSpPr/>
          <p:nvPr/>
        </p:nvSpPr>
        <p:spPr>
          <a:xfrm>
            <a:off x="0" y="0"/>
            <a:ext cx="23544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4"/>
          <p:cNvSpPr txBox="1"/>
          <p:nvPr>
            <p:ph idx="1" type="subTitle"/>
          </p:nvPr>
        </p:nvSpPr>
        <p:spPr>
          <a:xfrm>
            <a:off x="2880808" y="1834356"/>
            <a:ext cx="48042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1041BE"/>
              </a:buClr>
              <a:buSzPts val="1100"/>
              <a:buNone/>
              <a:defRPr sz="1100">
                <a:solidFill>
                  <a:srgbClr val="1041BE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pic>
        <p:nvPicPr>
          <p:cNvPr id="39" name="Google Shape;39;p4" title="fvae_logo_couleur_inverse@2x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03050" y="4773606"/>
            <a:ext cx="504008" cy="273901"/>
          </a:xfrm>
          <a:prstGeom prst="rect">
            <a:avLst/>
          </a:prstGeom>
          <a:noFill/>
          <a:ln>
            <a:noFill/>
          </a:ln>
        </p:spPr>
      </p:pic>
      <p:pic>
        <p:nvPicPr>
          <p:cNvPr id="40" name="Google Shape;40;p4" title="losange blanc fvae@2x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5875" y="2187553"/>
            <a:ext cx="822652" cy="920723"/>
          </a:xfrm>
          <a:prstGeom prst="rect">
            <a:avLst/>
          </a:prstGeom>
          <a:noFill/>
          <a:ln>
            <a:noFill/>
          </a:ln>
        </p:spPr>
      </p:pic>
      <p:sp>
        <p:nvSpPr>
          <p:cNvPr id="41" name="Google Shape;41;p4"/>
          <p:cNvSpPr txBox="1"/>
          <p:nvPr>
            <p:ph idx="2" type="ctrTitle"/>
          </p:nvPr>
        </p:nvSpPr>
        <p:spPr>
          <a:xfrm>
            <a:off x="559000" y="1924025"/>
            <a:ext cx="1236300" cy="138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41BE"/>
              </a:buClr>
              <a:buSzPts val="2200"/>
              <a:buNone/>
              <a:defRPr i="0" sz="2200">
                <a:solidFill>
                  <a:srgbClr val="1041BE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Roboto"/>
              <a:buNone/>
              <a:defRPr sz="2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Roboto"/>
              <a:buNone/>
              <a:defRPr sz="2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Roboto"/>
              <a:buNone/>
              <a:defRPr sz="2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Roboto"/>
              <a:buNone/>
              <a:defRPr sz="2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Roboto"/>
              <a:buNone/>
              <a:defRPr sz="2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Roboto"/>
              <a:buNone/>
              <a:defRPr sz="2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Roboto"/>
              <a:buNone/>
              <a:defRPr sz="2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Roboto"/>
              <a:buNone/>
              <a:defRPr sz="2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re de chapitre 2">
  <p:cSld name="Titre de chapitre 2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5"/>
          <p:cNvSpPr/>
          <p:nvPr/>
        </p:nvSpPr>
        <p:spPr>
          <a:xfrm>
            <a:off x="-1" y="0"/>
            <a:ext cx="60957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5"/>
          <p:cNvSpPr txBox="1"/>
          <p:nvPr>
            <p:ph type="ctrTitle"/>
          </p:nvPr>
        </p:nvSpPr>
        <p:spPr>
          <a:xfrm>
            <a:off x="512267" y="2125276"/>
            <a:ext cx="5025000" cy="2421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 Medium"/>
              <a:buNone/>
              <a:defRPr b="0" i="0" sz="3200">
                <a:solidFill>
                  <a:schemeClr val="lt1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5" name="Google Shape;45;p5"/>
          <p:cNvSpPr txBox="1"/>
          <p:nvPr>
            <p:ph idx="1" type="subTitle"/>
          </p:nvPr>
        </p:nvSpPr>
        <p:spPr>
          <a:xfrm>
            <a:off x="529684" y="1834356"/>
            <a:ext cx="38433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6"/>
              </a:buClr>
              <a:buSzPts val="1100"/>
              <a:buNone/>
              <a:defRPr sz="1100">
                <a:solidFill>
                  <a:schemeClr val="accent6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46" name="Google Shape;46;p5"/>
          <p:cNvSpPr/>
          <p:nvPr>
            <p:ph idx="2" type="pic"/>
          </p:nvPr>
        </p:nvSpPr>
        <p:spPr>
          <a:xfrm>
            <a:off x="6096000" y="-1"/>
            <a:ext cx="3048000" cy="5143499"/>
          </a:xfrm>
          <a:prstGeom prst="rect">
            <a:avLst/>
          </a:prstGeom>
          <a:noFill/>
          <a:ln>
            <a:noFill/>
          </a:ln>
        </p:spPr>
      </p:sp>
      <p:pic>
        <p:nvPicPr>
          <p:cNvPr id="47" name="Google Shape;47;p5" title="fvae_logo_couleur_inverse@2x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03050" y="4773606"/>
            <a:ext cx="504008" cy="2739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pos="3840">
          <p15:clr>
            <a:srgbClr val="E46962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xte-Titre-Parag-Large-1col">
  <p:cSld name="Texte-Titre-Parag-Large-1col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6"/>
          <p:cNvSpPr txBox="1"/>
          <p:nvPr>
            <p:ph idx="1" type="body"/>
          </p:nvPr>
        </p:nvSpPr>
        <p:spPr>
          <a:xfrm>
            <a:off x="502542" y="1206109"/>
            <a:ext cx="8066387" cy="3471857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b="0" i="0" sz="2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50" name="Google Shape;50;p6"/>
          <p:cNvSpPr txBox="1"/>
          <p:nvPr>
            <p:ph idx="2" type="body"/>
          </p:nvPr>
        </p:nvSpPr>
        <p:spPr>
          <a:xfrm>
            <a:off x="503039" y="-1501"/>
            <a:ext cx="8568928" cy="30408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68575" spcFirstLastPara="1" rIns="68575" wrap="square" tIns="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1041BE"/>
              </a:buClr>
              <a:buSzPts val="900"/>
              <a:buNone/>
              <a:defRPr sz="900">
                <a:solidFill>
                  <a:srgbClr val="1041BE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51" name="Google Shape;51;p6"/>
          <p:cNvSpPr txBox="1"/>
          <p:nvPr>
            <p:ph idx="3" type="body"/>
          </p:nvPr>
        </p:nvSpPr>
        <p:spPr>
          <a:xfrm>
            <a:off x="502541" y="563522"/>
            <a:ext cx="8569426" cy="32623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b="1" i="0" sz="2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xte-Titre-Parag-Medium-1col">
  <p:cSld name="Texte-Titre-Parag-Medium-1col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7"/>
          <p:cNvSpPr txBox="1"/>
          <p:nvPr>
            <p:ph idx="1" type="body"/>
          </p:nvPr>
        </p:nvSpPr>
        <p:spPr>
          <a:xfrm>
            <a:off x="503039" y="6248"/>
            <a:ext cx="8568928" cy="30408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68575" spcFirstLastPara="1" rIns="68575" wrap="square" tIns="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1041BE"/>
              </a:buClr>
              <a:buSzPts val="900"/>
              <a:buNone/>
              <a:defRPr sz="900">
                <a:solidFill>
                  <a:srgbClr val="1041BE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54" name="Google Shape;54;p7"/>
          <p:cNvSpPr txBox="1"/>
          <p:nvPr>
            <p:ph idx="2" type="body"/>
          </p:nvPr>
        </p:nvSpPr>
        <p:spPr>
          <a:xfrm>
            <a:off x="502542" y="561713"/>
            <a:ext cx="6120596" cy="32623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i="0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55" name="Google Shape;55;p7"/>
          <p:cNvSpPr txBox="1"/>
          <p:nvPr>
            <p:ph idx="3" type="body"/>
          </p:nvPr>
        </p:nvSpPr>
        <p:spPr>
          <a:xfrm>
            <a:off x="502542" y="1323594"/>
            <a:ext cx="8066387" cy="335437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0" i="0" sz="1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xte-Parag-large-1col">
  <p:cSld name="Texte-Parag-large-1col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8"/>
          <p:cNvSpPr txBox="1"/>
          <p:nvPr>
            <p:ph idx="1" type="body"/>
          </p:nvPr>
        </p:nvSpPr>
        <p:spPr>
          <a:xfrm>
            <a:off x="503039" y="6248"/>
            <a:ext cx="8568928" cy="30408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68575" spcFirstLastPara="1" rIns="68575" wrap="square" tIns="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1041BE"/>
              </a:buClr>
              <a:buSzPts val="900"/>
              <a:buNone/>
              <a:defRPr sz="900">
                <a:solidFill>
                  <a:srgbClr val="1041BE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58" name="Google Shape;58;p8"/>
          <p:cNvSpPr txBox="1"/>
          <p:nvPr>
            <p:ph idx="2" type="body"/>
          </p:nvPr>
        </p:nvSpPr>
        <p:spPr>
          <a:xfrm>
            <a:off x="502541" y="376881"/>
            <a:ext cx="8131730" cy="430108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0" i="0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re + Texte - Parag Medium - 2 blocs - 1 col">
  <p:cSld name="Titre + Texte - Parag Medium - 2 blocs - 1 col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9"/>
          <p:cNvSpPr txBox="1"/>
          <p:nvPr>
            <p:ph idx="1" type="body"/>
          </p:nvPr>
        </p:nvSpPr>
        <p:spPr>
          <a:xfrm>
            <a:off x="503039" y="6248"/>
            <a:ext cx="8568928" cy="30408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68575" spcFirstLastPara="1" rIns="68575" wrap="square" tIns="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1041BE"/>
              </a:buClr>
              <a:buSzPts val="900"/>
              <a:buNone/>
              <a:defRPr sz="900">
                <a:solidFill>
                  <a:srgbClr val="1041BE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61" name="Google Shape;61;p9"/>
          <p:cNvSpPr txBox="1"/>
          <p:nvPr>
            <p:ph idx="2" type="body"/>
          </p:nvPr>
        </p:nvSpPr>
        <p:spPr>
          <a:xfrm>
            <a:off x="502541" y="599312"/>
            <a:ext cx="8569426" cy="32623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b="1" i="0" sz="2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62" name="Google Shape;62;p9"/>
          <p:cNvSpPr txBox="1"/>
          <p:nvPr>
            <p:ph idx="3" type="body"/>
          </p:nvPr>
        </p:nvSpPr>
        <p:spPr>
          <a:xfrm>
            <a:off x="502541" y="1320022"/>
            <a:ext cx="7634190" cy="315568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0" i="0" sz="1800">
                <a:solidFill>
                  <a:schemeClr val="dk1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63" name="Google Shape;63;p9"/>
          <p:cNvSpPr txBox="1"/>
          <p:nvPr>
            <p:ph idx="4" type="body"/>
          </p:nvPr>
        </p:nvSpPr>
        <p:spPr>
          <a:xfrm>
            <a:off x="502541" y="1635591"/>
            <a:ext cx="7634190" cy="124199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0" i="0" sz="1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64" name="Google Shape;64;p9"/>
          <p:cNvSpPr txBox="1"/>
          <p:nvPr>
            <p:ph idx="5" type="body"/>
          </p:nvPr>
        </p:nvSpPr>
        <p:spPr>
          <a:xfrm>
            <a:off x="502541" y="3111711"/>
            <a:ext cx="7634190" cy="315568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0" i="0" sz="1800">
                <a:solidFill>
                  <a:schemeClr val="dk1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65" name="Google Shape;65;p9"/>
          <p:cNvSpPr txBox="1"/>
          <p:nvPr>
            <p:ph idx="6" type="body"/>
          </p:nvPr>
        </p:nvSpPr>
        <p:spPr>
          <a:xfrm>
            <a:off x="502541" y="3427280"/>
            <a:ext cx="7634190" cy="1243313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0" i="0" sz="1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re + Texte - Parag Small - 3 blocs - 1 col">
  <p:cSld name="Titre + Texte - Parag Small - 3 blocs - 1 col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0"/>
          <p:cNvSpPr txBox="1"/>
          <p:nvPr>
            <p:ph idx="1" type="body"/>
          </p:nvPr>
        </p:nvSpPr>
        <p:spPr>
          <a:xfrm>
            <a:off x="503039" y="6248"/>
            <a:ext cx="8568928" cy="30408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68575" spcFirstLastPara="1" rIns="68575" wrap="square" tIns="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1041BE"/>
              </a:buClr>
              <a:buSzPts val="900"/>
              <a:buNone/>
              <a:defRPr sz="900">
                <a:solidFill>
                  <a:srgbClr val="1041BE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68" name="Google Shape;68;p10"/>
          <p:cNvSpPr txBox="1"/>
          <p:nvPr>
            <p:ph idx="2" type="body"/>
          </p:nvPr>
        </p:nvSpPr>
        <p:spPr>
          <a:xfrm>
            <a:off x="502541" y="599312"/>
            <a:ext cx="8569426" cy="32623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b="1" i="0" sz="2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69" name="Google Shape;69;p10"/>
          <p:cNvSpPr txBox="1"/>
          <p:nvPr>
            <p:ph idx="3" type="body"/>
          </p:nvPr>
        </p:nvSpPr>
        <p:spPr>
          <a:xfrm>
            <a:off x="939546" y="1319072"/>
            <a:ext cx="7197185" cy="27869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0" i="0" sz="1800">
                <a:solidFill>
                  <a:schemeClr val="dk1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0" name="Google Shape;70;p10"/>
          <p:cNvSpPr txBox="1"/>
          <p:nvPr>
            <p:ph idx="4" type="body"/>
          </p:nvPr>
        </p:nvSpPr>
        <p:spPr>
          <a:xfrm>
            <a:off x="939546" y="1611486"/>
            <a:ext cx="7197185" cy="810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b="0" i="0" sz="1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1" name="Google Shape;71;p10"/>
          <p:cNvSpPr txBox="1"/>
          <p:nvPr>
            <p:ph idx="5" type="body"/>
          </p:nvPr>
        </p:nvSpPr>
        <p:spPr>
          <a:xfrm>
            <a:off x="939546" y="2442962"/>
            <a:ext cx="7197185" cy="27869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0" i="0" sz="1800">
                <a:solidFill>
                  <a:schemeClr val="dk1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2" name="Google Shape;72;p10"/>
          <p:cNvSpPr txBox="1"/>
          <p:nvPr>
            <p:ph idx="6" type="body"/>
          </p:nvPr>
        </p:nvSpPr>
        <p:spPr>
          <a:xfrm>
            <a:off x="939546" y="2729034"/>
            <a:ext cx="7197185" cy="810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b="0" i="0" sz="1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3" name="Google Shape;73;p10"/>
          <p:cNvSpPr txBox="1"/>
          <p:nvPr>
            <p:ph idx="7" type="body"/>
          </p:nvPr>
        </p:nvSpPr>
        <p:spPr>
          <a:xfrm>
            <a:off x="939546" y="3563009"/>
            <a:ext cx="7197185" cy="27869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0" i="0" sz="1800">
                <a:solidFill>
                  <a:schemeClr val="dk1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4" name="Google Shape;74;p10"/>
          <p:cNvSpPr txBox="1"/>
          <p:nvPr>
            <p:ph idx="8" type="body"/>
          </p:nvPr>
        </p:nvSpPr>
        <p:spPr>
          <a:xfrm>
            <a:off x="939546" y="3869656"/>
            <a:ext cx="7197185" cy="810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b="0" i="0" sz="1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xte - parag Medium - sur-titre - 4 blocs - 2 col">
  <p:cSld name="Texte - parag Medium - sur-titre - 4 blocs - 2 col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1"/>
          <p:cNvSpPr txBox="1"/>
          <p:nvPr>
            <p:ph idx="1" type="body"/>
          </p:nvPr>
        </p:nvSpPr>
        <p:spPr>
          <a:xfrm>
            <a:off x="503039" y="6248"/>
            <a:ext cx="8568928" cy="30408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68575" spcFirstLastPara="1" rIns="68575" wrap="square" tIns="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1041BE"/>
              </a:buClr>
              <a:buSzPts val="900"/>
              <a:buNone/>
              <a:defRPr sz="900">
                <a:solidFill>
                  <a:srgbClr val="1041BE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7" name="Google Shape;77;p11"/>
          <p:cNvSpPr txBox="1"/>
          <p:nvPr>
            <p:ph idx="2" type="body"/>
          </p:nvPr>
        </p:nvSpPr>
        <p:spPr>
          <a:xfrm>
            <a:off x="502541" y="599312"/>
            <a:ext cx="8569426" cy="745787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b="1" i="0" sz="2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8" name="Google Shape;78;p11"/>
          <p:cNvSpPr txBox="1"/>
          <p:nvPr>
            <p:ph idx="3" type="body"/>
          </p:nvPr>
        </p:nvSpPr>
        <p:spPr>
          <a:xfrm>
            <a:off x="502541" y="1612273"/>
            <a:ext cx="3853955" cy="107377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0" i="0" sz="1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9" name="Google Shape;79;p11"/>
          <p:cNvSpPr txBox="1"/>
          <p:nvPr>
            <p:ph idx="4" type="body"/>
          </p:nvPr>
        </p:nvSpPr>
        <p:spPr>
          <a:xfrm>
            <a:off x="4711471" y="1612273"/>
            <a:ext cx="3853955" cy="107377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0" i="0" sz="1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80" name="Google Shape;80;p11"/>
          <p:cNvSpPr txBox="1"/>
          <p:nvPr>
            <p:ph idx="5" type="body"/>
          </p:nvPr>
        </p:nvSpPr>
        <p:spPr>
          <a:xfrm>
            <a:off x="502541" y="3095848"/>
            <a:ext cx="3853955" cy="107377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0" i="0" sz="1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81" name="Google Shape;81;p11"/>
          <p:cNvSpPr txBox="1"/>
          <p:nvPr>
            <p:ph idx="6" type="body"/>
          </p:nvPr>
        </p:nvSpPr>
        <p:spPr>
          <a:xfrm>
            <a:off x="4711471" y="3095848"/>
            <a:ext cx="3853955" cy="107377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0" i="0" sz="1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82" name="Google Shape;82;p11"/>
          <p:cNvSpPr txBox="1"/>
          <p:nvPr>
            <p:ph idx="7" type="body"/>
          </p:nvPr>
        </p:nvSpPr>
        <p:spPr>
          <a:xfrm>
            <a:off x="500644" y="1411772"/>
            <a:ext cx="3855853" cy="20050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CA0538"/>
              </a:buClr>
              <a:buSzPts val="900"/>
              <a:buNone/>
              <a:defRPr b="0" i="0" sz="900">
                <a:solidFill>
                  <a:srgbClr val="CA0538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83" name="Google Shape;83;p11"/>
          <p:cNvSpPr txBox="1"/>
          <p:nvPr>
            <p:ph idx="8" type="body"/>
          </p:nvPr>
        </p:nvSpPr>
        <p:spPr>
          <a:xfrm>
            <a:off x="500644" y="2896493"/>
            <a:ext cx="3855853" cy="20050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CA0538"/>
              </a:buClr>
              <a:buSzPts val="900"/>
              <a:buNone/>
              <a:defRPr b="0" i="0" sz="900">
                <a:solidFill>
                  <a:srgbClr val="CA0538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84" name="Google Shape;84;p11"/>
          <p:cNvSpPr txBox="1"/>
          <p:nvPr>
            <p:ph idx="9" type="body"/>
          </p:nvPr>
        </p:nvSpPr>
        <p:spPr>
          <a:xfrm>
            <a:off x="4707356" y="1411772"/>
            <a:ext cx="3855853" cy="20050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CA0538"/>
              </a:buClr>
              <a:buSzPts val="900"/>
              <a:buNone/>
              <a:defRPr b="0" i="0" sz="900">
                <a:solidFill>
                  <a:srgbClr val="CA0538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85" name="Google Shape;85;p11"/>
          <p:cNvSpPr txBox="1"/>
          <p:nvPr>
            <p:ph idx="13" type="body"/>
          </p:nvPr>
        </p:nvSpPr>
        <p:spPr>
          <a:xfrm>
            <a:off x="4707356" y="2896493"/>
            <a:ext cx="3855853" cy="20050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CA0538"/>
              </a:buClr>
              <a:buSzPts val="900"/>
              <a:buNone/>
              <a:defRPr b="0" i="0" sz="900">
                <a:solidFill>
                  <a:srgbClr val="CA0538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re + Texte - Parag Medium - 2 blocs - 2 col">
  <p:cSld name="Titre + Texte - Parag Medium - 2 blocs - 2 col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2"/>
          <p:cNvSpPr txBox="1"/>
          <p:nvPr>
            <p:ph idx="1" type="body"/>
          </p:nvPr>
        </p:nvSpPr>
        <p:spPr>
          <a:xfrm>
            <a:off x="503039" y="6248"/>
            <a:ext cx="8568928" cy="30408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68575" spcFirstLastPara="1" rIns="68575" wrap="square" tIns="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1041BE"/>
              </a:buClr>
              <a:buSzPts val="900"/>
              <a:buNone/>
              <a:defRPr sz="900">
                <a:solidFill>
                  <a:srgbClr val="1041BE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88" name="Google Shape;88;p12"/>
          <p:cNvSpPr txBox="1"/>
          <p:nvPr>
            <p:ph idx="2" type="body"/>
          </p:nvPr>
        </p:nvSpPr>
        <p:spPr>
          <a:xfrm>
            <a:off x="502541" y="599312"/>
            <a:ext cx="8569426" cy="32623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b="1" i="0" sz="2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89" name="Google Shape;89;p12"/>
          <p:cNvSpPr txBox="1"/>
          <p:nvPr>
            <p:ph idx="3" type="body"/>
          </p:nvPr>
        </p:nvSpPr>
        <p:spPr>
          <a:xfrm>
            <a:off x="502541" y="1315231"/>
            <a:ext cx="3853955" cy="315568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0" i="0" sz="1800">
                <a:solidFill>
                  <a:schemeClr val="dk1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90" name="Google Shape;90;p12"/>
          <p:cNvSpPr txBox="1"/>
          <p:nvPr>
            <p:ph idx="4" type="body"/>
          </p:nvPr>
        </p:nvSpPr>
        <p:spPr>
          <a:xfrm>
            <a:off x="502541" y="1630800"/>
            <a:ext cx="3853955" cy="288257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marR="0" algn="l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91" name="Google Shape;91;p12"/>
          <p:cNvSpPr txBox="1"/>
          <p:nvPr>
            <p:ph idx="5" type="body"/>
          </p:nvPr>
        </p:nvSpPr>
        <p:spPr>
          <a:xfrm>
            <a:off x="4711471" y="1315231"/>
            <a:ext cx="3853955" cy="315568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0" i="0" sz="1800">
                <a:solidFill>
                  <a:schemeClr val="dk1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92" name="Google Shape;92;p12"/>
          <p:cNvSpPr txBox="1"/>
          <p:nvPr>
            <p:ph idx="6" type="body"/>
          </p:nvPr>
        </p:nvSpPr>
        <p:spPr>
          <a:xfrm>
            <a:off x="4711471" y="1630800"/>
            <a:ext cx="3853955" cy="288257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0" i="0" sz="1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re + Texte - Parag Medium - 2 col - Light/Dark">
  <p:cSld name="Titre + Texte - Parag Medium - 2 col - Light/Dark"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  <p:sp>
        <p:nvSpPr>
          <p:cNvPr id="95" name="Google Shape;95;p13"/>
          <p:cNvSpPr/>
          <p:nvPr/>
        </p:nvSpPr>
        <p:spPr>
          <a:xfrm>
            <a:off x="4572001" y="0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alibri"/>
              <a:buNone/>
            </a:pPr>
            <a:r>
              <a:t/>
            </a:r>
            <a:endParaRPr sz="14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96" name="Google Shape;96;p13"/>
          <p:cNvSpPr txBox="1"/>
          <p:nvPr>
            <p:ph idx="1" type="body"/>
          </p:nvPr>
        </p:nvSpPr>
        <p:spPr>
          <a:xfrm>
            <a:off x="503039" y="6248"/>
            <a:ext cx="8568928" cy="30408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68575" spcFirstLastPara="1" rIns="68575" wrap="square" tIns="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1041BE"/>
              </a:buClr>
              <a:buSzPts val="900"/>
              <a:buNone/>
              <a:defRPr sz="900">
                <a:solidFill>
                  <a:srgbClr val="1041BE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97" name="Google Shape;97;p13"/>
          <p:cNvSpPr txBox="1"/>
          <p:nvPr>
            <p:ph idx="2" type="body"/>
          </p:nvPr>
        </p:nvSpPr>
        <p:spPr>
          <a:xfrm>
            <a:off x="516192" y="901055"/>
            <a:ext cx="3400936" cy="20050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Roboto"/>
              <a:buNone/>
              <a:defRPr i="0" sz="900">
                <a:solidFill>
                  <a:schemeClr val="accent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Roboto"/>
              <a:buNone/>
              <a:defRPr>
                <a:solidFill>
                  <a:schemeClr val="accent1"/>
                </a:solidFill>
              </a:defRPr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Roboto"/>
              <a:buNone/>
              <a:defRPr>
                <a:solidFill>
                  <a:schemeClr val="accent1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Roboto"/>
              <a:buNone/>
              <a:defRPr>
                <a:solidFill>
                  <a:schemeClr val="accent1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Roboto"/>
              <a:buNone/>
              <a:defRPr>
                <a:solidFill>
                  <a:schemeClr val="accent1"/>
                </a:solidFill>
              </a:defRPr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Roboto"/>
              <a:buChar char="•"/>
              <a:defRPr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Roboto"/>
              <a:buChar char="•"/>
              <a:defRPr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Roboto"/>
              <a:buChar char="•"/>
              <a:defRPr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Roboto"/>
              <a:buChar char="•"/>
              <a:defRPr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98" name="Google Shape;98;p13"/>
          <p:cNvSpPr txBox="1"/>
          <p:nvPr>
            <p:ph idx="3" type="body"/>
          </p:nvPr>
        </p:nvSpPr>
        <p:spPr>
          <a:xfrm>
            <a:off x="516193" y="1181566"/>
            <a:ext cx="3400936" cy="30408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0" i="0" sz="1800">
                <a:solidFill>
                  <a:schemeClr val="dk1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99" name="Google Shape;99;p13"/>
          <p:cNvSpPr txBox="1"/>
          <p:nvPr>
            <p:ph idx="4" type="body"/>
          </p:nvPr>
        </p:nvSpPr>
        <p:spPr>
          <a:xfrm>
            <a:off x="516193" y="1497135"/>
            <a:ext cx="3400936" cy="318083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0" i="0" sz="1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00" name="Google Shape;100;p13"/>
          <p:cNvSpPr txBox="1"/>
          <p:nvPr>
            <p:ph idx="5" type="body"/>
          </p:nvPr>
        </p:nvSpPr>
        <p:spPr>
          <a:xfrm>
            <a:off x="5156143" y="901055"/>
            <a:ext cx="3403717" cy="20050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Roboto"/>
              <a:buNone/>
              <a:defRPr i="0" sz="900">
                <a:solidFill>
                  <a:schemeClr val="accent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Roboto"/>
              <a:buNone/>
              <a:defRPr>
                <a:solidFill>
                  <a:schemeClr val="accent1"/>
                </a:solidFill>
              </a:defRPr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Roboto"/>
              <a:buNone/>
              <a:defRPr>
                <a:solidFill>
                  <a:schemeClr val="accent1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Roboto"/>
              <a:buNone/>
              <a:defRPr>
                <a:solidFill>
                  <a:schemeClr val="accent1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Roboto"/>
              <a:buNone/>
              <a:defRPr>
                <a:solidFill>
                  <a:schemeClr val="accent1"/>
                </a:solidFill>
              </a:defRPr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Roboto"/>
              <a:buChar char="•"/>
              <a:defRPr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Roboto"/>
              <a:buChar char="•"/>
              <a:defRPr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Roboto"/>
              <a:buChar char="•"/>
              <a:defRPr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Roboto"/>
              <a:buChar char="•"/>
              <a:defRPr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101" name="Google Shape;101;p13"/>
          <p:cNvSpPr txBox="1"/>
          <p:nvPr>
            <p:ph idx="6" type="body"/>
          </p:nvPr>
        </p:nvSpPr>
        <p:spPr>
          <a:xfrm>
            <a:off x="5156143" y="1181566"/>
            <a:ext cx="3403717" cy="30408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i="0" sz="1800">
                <a:solidFill>
                  <a:schemeClr val="lt1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02" name="Google Shape;102;p13"/>
          <p:cNvSpPr txBox="1"/>
          <p:nvPr>
            <p:ph idx="7" type="body"/>
          </p:nvPr>
        </p:nvSpPr>
        <p:spPr>
          <a:xfrm>
            <a:off x="5156143" y="1497135"/>
            <a:ext cx="3403717" cy="318083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0" i="0" sz="14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xte - parag Medium - 3 blocs - sur-titre - 3 col">
  <p:cSld name="Texte - parag Medium - 3 blocs - sur-titre - 3 col"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4"/>
          <p:cNvSpPr txBox="1"/>
          <p:nvPr>
            <p:ph idx="1" type="body"/>
          </p:nvPr>
        </p:nvSpPr>
        <p:spPr>
          <a:xfrm>
            <a:off x="502541" y="599312"/>
            <a:ext cx="8569426" cy="32623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b="1" i="0" sz="2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05" name="Google Shape;105;p14"/>
          <p:cNvSpPr txBox="1"/>
          <p:nvPr>
            <p:ph idx="2" type="body"/>
          </p:nvPr>
        </p:nvSpPr>
        <p:spPr>
          <a:xfrm>
            <a:off x="502542" y="1251223"/>
            <a:ext cx="2430000" cy="3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0" i="0" sz="1800">
                <a:solidFill>
                  <a:schemeClr val="dk1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06" name="Google Shape;106;p14"/>
          <p:cNvSpPr txBox="1"/>
          <p:nvPr>
            <p:ph idx="3" type="body"/>
          </p:nvPr>
        </p:nvSpPr>
        <p:spPr>
          <a:xfrm>
            <a:off x="502542" y="1566791"/>
            <a:ext cx="2430000" cy="257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0" i="0" sz="1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07" name="Google Shape;107;p14"/>
          <p:cNvSpPr txBox="1"/>
          <p:nvPr>
            <p:ph idx="4" type="body"/>
          </p:nvPr>
        </p:nvSpPr>
        <p:spPr>
          <a:xfrm>
            <a:off x="503039" y="6248"/>
            <a:ext cx="8568928" cy="30408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68575" spcFirstLastPara="1" rIns="68575" wrap="square" tIns="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1041BE"/>
              </a:buClr>
              <a:buSzPts val="900"/>
              <a:buNone/>
              <a:defRPr sz="900">
                <a:solidFill>
                  <a:srgbClr val="1041BE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08" name="Google Shape;108;p14"/>
          <p:cNvSpPr txBox="1"/>
          <p:nvPr>
            <p:ph idx="5" type="body"/>
          </p:nvPr>
        </p:nvSpPr>
        <p:spPr>
          <a:xfrm>
            <a:off x="3388171" y="1251223"/>
            <a:ext cx="2430000" cy="3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0" i="0" sz="1800">
                <a:solidFill>
                  <a:schemeClr val="dk1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09" name="Google Shape;109;p14"/>
          <p:cNvSpPr txBox="1"/>
          <p:nvPr>
            <p:ph idx="6" type="body"/>
          </p:nvPr>
        </p:nvSpPr>
        <p:spPr>
          <a:xfrm>
            <a:off x="3388171" y="1566791"/>
            <a:ext cx="2430000" cy="257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0" i="0" sz="1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10" name="Google Shape;110;p14"/>
          <p:cNvSpPr txBox="1"/>
          <p:nvPr>
            <p:ph idx="7" type="body"/>
          </p:nvPr>
        </p:nvSpPr>
        <p:spPr>
          <a:xfrm>
            <a:off x="6216039" y="1251223"/>
            <a:ext cx="2430000" cy="3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0" i="0" sz="1800">
                <a:solidFill>
                  <a:schemeClr val="dk1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11" name="Google Shape;111;p14"/>
          <p:cNvSpPr txBox="1"/>
          <p:nvPr>
            <p:ph idx="8" type="body"/>
          </p:nvPr>
        </p:nvSpPr>
        <p:spPr>
          <a:xfrm>
            <a:off x="6216039" y="1566791"/>
            <a:ext cx="2430000" cy="257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0" i="0" sz="1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xte - parag Small - 6 blocs - sur-titre - 3 col">
  <p:cSld name="Texte - parag Small - 6 blocs - sur-titre - 3 col"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15"/>
          <p:cNvSpPr txBox="1"/>
          <p:nvPr>
            <p:ph idx="1" type="body"/>
          </p:nvPr>
        </p:nvSpPr>
        <p:spPr>
          <a:xfrm>
            <a:off x="502542" y="879983"/>
            <a:ext cx="24300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0" i="0" sz="1800">
                <a:solidFill>
                  <a:schemeClr val="dk1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14" name="Google Shape;114;p15"/>
          <p:cNvSpPr txBox="1"/>
          <p:nvPr>
            <p:ph idx="2" type="body"/>
          </p:nvPr>
        </p:nvSpPr>
        <p:spPr>
          <a:xfrm>
            <a:off x="502542" y="1195551"/>
            <a:ext cx="2430000" cy="1295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Roboto"/>
              <a:buNone/>
              <a:defRPr i="0" sz="1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28600" lvl="1" marL="9144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None/>
              <a:defRPr/>
            </a:lvl2pPr>
            <a:lvl3pPr indent="-228600" lvl="2" marL="13716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None/>
              <a:defRPr/>
            </a:lvl3pPr>
            <a:lvl4pPr indent="-228600" lvl="3" marL="18288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None/>
              <a:defRPr/>
            </a:lvl4pPr>
            <a:lvl5pPr indent="-228600" lvl="4" marL="22860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Roboto"/>
              <a:buNone/>
              <a:defRPr/>
            </a:lvl5pPr>
            <a:lvl6pPr indent="-317500" lvl="5" marL="27432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115" name="Google Shape;115;p15"/>
          <p:cNvSpPr txBox="1"/>
          <p:nvPr>
            <p:ph idx="3" type="body"/>
          </p:nvPr>
        </p:nvSpPr>
        <p:spPr>
          <a:xfrm>
            <a:off x="3388172" y="879983"/>
            <a:ext cx="2430000" cy="30408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0" i="0" sz="1800">
                <a:solidFill>
                  <a:schemeClr val="dk1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16" name="Google Shape;116;p15"/>
          <p:cNvSpPr txBox="1"/>
          <p:nvPr>
            <p:ph idx="4" type="body"/>
          </p:nvPr>
        </p:nvSpPr>
        <p:spPr>
          <a:xfrm>
            <a:off x="3388172" y="1195551"/>
            <a:ext cx="2430000" cy="1295236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Roboto"/>
              <a:buNone/>
              <a:defRPr i="0" sz="1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28600" lvl="1" marL="9144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None/>
              <a:defRPr/>
            </a:lvl2pPr>
            <a:lvl3pPr indent="-228600" lvl="2" marL="13716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None/>
              <a:defRPr/>
            </a:lvl3pPr>
            <a:lvl4pPr indent="-228600" lvl="3" marL="18288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None/>
              <a:defRPr/>
            </a:lvl4pPr>
            <a:lvl5pPr indent="-228600" lvl="4" marL="22860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Roboto"/>
              <a:buNone/>
              <a:defRPr/>
            </a:lvl5pPr>
            <a:lvl6pPr indent="-317500" lvl="5" marL="27432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117" name="Google Shape;117;p15"/>
          <p:cNvSpPr txBox="1"/>
          <p:nvPr>
            <p:ph idx="5" type="body"/>
          </p:nvPr>
        </p:nvSpPr>
        <p:spPr>
          <a:xfrm>
            <a:off x="6216039" y="879983"/>
            <a:ext cx="2430000" cy="30408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0" i="0" sz="1800">
                <a:solidFill>
                  <a:schemeClr val="dk1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18" name="Google Shape;118;p15"/>
          <p:cNvSpPr txBox="1"/>
          <p:nvPr>
            <p:ph idx="6" type="body"/>
          </p:nvPr>
        </p:nvSpPr>
        <p:spPr>
          <a:xfrm>
            <a:off x="6216039" y="1195551"/>
            <a:ext cx="2430000" cy="1295236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Roboto"/>
              <a:buNone/>
              <a:defRPr i="0" sz="1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28600" lvl="1" marL="9144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None/>
              <a:defRPr/>
            </a:lvl2pPr>
            <a:lvl3pPr indent="-228600" lvl="2" marL="13716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None/>
              <a:defRPr/>
            </a:lvl3pPr>
            <a:lvl4pPr indent="-228600" lvl="3" marL="18288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None/>
              <a:defRPr/>
            </a:lvl4pPr>
            <a:lvl5pPr indent="-228600" lvl="4" marL="22860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Roboto"/>
              <a:buNone/>
              <a:defRPr/>
            </a:lvl5pPr>
            <a:lvl6pPr indent="-317500" lvl="5" marL="27432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119" name="Google Shape;119;p15"/>
          <p:cNvSpPr txBox="1"/>
          <p:nvPr>
            <p:ph idx="7" type="body"/>
          </p:nvPr>
        </p:nvSpPr>
        <p:spPr>
          <a:xfrm>
            <a:off x="502542" y="2937383"/>
            <a:ext cx="2430000" cy="30408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0" i="0" sz="1800">
                <a:solidFill>
                  <a:schemeClr val="dk1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20" name="Google Shape;120;p15"/>
          <p:cNvSpPr txBox="1"/>
          <p:nvPr>
            <p:ph idx="8" type="body"/>
          </p:nvPr>
        </p:nvSpPr>
        <p:spPr>
          <a:xfrm>
            <a:off x="502542" y="3252952"/>
            <a:ext cx="2430000" cy="1296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Roboto"/>
              <a:buNone/>
              <a:defRPr i="0" sz="1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28600" lvl="1" marL="9144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None/>
              <a:defRPr/>
            </a:lvl2pPr>
            <a:lvl3pPr indent="-228600" lvl="2" marL="13716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None/>
              <a:defRPr/>
            </a:lvl3pPr>
            <a:lvl4pPr indent="-228600" lvl="3" marL="18288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None/>
              <a:defRPr/>
            </a:lvl4pPr>
            <a:lvl5pPr indent="-228600" lvl="4" marL="22860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Roboto"/>
              <a:buNone/>
              <a:defRPr/>
            </a:lvl5pPr>
            <a:lvl6pPr indent="-317500" lvl="5" marL="27432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121" name="Google Shape;121;p15"/>
          <p:cNvSpPr txBox="1"/>
          <p:nvPr>
            <p:ph idx="9" type="body"/>
          </p:nvPr>
        </p:nvSpPr>
        <p:spPr>
          <a:xfrm>
            <a:off x="3388172" y="2937383"/>
            <a:ext cx="2430000" cy="30408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0" i="0" sz="1800">
                <a:solidFill>
                  <a:schemeClr val="dk1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22" name="Google Shape;122;p15"/>
          <p:cNvSpPr txBox="1"/>
          <p:nvPr>
            <p:ph idx="13" type="body"/>
          </p:nvPr>
        </p:nvSpPr>
        <p:spPr>
          <a:xfrm>
            <a:off x="3388172" y="3252952"/>
            <a:ext cx="2430000" cy="1296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Roboto"/>
              <a:buNone/>
              <a:defRPr i="0" sz="1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28600" lvl="1" marL="9144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None/>
              <a:defRPr/>
            </a:lvl2pPr>
            <a:lvl3pPr indent="-228600" lvl="2" marL="13716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None/>
              <a:defRPr/>
            </a:lvl3pPr>
            <a:lvl4pPr indent="-228600" lvl="3" marL="18288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None/>
              <a:defRPr/>
            </a:lvl4pPr>
            <a:lvl5pPr indent="-228600" lvl="4" marL="22860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Roboto"/>
              <a:buNone/>
              <a:defRPr/>
            </a:lvl5pPr>
            <a:lvl6pPr indent="-317500" lvl="5" marL="27432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123" name="Google Shape;123;p15"/>
          <p:cNvSpPr txBox="1"/>
          <p:nvPr>
            <p:ph idx="14" type="body"/>
          </p:nvPr>
        </p:nvSpPr>
        <p:spPr>
          <a:xfrm>
            <a:off x="6216039" y="2937383"/>
            <a:ext cx="2430000" cy="30408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0" i="0" sz="1800">
                <a:solidFill>
                  <a:schemeClr val="dk1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24" name="Google Shape;124;p15"/>
          <p:cNvSpPr txBox="1"/>
          <p:nvPr>
            <p:ph idx="15" type="body"/>
          </p:nvPr>
        </p:nvSpPr>
        <p:spPr>
          <a:xfrm>
            <a:off x="6216039" y="3252952"/>
            <a:ext cx="2430000" cy="1296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Roboto"/>
              <a:buNone/>
              <a:defRPr i="0" sz="1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28600" lvl="1" marL="9144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None/>
              <a:defRPr/>
            </a:lvl2pPr>
            <a:lvl3pPr indent="-228600" lvl="2" marL="13716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None/>
              <a:defRPr/>
            </a:lvl3pPr>
            <a:lvl4pPr indent="-228600" lvl="3" marL="18288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None/>
              <a:defRPr/>
            </a:lvl4pPr>
            <a:lvl5pPr indent="-228600" lvl="4" marL="22860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Roboto"/>
              <a:buNone/>
              <a:defRPr/>
            </a:lvl5pPr>
            <a:lvl6pPr indent="-317500" lvl="5" marL="27432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125" name="Google Shape;125;p15"/>
          <p:cNvSpPr txBox="1"/>
          <p:nvPr>
            <p:ph idx="16" type="body"/>
          </p:nvPr>
        </p:nvSpPr>
        <p:spPr>
          <a:xfrm>
            <a:off x="503039" y="6248"/>
            <a:ext cx="85689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68575" spcFirstLastPara="1" rIns="68575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1041BE"/>
              </a:buClr>
              <a:buSzPts val="900"/>
              <a:buNone/>
              <a:defRPr sz="900">
                <a:solidFill>
                  <a:srgbClr val="1041BE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re + Texte + Media">
  <p:cSld name="Titre + Texte + Media"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16"/>
          <p:cNvSpPr txBox="1"/>
          <p:nvPr>
            <p:ph idx="1" type="body"/>
          </p:nvPr>
        </p:nvSpPr>
        <p:spPr>
          <a:xfrm>
            <a:off x="503039" y="6248"/>
            <a:ext cx="8568928" cy="30408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68575" spcFirstLastPara="1" rIns="68575" wrap="square" tIns="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1041BE"/>
              </a:buClr>
              <a:buSzPts val="900"/>
              <a:buNone/>
              <a:defRPr sz="900">
                <a:solidFill>
                  <a:srgbClr val="1041BE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28" name="Google Shape;128;p16"/>
          <p:cNvSpPr txBox="1"/>
          <p:nvPr>
            <p:ph idx="2" type="body"/>
          </p:nvPr>
        </p:nvSpPr>
        <p:spPr>
          <a:xfrm>
            <a:off x="502541" y="648296"/>
            <a:ext cx="3475337" cy="315568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0" i="0" sz="1800">
                <a:solidFill>
                  <a:schemeClr val="dk1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29" name="Google Shape;129;p16"/>
          <p:cNvSpPr txBox="1"/>
          <p:nvPr>
            <p:ph idx="3" type="body"/>
          </p:nvPr>
        </p:nvSpPr>
        <p:spPr>
          <a:xfrm>
            <a:off x="502541" y="963864"/>
            <a:ext cx="3475337" cy="348093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0" i="0" sz="1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30" name="Google Shape;130;p16"/>
          <p:cNvSpPr/>
          <p:nvPr>
            <p:ph idx="4" type="pic"/>
          </p:nvPr>
        </p:nvSpPr>
        <p:spPr>
          <a:xfrm>
            <a:off x="4572000" y="0"/>
            <a:ext cx="4572000" cy="51435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xte + Parag Medium + Image - 1 col - Dark">
  <p:cSld name="Texte + Parag Medium + Image - 1 col - Dark"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17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  <p:sp>
        <p:nvSpPr>
          <p:cNvPr id="133" name="Google Shape;133;p17"/>
          <p:cNvSpPr/>
          <p:nvPr/>
        </p:nvSpPr>
        <p:spPr>
          <a:xfrm>
            <a:off x="6091518" y="1"/>
            <a:ext cx="30525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4" name="Google Shape;134;p17"/>
          <p:cNvSpPr txBox="1"/>
          <p:nvPr>
            <p:ph idx="1" type="body"/>
          </p:nvPr>
        </p:nvSpPr>
        <p:spPr>
          <a:xfrm>
            <a:off x="502541" y="865165"/>
            <a:ext cx="2523047" cy="20050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CA0538"/>
              </a:buClr>
              <a:buSzPts val="900"/>
              <a:buNone/>
              <a:defRPr b="0" i="0" sz="900">
                <a:solidFill>
                  <a:srgbClr val="CA0538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35" name="Google Shape;135;p17"/>
          <p:cNvSpPr txBox="1"/>
          <p:nvPr>
            <p:ph idx="2" type="body"/>
          </p:nvPr>
        </p:nvSpPr>
        <p:spPr>
          <a:xfrm>
            <a:off x="502542" y="1145676"/>
            <a:ext cx="2523047" cy="315568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0" i="0" sz="1800">
                <a:solidFill>
                  <a:schemeClr val="dk1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36" name="Google Shape;136;p17"/>
          <p:cNvSpPr txBox="1"/>
          <p:nvPr>
            <p:ph idx="3" type="body"/>
          </p:nvPr>
        </p:nvSpPr>
        <p:spPr>
          <a:xfrm>
            <a:off x="502542" y="1461245"/>
            <a:ext cx="2523047" cy="321672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0" i="0" sz="1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37" name="Google Shape;137;p17"/>
          <p:cNvSpPr txBox="1"/>
          <p:nvPr>
            <p:ph idx="4" type="body"/>
          </p:nvPr>
        </p:nvSpPr>
        <p:spPr>
          <a:xfrm>
            <a:off x="503039" y="6248"/>
            <a:ext cx="8568928" cy="30408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68575" spcFirstLastPara="1" rIns="68575" wrap="square" tIns="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1041BE"/>
              </a:buClr>
              <a:buSzPts val="900"/>
              <a:buNone/>
              <a:defRPr sz="900">
                <a:solidFill>
                  <a:srgbClr val="1041BE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38" name="Google Shape;138;p17"/>
          <p:cNvSpPr/>
          <p:nvPr>
            <p:ph idx="5" type="pic"/>
          </p:nvPr>
        </p:nvSpPr>
        <p:spPr>
          <a:xfrm>
            <a:off x="3426041" y="865165"/>
            <a:ext cx="5717960" cy="3812801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xte-Exergue-3Parag Medium - Light">
  <p:cSld name="Texte-Exergue-3Parag Medium - Light"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8"/>
          <p:cNvSpPr txBox="1"/>
          <p:nvPr>
            <p:ph idx="1" type="body"/>
          </p:nvPr>
        </p:nvSpPr>
        <p:spPr>
          <a:xfrm>
            <a:off x="502444" y="1579749"/>
            <a:ext cx="8066485" cy="1822077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3800"/>
              <a:buNone/>
              <a:defRPr b="0" i="0" sz="3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41" name="Google Shape;141;p18"/>
          <p:cNvSpPr txBox="1"/>
          <p:nvPr>
            <p:ph idx="2" type="body"/>
          </p:nvPr>
        </p:nvSpPr>
        <p:spPr>
          <a:xfrm>
            <a:off x="502542" y="3860832"/>
            <a:ext cx="2430000" cy="812053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0" i="0" sz="1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42" name="Google Shape;142;p18"/>
          <p:cNvSpPr txBox="1"/>
          <p:nvPr>
            <p:ph idx="3" type="body"/>
          </p:nvPr>
        </p:nvSpPr>
        <p:spPr>
          <a:xfrm>
            <a:off x="3388172" y="3860832"/>
            <a:ext cx="2430000" cy="812053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0" i="0" sz="1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43" name="Google Shape;143;p18"/>
          <p:cNvSpPr txBox="1"/>
          <p:nvPr>
            <p:ph idx="4" type="body"/>
          </p:nvPr>
        </p:nvSpPr>
        <p:spPr>
          <a:xfrm>
            <a:off x="6216039" y="3860832"/>
            <a:ext cx="2430000" cy="812053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0" i="0" sz="1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44" name="Google Shape;144;p18"/>
          <p:cNvSpPr txBox="1"/>
          <p:nvPr>
            <p:ph idx="5" type="body"/>
          </p:nvPr>
        </p:nvSpPr>
        <p:spPr>
          <a:xfrm>
            <a:off x="503039" y="6248"/>
            <a:ext cx="8568928" cy="30408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68575" spcFirstLastPara="1" rIns="68575" wrap="square" tIns="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1041BE"/>
              </a:buClr>
              <a:buSzPts val="900"/>
              <a:buNone/>
              <a:defRPr sz="900">
                <a:solidFill>
                  <a:srgbClr val="1041BE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xte-Exergue-3Parag Medium - Dark">
  <p:cSld name="Texte-Exergue-3Parag Medium - Dark">
    <p:bg>
      <p:bgPr>
        <a:solidFill>
          <a:schemeClr val="dk1"/>
        </a:solidFill>
      </p:bgPr>
    </p:bg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9"/>
          <p:cNvSpPr txBox="1"/>
          <p:nvPr>
            <p:ph idx="1" type="body"/>
          </p:nvPr>
        </p:nvSpPr>
        <p:spPr>
          <a:xfrm>
            <a:off x="502444" y="1579749"/>
            <a:ext cx="8066485" cy="1822077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4100"/>
              <a:buNone/>
              <a:defRPr b="0" i="0" sz="41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47" name="Google Shape;147;p19"/>
          <p:cNvSpPr txBox="1"/>
          <p:nvPr>
            <p:ph idx="2" type="body"/>
          </p:nvPr>
        </p:nvSpPr>
        <p:spPr>
          <a:xfrm>
            <a:off x="502542" y="3860832"/>
            <a:ext cx="2430000" cy="812053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0" i="0" sz="14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48" name="Google Shape;148;p19"/>
          <p:cNvSpPr txBox="1"/>
          <p:nvPr>
            <p:ph idx="3" type="body"/>
          </p:nvPr>
        </p:nvSpPr>
        <p:spPr>
          <a:xfrm>
            <a:off x="3388172" y="3860832"/>
            <a:ext cx="2430000" cy="812053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0" i="0" sz="14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49" name="Google Shape;149;p19"/>
          <p:cNvSpPr txBox="1"/>
          <p:nvPr>
            <p:ph idx="4" type="body"/>
          </p:nvPr>
        </p:nvSpPr>
        <p:spPr>
          <a:xfrm>
            <a:off x="6216039" y="3860832"/>
            <a:ext cx="2430000" cy="812053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0" i="0" sz="14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50" name="Google Shape;150;p19"/>
          <p:cNvSpPr txBox="1"/>
          <p:nvPr>
            <p:ph idx="5" type="body"/>
          </p:nvPr>
        </p:nvSpPr>
        <p:spPr>
          <a:xfrm>
            <a:off x="503039" y="6248"/>
            <a:ext cx="8568928" cy="30408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68575" spcFirstLastPara="1" rIns="68575" wrap="square" tIns="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6"/>
              </a:buClr>
              <a:buSzPts val="900"/>
              <a:buNone/>
              <a:defRPr sz="900">
                <a:solidFill>
                  <a:schemeClr val="accent6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51" name="Google Shape;151;p19"/>
          <p:cNvSpPr/>
          <p:nvPr/>
        </p:nvSpPr>
        <p:spPr>
          <a:xfrm>
            <a:off x="0" y="4624388"/>
            <a:ext cx="1949947" cy="512864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2" name="Google Shape;152;p19" title="fvae_logo_couleur_inverse@2x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03050" y="4773606"/>
            <a:ext cx="504008" cy="2739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 piliers">
  <p:cSld name="3 valeurs - Center - Light"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0"/>
          <p:cNvSpPr txBox="1"/>
          <p:nvPr>
            <p:ph idx="1" type="body"/>
          </p:nvPr>
        </p:nvSpPr>
        <p:spPr>
          <a:xfrm>
            <a:off x="503039" y="6248"/>
            <a:ext cx="8568928" cy="30408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68575" spcFirstLastPara="1" rIns="68575" wrap="square" tIns="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1041BE"/>
              </a:buClr>
              <a:buSzPts val="900"/>
              <a:buFont typeface="Roboto"/>
              <a:buNone/>
              <a:defRPr sz="900">
                <a:solidFill>
                  <a:srgbClr val="1041BE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None/>
              <a:defRPr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Roboto"/>
              <a:buNone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cxnSp>
        <p:nvCxnSpPr>
          <p:cNvPr id="155" name="Google Shape;155;p20"/>
          <p:cNvCxnSpPr/>
          <p:nvPr/>
        </p:nvCxnSpPr>
        <p:spPr>
          <a:xfrm>
            <a:off x="4572000" y="1104025"/>
            <a:ext cx="0" cy="3592800"/>
          </a:xfrm>
          <a:prstGeom prst="straightConnector1">
            <a:avLst/>
          </a:prstGeom>
          <a:noFill/>
          <a:ln cap="flat" cmpd="sng" w="38100">
            <a:solidFill>
              <a:srgbClr val="1041BE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56" name="Google Shape;156;p20"/>
          <p:cNvSpPr txBox="1"/>
          <p:nvPr>
            <p:ph idx="2" type="subTitle"/>
          </p:nvPr>
        </p:nvSpPr>
        <p:spPr>
          <a:xfrm>
            <a:off x="597800" y="1098950"/>
            <a:ext cx="3758700" cy="9525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>
            <a:lvl1pPr lv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1pPr>
            <a:lvl2pPr lvl="1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2pPr>
            <a:lvl3pPr lvl="2">
              <a:spcBef>
                <a:spcPts val="40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400"/>
              </a:spcBef>
              <a:spcAft>
                <a:spcPts val="0"/>
              </a:spcAft>
              <a:buSzPts val="1200"/>
              <a:buNone/>
              <a:defRPr/>
            </a:lvl4pPr>
            <a:lvl5pPr lvl="4">
              <a:spcBef>
                <a:spcPts val="40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40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40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40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cxnSp>
        <p:nvCxnSpPr>
          <p:cNvPr id="157" name="Google Shape;157;p20"/>
          <p:cNvCxnSpPr/>
          <p:nvPr/>
        </p:nvCxnSpPr>
        <p:spPr>
          <a:xfrm rot="10800000">
            <a:off x="567525" y="2900425"/>
            <a:ext cx="8017500" cy="0"/>
          </a:xfrm>
          <a:prstGeom prst="straightConnector1">
            <a:avLst/>
          </a:prstGeom>
          <a:noFill/>
          <a:ln cap="flat" cmpd="sng" w="38100">
            <a:solidFill>
              <a:srgbClr val="1041BE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58" name="Google Shape;158;p20"/>
          <p:cNvSpPr txBox="1"/>
          <p:nvPr>
            <p:ph idx="3" type="subTitle"/>
          </p:nvPr>
        </p:nvSpPr>
        <p:spPr>
          <a:xfrm>
            <a:off x="597800" y="4199200"/>
            <a:ext cx="3758700" cy="9525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>
            <a:lvl1pPr lvl="0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1pPr>
            <a:lvl2pPr lvl="1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2pPr>
            <a:lvl3pPr lvl="2" rtl="0">
              <a:spcBef>
                <a:spcPts val="4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400"/>
              </a:spcBef>
              <a:spcAft>
                <a:spcPts val="0"/>
              </a:spcAft>
              <a:buSzPts val="1200"/>
              <a:buNone/>
              <a:defRPr/>
            </a:lvl4pPr>
            <a:lvl5pPr lvl="4" rtl="0">
              <a:spcBef>
                <a:spcPts val="400"/>
              </a:spcBef>
              <a:spcAft>
                <a:spcPts val="0"/>
              </a:spcAft>
              <a:buSzPts val="1100"/>
              <a:buNone/>
              <a:defRPr/>
            </a:lvl5pPr>
            <a:lvl6pPr lvl="5" rtl="0">
              <a:spcBef>
                <a:spcPts val="4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4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40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9" name="Google Shape;159;p20"/>
          <p:cNvSpPr txBox="1"/>
          <p:nvPr>
            <p:ph idx="4" type="subTitle"/>
          </p:nvPr>
        </p:nvSpPr>
        <p:spPr>
          <a:xfrm>
            <a:off x="4787500" y="4199200"/>
            <a:ext cx="3758700" cy="9525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>
            <a:lvl1pPr lvl="0" rtl="0" algn="r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1pPr>
            <a:lvl2pPr lvl="1" rtl="0" algn="r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2pPr>
            <a:lvl3pPr lvl="2" rtl="0" algn="r">
              <a:spcBef>
                <a:spcPts val="400"/>
              </a:spcBef>
              <a:spcAft>
                <a:spcPts val="0"/>
              </a:spcAft>
              <a:buSzPts val="1400"/>
              <a:buNone/>
              <a:defRPr/>
            </a:lvl3pPr>
            <a:lvl4pPr lvl="3" rtl="0" algn="r">
              <a:spcBef>
                <a:spcPts val="400"/>
              </a:spcBef>
              <a:spcAft>
                <a:spcPts val="0"/>
              </a:spcAft>
              <a:buSzPts val="1200"/>
              <a:buNone/>
              <a:defRPr/>
            </a:lvl4pPr>
            <a:lvl5pPr lvl="4" rtl="0" algn="r">
              <a:spcBef>
                <a:spcPts val="400"/>
              </a:spcBef>
              <a:spcAft>
                <a:spcPts val="0"/>
              </a:spcAft>
              <a:buSzPts val="1100"/>
              <a:buNone/>
              <a:defRPr/>
            </a:lvl5pPr>
            <a:lvl6pPr lvl="5" rtl="0" algn="r">
              <a:spcBef>
                <a:spcPts val="400"/>
              </a:spcBef>
              <a:spcAft>
                <a:spcPts val="0"/>
              </a:spcAft>
              <a:buSzPts val="1400"/>
              <a:buNone/>
              <a:defRPr/>
            </a:lvl6pPr>
            <a:lvl7pPr lvl="6" rtl="0" algn="r">
              <a:spcBef>
                <a:spcPts val="400"/>
              </a:spcBef>
              <a:spcAft>
                <a:spcPts val="0"/>
              </a:spcAft>
              <a:buSzPts val="1400"/>
              <a:buNone/>
              <a:defRPr/>
            </a:lvl7pPr>
            <a:lvl8pPr lvl="7" rtl="0" algn="r">
              <a:spcBef>
                <a:spcPts val="400"/>
              </a:spcBef>
              <a:spcAft>
                <a:spcPts val="0"/>
              </a:spcAft>
              <a:buSzPts val="1400"/>
              <a:buNone/>
              <a:defRPr/>
            </a:lvl8pPr>
            <a:lvl9pPr lvl="8" rtl="0" algn="r">
              <a:spcBef>
                <a:spcPts val="40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0" name="Google Shape;160;p20"/>
          <p:cNvSpPr txBox="1"/>
          <p:nvPr>
            <p:ph idx="5" type="subTitle"/>
          </p:nvPr>
        </p:nvSpPr>
        <p:spPr>
          <a:xfrm>
            <a:off x="4826325" y="1098950"/>
            <a:ext cx="3758700" cy="9525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>
            <a:lvl1pPr lvl="0" rtl="0" algn="r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1pPr>
            <a:lvl2pPr lvl="1" rtl="0" algn="r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2pPr>
            <a:lvl3pPr lvl="2" rtl="0" algn="r">
              <a:spcBef>
                <a:spcPts val="400"/>
              </a:spcBef>
              <a:spcAft>
                <a:spcPts val="0"/>
              </a:spcAft>
              <a:buSzPts val="1400"/>
              <a:buNone/>
              <a:defRPr/>
            </a:lvl3pPr>
            <a:lvl4pPr lvl="3" rtl="0" algn="r">
              <a:spcBef>
                <a:spcPts val="400"/>
              </a:spcBef>
              <a:spcAft>
                <a:spcPts val="0"/>
              </a:spcAft>
              <a:buSzPts val="1200"/>
              <a:buNone/>
              <a:defRPr/>
            </a:lvl4pPr>
            <a:lvl5pPr lvl="4" rtl="0" algn="r">
              <a:spcBef>
                <a:spcPts val="400"/>
              </a:spcBef>
              <a:spcAft>
                <a:spcPts val="0"/>
              </a:spcAft>
              <a:buSzPts val="1100"/>
              <a:buNone/>
              <a:defRPr/>
            </a:lvl5pPr>
            <a:lvl6pPr lvl="5" rtl="0" algn="r">
              <a:spcBef>
                <a:spcPts val="400"/>
              </a:spcBef>
              <a:spcAft>
                <a:spcPts val="0"/>
              </a:spcAft>
              <a:buSzPts val="1400"/>
              <a:buNone/>
              <a:defRPr/>
            </a:lvl6pPr>
            <a:lvl7pPr lvl="6" rtl="0" algn="r">
              <a:spcBef>
                <a:spcPts val="400"/>
              </a:spcBef>
              <a:spcAft>
                <a:spcPts val="0"/>
              </a:spcAft>
              <a:buSzPts val="1400"/>
              <a:buNone/>
              <a:defRPr/>
            </a:lvl7pPr>
            <a:lvl8pPr lvl="7" rtl="0" algn="r">
              <a:spcBef>
                <a:spcPts val="400"/>
              </a:spcBef>
              <a:spcAft>
                <a:spcPts val="0"/>
              </a:spcAft>
              <a:buSzPts val="1400"/>
              <a:buNone/>
              <a:defRPr/>
            </a:lvl8pPr>
            <a:lvl9pPr lvl="8" rtl="0" algn="r">
              <a:spcBef>
                <a:spcPts val="40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1" name="Google Shape;161;p20"/>
          <p:cNvSpPr txBox="1"/>
          <p:nvPr>
            <p:ph idx="6" type="body"/>
          </p:nvPr>
        </p:nvSpPr>
        <p:spPr>
          <a:xfrm>
            <a:off x="597800" y="1446925"/>
            <a:ext cx="3758700" cy="5622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400"/>
              <a:buChar char="•"/>
              <a:defRPr sz="1400"/>
            </a:lvl1pPr>
            <a:lvl2pPr indent="-317500" lvl="1" marL="91440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 sz="1400"/>
            </a:lvl2pPr>
            <a:lvl3pPr indent="-317500" lvl="2" marL="137160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3pPr>
            <a:lvl4pPr indent="-317500" lvl="3" marL="182880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 sz="1400"/>
            </a:lvl4pPr>
            <a:lvl5pPr indent="-317500" lvl="4" marL="228600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 sz="1400"/>
            </a:lvl5pPr>
            <a:lvl6pPr indent="-317500" lvl="5" marL="274320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6pPr>
            <a:lvl7pPr indent="-317500" lvl="6" marL="320040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7pPr>
            <a:lvl8pPr indent="-317500" lvl="7" marL="365760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8pPr>
            <a:lvl9pPr indent="-317500" lvl="8" marL="411480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/>
        </p:txBody>
      </p:sp>
      <p:sp>
        <p:nvSpPr>
          <p:cNvPr id="162" name="Google Shape;162;p20"/>
          <p:cNvSpPr txBox="1"/>
          <p:nvPr>
            <p:ph idx="7" type="body"/>
          </p:nvPr>
        </p:nvSpPr>
        <p:spPr>
          <a:xfrm>
            <a:off x="4826325" y="1446925"/>
            <a:ext cx="3758700" cy="5622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rtl="0" algn="r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400"/>
              <a:buChar char="•"/>
              <a:defRPr sz="1400"/>
            </a:lvl1pPr>
            <a:lvl2pPr indent="-317500" lvl="1" marL="914400" rtl="0" algn="r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 sz="1400"/>
            </a:lvl2pPr>
            <a:lvl3pPr indent="-317500" lvl="2" marL="1371600" rtl="0" algn="r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3pPr>
            <a:lvl4pPr indent="-317500" lvl="3" marL="1828800" rtl="0" algn="r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 sz="1400"/>
            </a:lvl4pPr>
            <a:lvl5pPr indent="-317500" lvl="4" marL="2286000" rtl="0" algn="r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 sz="1400"/>
            </a:lvl5pPr>
            <a:lvl6pPr indent="-317500" lvl="5" marL="2743200" rtl="0" algn="r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6pPr>
            <a:lvl7pPr indent="-317500" lvl="6" marL="3200400" rtl="0" algn="r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7pPr>
            <a:lvl8pPr indent="-317500" lvl="7" marL="3657600" rtl="0" algn="r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8pPr>
            <a:lvl9pPr indent="-317500" lvl="8" marL="4114800" rtl="0" algn="r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/>
        </p:txBody>
      </p:sp>
      <p:sp>
        <p:nvSpPr>
          <p:cNvPr id="163" name="Google Shape;163;p20"/>
          <p:cNvSpPr txBox="1"/>
          <p:nvPr>
            <p:ph idx="8" type="body"/>
          </p:nvPr>
        </p:nvSpPr>
        <p:spPr>
          <a:xfrm>
            <a:off x="597800" y="3066400"/>
            <a:ext cx="3758700" cy="5622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400"/>
              <a:buChar char="•"/>
              <a:defRPr sz="1400"/>
            </a:lvl1pPr>
            <a:lvl2pPr indent="-317500" lvl="1" marL="914400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 sz="1400"/>
            </a:lvl2pPr>
            <a:lvl3pPr indent="-317500" lvl="2" marL="1371600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3pPr>
            <a:lvl4pPr indent="-317500" lvl="3" marL="1828800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 sz="1400"/>
            </a:lvl4pPr>
            <a:lvl5pPr indent="-317500" lvl="4" marL="2286000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 sz="1400"/>
            </a:lvl5pPr>
            <a:lvl6pPr indent="-317500" lvl="5" marL="2743200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6pPr>
            <a:lvl7pPr indent="-317500" lvl="6" marL="3200400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7pPr>
            <a:lvl8pPr indent="-317500" lvl="7" marL="3657600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8pPr>
            <a:lvl9pPr indent="-317500" lvl="8" marL="4114800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/>
        </p:txBody>
      </p:sp>
      <p:sp>
        <p:nvSpPr>
          <p:cNvPr id="164" name="Google Shape;164;p20"/>
          <p:cNvSpPr txBox="1"/>
          <p:nvPr>
            <p:ph idx="9" type="body"/>
          </p:nvPr>
        </p:nvSpPr>
        <p:spPr>
          <a:xfrm>
            <a:off x="4826325" y="3066400"/>
            <a:ext cx="3758700" cy="5622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rtl="0" algn="r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400"/>
              <a:buChar char="•"/>
              <a:defRPr sz="1400"/>
            </a:lvl1pPr>
            <a:lvl2pPr indent="-317500" lvl="1" marL="914400" rtl="0" algn="r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 sz="1400"/>
            </a:lvl2pPr>
            <a:lvl3pPr indent="-317500" lvl="2" marL="1371600" rtl="0" algn="r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3pPr>
            <a:lvl4pPr indent="-317500" lvl="3" marL="1828800" rtl="0" algn="r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 sz="1400"/>
            </a:lvl4pPr>
            <a:lvl5pPr indent="-317500" lvl="4" marL="2286000" rtl="0" algn="r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 sz="1400"/>
            </a:lvl5pPr>
            <a:lvl6pPr indent="-317500" lvl="5" marL="2743200" rtl="0" algn="r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6pPr>
            <a:lvl7pPr indent="-317500" lvl="6" marL="3200400" rtl="0" algn="r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7pPr>
            <a:lvl8pPr indent="-317500" lvl="7" marL="3657600" rtl="0" algn="r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8pPr>
            <a:lvl9pPr indent="-317500" lvl="8" marL="4114800" rtl="0" algn="r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/>
        </p:txBody>
      </p:sp>
      <p:sp>
        <p:nvSpPr>
          <p:cNvPr id="165" name="Google Shape;165;p20"/>
          <p:cNvSpPr txBox="1"/>
          <p:nvPr>
            <p:ph idx="13" type="body"/>
          </p:nvPr>
        </p:nvSpPr>
        <p:spPr>
          <a:xfrm>
            <a:off x="502541" y="599312"/>
            <a:ext cx="8569500" cy="3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b="1" i="0" sz="2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 piliers">
  <p:cSld name="3 valeurs - Center - Light_1"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21"/>
          <p:cNvSpPr txBox="1"/>
          <p:nvPr>
            <p:ph idx="1" type="body"/>
          </p:nvPr>
        </p:nvSpPr>
        <p:spPr>
          <a:xfrm>
            <a:off x="503039" y="6248"/>
            <a:ext cx="85689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68575" spcFirstLastPara="1" rIns="68575" wrap="square" tIns="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1041BE"/>
              </a:buClr>
              <a:buSzPts val="900"/>
              <a:buFont typeface="Roboto"/>
              <a:buNone/>
              <a:defRPr sz="900">
                <a:solidFill>
                  <a:srgbClr val="1041BE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None/>
              <a:defRPr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Roboto"/>
              <a:buNone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168" name="Google Shape;168;p21"/>
          <p:cNvSpPr txBox="1"/>
          <p:nvPr>
            <p:ph idx="2" type="body"/>
          </p:nvPr>
        </p:nvSpPr>
        <p:spPr>
          <a:xfrm>
            <a:off x="575072" y="395417"/>
            <a:ext cx="2160000" cy="428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indent="-228600" lvl="0" marL="457200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Roboto"/>
              <a:buNone/>
              <a:defRPr i="0" sz="2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None/>
              <a:defRPr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Roboto"/>
              <a:buNone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169" name="Google Shape;169;p21"/>
          <p:cNvSpPr txBox="1"/>
          <p:nvPr>
            <p:ph idx="3" type="body"/>
          </p:nvPr>
        </p:nvSpPr>
        <p:spPr>
          <a:xfrm>
            <a:off x="3492001" y="395417"/>
            <a:ext cx="2160000" cy="428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indent="-228600" lvl="0" marL="457200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Roboto"/>
              <a:buNone/>
              <a:defRPr i="0" sz="2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None/>
              <a:defRPr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Roboto"/>
              <a:buNone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170" name="Google Shape;170;p21"/>
          <p:cNvSpPr txBox="1"/>
          <p:nvPr>
            <p:ph idx="4" type="body"/>
          </p:nvPr>
        </p:nvSpPr>
        <p:spPr>
          <a:xfrm>
            <a:off x="6408929" y="395417"/>
            <a:ext cx="2160000" cy="428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indent="-228600" lvl="0" marL="457200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Roboto"/>
              <a:buNone/>
              <a:defRPr i="0" sz="2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None/>
              <a:defRPr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Roboto"/>
              <a:buNone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cxnSp>
        <p:nvCxnSpPr>
          <p:cNvPr id="171" name="Google Shape;171;p21"/>
          <p:cNvCxnSpPr/>
          <p:nvPr/>
        </p:nvCxnSpPr>
        <p:spPr>
          <a:xfrm flipH="1">
            <a:off x="2971642" y="1981812"/>
            <a:ext cx="303300" cy="560700"/>
          </a:xfrm>
          <a:prstGeom prst="straightConnector1">
            <a:avLst/>
          </a:prstGeom>
          <a:noFill/>
          <a:ln cap="flat" cmpd="sng" w="38100">
            <a:solidFill>
              <a:srgbClr val="1041BE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72" name="Google Shape;172;p21"/>
          <p:cNvCxnSpPr/>
          <p:nvPr/>
        </p:nvCxnSpPr>
        <p:spPr>
          <a:xfrm flipH="1">
            <a:off x="5876495" y="1981812"/>
            <a:ext cx="303300" cy="560700"/>
          </a:xfrm>
          <a:prstGeom prst="straightConnector1">
            <a:avLst/>
          </a:prstGeom>
          <a:noFill/>
          <a:ln cap="flat" cmpd="sng" w="38100">
            <a:solidFill>
              <a:srgbClr val="1041BE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73" name="Google Shape;173;p21"/>
          <p:cNvSpPr txBox="1"/>
          <p:nvPr>
            <p:ph idx="5" type="body"/>
          </p:nvPr>
        </p:nvSpPr>
        <p:spPr>
          <a:xfrm>
            <a:off x="502541" y="599312"/>
            <a:ext cx="8569500" cy="3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b="1" i="0" sz="2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xte-Exergue-3pointsclés - Light">
  <p:cSld name="Texte-Exergue-3pointsclés - Light"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22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  <p:sp>
        <p:nvSpPr>
          <p:cNvPr id="176" name="Google Shape;176;p22"/>
          <p:cNvSpPr txBox="1"/>
          <p:nvPr>
            <p:ph idx="1" type="body"/>
          </p:nvPr>
        </p:nvSpPr>
        <p:spPr>
          <a:xfrm>
            <a:off x="503039" y="6248"/>
            <a:ext cx="8568928" cy="30408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68575" spcFirstLastPara="1" rIns="68575" wrap="square" tIns="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1041BE"/>
              </a:buClr>
              <a:buSzPts val="900"/>
              <a:buFont typeface="Roboto"/>
              <a:buNone/>
              <a:defRPr sz="900">
                <a:solidFill>
                  <a:srgbClr val="1041BE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None/>
              <a:defRPr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Roboto"/>
              <a:buNone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177" name="Google Shape;177;p22"/>
          <p:cNvSpPr/>
          <p:nvPr/>
        </p:nvSpPr>
        <p:spPr>
          <a:xfrm>
            <a:off x="5004197" y="0"/>
            <a:ext cx="4139803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alibri"/>
              <a:buNone/>
            </a:pPr>
            <a:r>
              <a:t/>
            </a:r>
            <a:endParaRPr sz="14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78" name="Google Shape;178;p22"/>
          <p:cNvSpPr txBox="1"/>
          <p:nvPr>
            <p:ph idx="2" type="body"/>
          </p:nvPr>
        </p:nvSpPr>
        <p:spPr>
          <a:xfrm>
            <a:off x="474216" y="457200"/>
            <a:ext cx="3996928" cy="4220766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4100"/>
              <a:buFont typeface="Roboto"/>
              <a:buNone/>
              <a:defRPr i="0" sz="4100"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/>
            </a:lvl2pPr>
            <a:lvl3pPr indent="-3175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179" name="Google Shape;179;p22"/>
          <p:cNvSpPr txBox="1"/>
          <p:nvPr>
            <p:ph idx="3" type="body"/>
          </p:nvPr>
        </p:nvSpPr>
        <p:spPr>
          <a:xfrm>
            <a:off x="6093056" y="755848"/>
            <a:ext cx="2475872" cy="32504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"/>
              <a:buNone/>
              <a:defRPr i="0" sz="1800">
                <a:solidFill>
                  <a:schemeClr val="lt1"/>
                </a:solidFill>
              </a:defRPr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/>
            </a:lvl2pPr>
            <a:lvl3pPr indent="-3175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180" name="Google Shape;180;p22"/>
          <p:cNvSpPr txBox="1"/>
          <p:nvPr>
            <p:ph idx="4" type="body"/>
          </p:nvPr>
        </p:nvSpPr>
        <p:spPr>
          <a:xfrm>
            <a:off x="6093056" y="1114226"/>
            <a:ext cx="2475872" cy="85667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81" name="Google Shape;181;p22"/>
          <p:cNvSpPr txBox="1"/>
          <p:nvPr>
            <p:ph idx="5" type="body"/>
          </p:nvPr>
        </p:nvSpPr>
        <p:spPr>
          <a:xfrm>
            <a:off x="6093056" y="2095282"/>
            <a:ext cx="2475872" cy="32504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"/>
              <a:buNone/>
              <a:defRPr i="0" sz="1800">
                <a:solidFill>
                  <a:schemeClr val="lt1"/>
                </a:solidFill>
              </a:defRPr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/>
            </a:lvl2pPr>
            <a:lvl3pPr indent="-3175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182" name="Google Shape;182;p22"/>
          <p:cNvSpPr txBox="1"/>
          <p:nvPr>
            <p:ph idx="6" type="body"/>
          </p:nvPr>
        </p:nvSpPr>
        <p:spPr>
          <a:xfrm>
            <a:off x="6093056" y="2453661"/>
            <a:ext cx="2475872" cy="85795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83" name="Google Shape;183;p22"/>
          <p:cNvSpPr txBox="1"/>
          <p:nvPr>
            <p:ph idx="7" type="body"/>
          </p:nvPr>
        </p:nvSpPr>
        <p:spPr>
          <a:xfrm>
            <a:off x="6093056" y="3463976"/>
            <a:ext cx="2475872" cy="32504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"/>
              <a:buNone/>
              <a:defRPr i="0" sz="1800">
                <a:solidFill>
                  <a:schemeClr val="lt1"/>
                </a:solidFill>
              </a:defRPr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/>
            </a:lvl2pPr>
            <a:lvl3pPr indent="-3175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184" name="Google Shape;184;p22"/>
          <p:cNvSpPr txBox="1"/>
          <p:nvPr>
            <p:ph idx="8" type="body"/>
          </p:nvPr>
        </p:nvSpPr>
        <p:spPr>
          <a:xfrm>
            <a:off x="6093056" y="3822355"/>
            <a:ext cx="2475872" cy="855612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85" name="Google Shape;185;p22"/>
          <p:cNvSpPr/>
          <p:nvPr/>
        </p:nvSpPr>
        <p:spPr>
          <a:xfrm rot="10800000">
            <a:off x="5694323" y="785266"/>
            <a:ext cx="263770" cy="184639"/>
          </a:xfrm>
          <a:custGeom>
            <a:rect b="b" l="l" r="r" t="t"/>
            <a:pathLst>
              <a:path extrusionOk="0" h="246184" w="351692">
                <a:moveTo>
                  <a:pt x="340702" y="112102"/>
                </a:moveTo>
                <a:lnTo>
                  <a:pt x="91528" y="112102"/>
                </a:lnTo>
                <a:lnTo>
                  <a:pt x="154481" y="48973"/>
                </a:lnTo>
                <a:lnTo>
                  <a:pt x="129687" y="24179"/>
                </a:lnTo>
                <a:lnTo>
                  <a:pt x="24179" y="129687"/>
                </a:lnTo>
                <a:lnTo>
                  <a:pt x="129687" y="235194"/>
                </a:lnTo>
                <a:lnTo>
                  <a:pt x="154481" y="210400"/>
                </a:lnTo>
                <a:lnTo>
                  <a:pt x="91528" y="147271"/>
                </a:lnTo>
                <a:lnTo>
                  <a:pt x="340702" y="147271"/>
                </a:lnTo>
                <a:lnTo>
                  <a:pt x="340702" y="112102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86" name="Google Shape;186;p22"/>
          <p:cNvSpPr/>
          <p:nvPr/>
        </p:nvSpPr>
        <p:spPr>
          <a:xfrm rot="10800000">
            <a:off x="5694323" y="2137298"/>
            <a:ext cx="263770" cy="184639"/>
          </a:xfrm>
          <a:custGeom>
            <a:rect b="b" l="l" r="r" t="t"/>
            <a:pathLst>
              <a:path extrusionOk="0" h="246184" w="351692">
                <a:moveTo>
                  <a:pt x="340702" y="112102"/>
                </a:moveTo>
                <a:lnTo>
                  <a:pt x="91528" y="112102"/>
                </a:lnTo>
                <a:lnTo>
                  <a:pt x="154481" y="48973"/>
                </a:lnTo>
                <a:lnTo>
                  <a:pt x="129687" y="24179"/>
                </a:lnTo>
                <a:lnTo>
                  <a:pt x="24179" y="129687"/>
                </a:lnTo>
                <a:lnTo>
                  <a:pt x="129687" y="235194"/>
                </a:lnTo>
                <a:lnTo>
                  <a:pt x="154481" y="210400"/>
                </a:lnTo>
                <a:lnTo>
                  <a:pt x="91528" y="147271"/>
                </a:lnTo>
                <a:lnTo>
                  <a:pt x="340702" y="147271"/>
                </a:lnTo>
                <a:lnTo>
                  <a:pt x="340702" y="112102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87" name="Google Shape;187;p22"/>
          <p:cNvSpPr/>
          <p:nvPr/>
        </p:nvSpPr>
        <p:spPr>
          <a:xfrm rot="10800000">
            <a:off x="5694323" y="3497568"/>
            <a:ext cx="263770" cy="184639"/>
          </a:xfrm>
          <a:custGeom>
            <a:rect b="b" l="l" r="r" t="t"/>
            <a:pathLst>
              <a:path extrusionOk="0" h="246184" w="351692">
                <a:moveTo>
                  <a:pt x="340702" y="112102"/>
                </a:moveTo>
                <a:lnTo>
                  <a:pt x="91528" y="112102"/>
                </a:lnTo>
                <a:lnTo>
                  <a:pt x="154481" y="48973"/>
                </a:lnTo>
                <a:lnTo>
                  <a:pt x="129687" y="24179"/>
                </a:lnTo>
                <a:lnTo>
                  <a:pt x="24179" y="129687"/>
                </a:lnTo>
                <a:lnTo>
                  <a:pt x="129687" y="235194"/>
                </a:lnTo>
                <a:lnTo>
                  <a:pt x="154481" y="210400"/>
                </a:lnTo>
                <a:lnTo>
                  <a:pt x="91528" y="147271"/>
                </a:lnTo>
                <a:lnTo>
                  <a:pt x="340702" y="147271"/>
                </a:lnTo>
                <a:lnTo>
                  <a:pt x="340702" y="112102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xte-Exergue-3pointsclés-Dark">
  <p:cSld name="Texte-Exergue-3pointsclés-Dark">
    <p:bg>
      <p:bgPr>
        <a:solidFill>
          <a:schemeClr val="dk1"/>
        </a:solidFill>
      </p:bgPr>
    </p:bg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23"/>
          <p:cNvSpPr txBox="1"/>
          <p:nvPr>
            <p:ph idx="1" type="body"/>
          </p:nvPr>
        </p:nvSpPr>
        <p:spPr>
          <a:xfrm>
            <a:off x="503039" y="6248"/>
            <a:ext cx="8568928" cy="30408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68575" spcFirstLastPara="1" rIns="68575" wrap="square" tIns="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6"/>
              </a:buClr>
              <a:buSzPts val="900"/>
              <a:buFont typeface="Roboto"/>
              <a:buNone/>
              <a:defRPr sz="900">
                <a:solidFill>
                  <a:schemeClr val="accent6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None/>
              <a:defRPr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Roboto"/>
              <a:buNone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190" name="Google Shape;190;p23"/>
          <p:cNvSpPr/>
          <p:nvPr/>
        </p:nvSpPr>
        <p:spPr>
          <a:xfrm>
            <a:off x="0" y="4624388"/>
            <a:ext cx="1949947" cy="512864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23"/>
          <p:cNvSpPr/>
          <p:nvPr/>
        </p:nvSpPr>
        <p:spPr>
          <a:xfrm rot="10800000">
            <a:off x="5694323" y="785266"/>
            <a:ext cx="263770" cy="184639"/>
          </a:xfrm>
          <a:custGeom>
            <a:rect b="b" l="l" r="r" t="t"/>
            <a:pathLst>
              <a:path extrusionOk="0" h="246184" w="351692">
                <a:moveTo>
                  <a:pt x="340702" y="112102"/>
                </a:moveTo>
                <a:lnTo>
                  <a:pt x="91528" y="112102"/>
                </a:lnTo>
                <a:lnTo>
                  <a:pt x="154481" y="48973"/>
                </a:lnTo>
                <a:lnTo>
                  <a:pt x="129687" y="24179"/>
                </a:lnTo>
                <a:lnTo>
                  <a:pt x="24179" y="129687"/>
                </a:lnTo>
                <a:lnTo>
                  <a:pt x="129687" y="235194"/>
                </a:lnTo>
                <a:lnTo>
                  <a:pt x="154481" y="210400"/>
                </a:lnTo>
                <a:lnTo>
                  <a:pt x="91528" y="147271"/>
                </a:lnTo>
                <a:lnTo>
                  <a:pt x="340702" y="147271"/>
                </a:lnTo>
                <a:lnTo>
                  <a:pt x="340702" y="112102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92" name="Google Shape;192;p23"/>
          <p:cNvSpPr/>
          <p:nvPr/>
        </p:nvSpPr>
        <p:spPr>
          <a:xfrm rot="10800000">
            <a:off x="5694323" y="2137298"/>
            <a:ext cx="263770" cy="184639"/>
          </a:xfrm>
          <a:custGeom>
            <a:rect b="b" l="l" r="r" t="t"/>
            <a:pathLst>
              <a:path extrusionOk="0" h="246184" w="351692">
                <a:moveTo>
                  <a:pt x="340702" y="112102"/>
                </a:moveTo>
                <a:lnTo>
                  <a:pt x="91528" y="112102"/>
                </a:lnTo>
                <a:lnTo>
                  <a:pt x="154481" y="48973"/>
                </a:lnTo>
                <a:lnTo>
                  <a:pt x="129687" y="24179"/>
                </a:lnTo>
                <a:lnTo>
                  <a:pt x="24179" y="129687"/>
                </a:lnTo>
                <a:lnTo>
                  <a:pt x="129687" y="235194"/>
                </a:lnTo>
                <a:lnTo>
                  <a:pt x="154481" y="210400"/>
                </a:lnTo>
                <a:lnTo>
                  <a:pt x="91528" y="147271"/>
                </a:lnTo>
                <a:lnTo>
                  <a:pt x="340702" y="147271"/>
                </a:lnTo>
                <a:lnTo>
                  <a:pt x="340702" y="112102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93" name="Google Shape;193;p23"/>
          <p:cNvSpPr/>
          <p:nvPr/>
        </p:nvSpPr>
        <p:spPr>
          <a:xfrm rot="10800000">
            <a:off x="5694323" y="3497568"/>
            <a:ext cx="263770" cy="184639"/>
          </a:xfrm>
          <a:custGeom>
            <a:rect b="b" l="l" r="r" t="t"/>
            <a:pathLst>
              <a:path extrusionOk="0" h="246184" w="351692">
                <a:moveTo>
                  <a:pt x="340702" y="112102"/>
                </a:moveTo>
                <a:lnTo>
                  <a:pt x="91528" y="112102"/>
                </a:lnTo>
                <a:lnTo>
                  <a:pt x="154481" y="48973"/>
                </a:lnTo>
                <a:lnTo>
                  <a:pt x="129687" y="24179"/>
                </a:lnTo>
                <a:lnTo>
                  <a:pt x="24179" y="129687"/>
                </a:lnTo>
                <a:lnTo>
                  <a:pt x="129687" y="235194"/>
                </a:lnTo>
                <a:lnTo>
                  <a:pt x="154481" y="210400"/>
                </a:lnTo>
                <a:lnTo>
                  <a:pt x="91528" y="147271"/>
                </a:lnTo>
                <a:lnTo>
                  <a:pt x="340702" y="147271"/>
                </a:lnTo>
                <a:lnTo>
                  <a:pt x="340702" y="112102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94" name="Google Shape;194;p23"/>
          <p:cNvSpPr txBox="1"/>
          <p:nvPr>
            <p:ph idx="2" type="body"/>
          </p:nvPr>
        </p:nvSpPr>
        <p:spPr>
          <a:xfrm>
            <a:off x="502444" y="479323"/>
            <a:ext cx="4429480" cy="4198643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indent="-228600" lvl="0" marL="457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/>
            </a:lvl2pPr>
            <a:lvl3pPr indent="-3175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195" name="Google Shape;195;p23"/>
          <p:cNvSpPr txBox="1"/>
          <p:nvPr>
            <p:ph idx="3" type="body"/>
          </p:nvPr>
        </p:nvSpPr>
        <p:spPr>
          <a:xfrm>
            <a:off x="6093056" y="705699"/>
            <a:ext cx="2475872" cy="10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sz="14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/>
            </a:lvl2pPr>
            <a:lvl3pPr indent="-3175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196" name="Google Shape;196;p23"/>
          <p:cNvSpPr txBox="1"/>
          <p:nvPr>
            <p:ph idx="4" type="body"/>
          </p:nvPr>
        </p:nvSpPr>
        <p:spPr>
          <a:xfrm>
            <a:off x="6093056" y="2063583"/>
            <a:ext cx="2475872" cy="10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sz="14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/>
            </a:lvl2pPr>
            <a:lvl3pPr indent="-3175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197" name="Google Shape;197;p23"/>
          <p:cNvSpPr txBox="1"/>
          <p:nvPr>
            <p:ph idx="5" type="body"/>
          </p:nvPr>
        </p:nvSpPr>
        <p:spPr>
          <a:xfrm>
            <a:off x="6093056" y="3414609"/>
            <a:ext cx="2475872" cy="10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sz="14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/>
            </a:lvl2pPr>
            <a:lvl3pPr indent="-3175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pic>
        <p:nvPicPr>
          <p:cNvPr id="198" name="Google Shape;198;p23" title="fvae_logo_couleur_inverse@2x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03050" y="4773606"/>
            <a:ext cx="504008" cy="2739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xte-Exergue + Media - Light">
  <p:cSld name="Texte-Exergue + Media - Light">
    <p:bg>
      <p:bgPr>
        <a:solidFill>
          <a:schemeClr val="lt1"/>
        </a:solidFill>
      </p:bgPr>
    </p:bg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24"/>
          <p:cNvSpPr txBox="1"/>
          <p:nvPr>
            <p:ph idx="1" type="body"/>
          </p:nvPr>
        </p:nvSpPr>
        <p:spPr>
          <a:xfrm>
            <a:off x="503039" y="6248"/>
            <a:ext cx="8568928" cy="30408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68575" spcFirstLastPara="1" rIns="68575" wrap="square" tIns="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1041BE"/>
              </a:buClr>
              <a:buSzPts val="900"/>
              <a:buFont typeface="Roboto"/>
              <a:buNone/>
              <a:defRPr sz="900">
                <a:solidFill>
                  <a:srgbClr val="1041BE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None/>
              <a:defRPr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Roboto"/>
              <a:buNone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201" name="Google Shape;201;p24"/>
          <p:cNvSpPr txBox="1"/>
          <p:nvPr>
            <p:ph idx="2" type="body"/>
          </p:nvPr>
        </p:nvSpPr>
        <p:spPr>
          <a:xfrm>
            <a:off x="502445" y="537520"/>
            <a:ext cx="3854054" cy="401554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4100"/>
              <a:buFont typeface="Roboto"/>
              <a:buNone/>
              <a:defRPr i="0" sz="4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None/>
              <a:defRPr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Roboto"/>
              <a:buNone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202" name="Google Shape;202;p24"/>
          <p:cNvSpPr/>
          <p:nvPr>
            <p:ph idx="3" type="pic"/>
          </p:nvPr>
        </p:nvSpPr>
        <p:spPr>
          <a:xfrm>
            <a:off x="4787503" y="0"/>
            <a:ext cx="4356497" cy="51435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xte-Exergue + Media - Dark">
  <p:cSld name="Texte-Exergue + Media - Dark">
    <p:bg>
      <p:bgPr>
        <a:solidFill>
          <a:schemeClr val="dk1"/>
        </a:solidFill>
      </p:bgPr>
    </p:bg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25"/>
          <p:cNvSpPr txBox="1"/>
          <p:nvPr>
            <p:ph idx="1" type="body"/>
          </p:nvPr>
        </p:nvSpPr>
        <p:spPr>
          <a:xfrm>
            <a:off x="503039" y="6248"/>
            <a:ext cx="8568928" cy="30408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68575" spcFirstLastPara="1" rIns="68575" wrap="square" tIns="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1041BE"/>
              </a:buClr>
              <a:buSzPts val="900"/>
              <a:buFont typeface="Roboto"/>
              <a:buNone/>
              <a:defRPr sz="900">
                <a:solidFill>
                  <a:srgbClr val="1041BE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None/>
              <a:defRPr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Roboto"/>
              <a:buNone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205" name="Google Shape;205;p25"/>
          <p:cNvSpPr txBox="1"/>
          <p:nvPr>
            <p:ph idx="2" type="body"/>
          </p:nvPr>
        </p:nvSpPr>
        <p:spPr>
          <a:xfrm>
            <a:off x="502445" y="554047"/>
            <a:ext cx="3854054" cy="399901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4100"/>
              <a:buFont typeface="Roboto"/>
              <a:buNone/>
              <a:defRPr i="0" sz="41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None/>
              <a:defRPr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Roboto"/>
              <a:buNone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206" name="Google Shape;206;p25"/>
          <p:cNvSpPr/>
          <p:nvPr>
            <p:ph idx="3" type="pic"/>
          </p:nvPr>
        </p:nvSpPr>
        <p:spPr>
          <a:xfrm>
            <a:off x="4787503" y="0"/>
            <a:ext cx="4356497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207" name="Google Shape;207;p25"/>
          <p:cNvSpPr/>
          <p:nvPr/>
        </p:nvSpPr>
        <p:spPr>
          <a:xfrm>
            <a:off x="0" y="4624388"/>
            <a:ext cx="1949947" cy="512864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08" name="Google Shape;208;p25" title="fvae_logo_couleur_inverse@2x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03050" y="4773606"/>
            <a:ext cx="504008" cy="2739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xte + Parag Medium + Tablette - 1 col - Dark">
  <p:cSld name="Texte + Parag Medium + Tablette - 1 col - Dark"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26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  <p:sp>
        <p:nvSpPr>
          <p:cNvPr id="211" name="Google Shape;211;p26"/>
          <p:cNvSpPr/>
          <p:nvPr/>
        </p:nvSpPr>
        <p:spPr>
          <a:xfrm>
            <a:off x="6091518" y="1"/>
            <a:ext cx="3052482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26"/>
          <p:cNvSpPr txBox="1"/>
          <p:nvPr>
            <p:ph idx="1" type="body"/>
          </p:nvPr>
        </p:nvSpPr>
        <p:spPr>
          <a:xfrm>
            <a:off x="502541" y="865165"/>
            <a:ext cx="2523047" cy="20050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900"/>
              <a:buNone/>
              <a:defRPr b="0" i="0" sz="900">
                <a:solidFill>
                  <a:schemeClr val="accent1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13" name="Google Shape;213;p26"/>
          <p:cNvSpPr txBox="1"/>
          <p:nvPr>
            <p:ph idx="2" type="body"/>
          </p:nvPr>
        </p:nvSpPr>
        <p:spPr>
          <a:xfrm>
            <a:off x="502542" y="1145676"/>
            <a:ext cx="2523047" cy="315568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0" i="0" sz="1800">
                <a:solidFill>
                  <a:schemeClr val="dk1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14" name="Google Shape;214;p26"/>
          <p:cNvSpPr txBox="1"/>
          <p:nvPr>
            <p:ph idx="3" type="body"/>
          </p:nvPr>
        </p:nvSpPr>
        <p:spPr>
          <a:xfrm>
            <a:off x="502542" y="1461245"/>
            <a:ext cx="2523047" cy="321672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None/>
              <a:defRPr i="0" sz="1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None/>
              <a:defRPr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Roboto"/>
              <a:buNone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215" name="Google Shape;215;p26"/>
          <p:cNvSpPr txBox="1"/>
          <p:nvPr>
            <p:ph idx="4" type="body"/>
          </p:nvPr>
        </p:nvSpPr>
        <p:spPr>
          <a:xfrm>
            <a:off x="503039" y="6248"/>
            <a:ext cx="8568928" cy="30408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68575" spcFirstLastPara="1" rIns="68575" wrap="square" tIns="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1041BE"/>
              </a:buClr>
              <a:buSzPts val="900"/>
              <a:buFont typeface="Roboto"/>
              <a:buNone/>
              <a:defRPr sz="900">
                <a:solidFill>
                  <a:srgbClr val="1041BE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None/>
              <a:defRPr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Roboto"/>
              <a:buNone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pic>
        <p:nvPicPr>
          <p:cNvPr descr="Une image contenant moniteur, équipement électronique, écran, ordinateur&#10;&#10;Description générée automatiquement" id="216" name="Google Shape;216;p2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202852" y="607495"/>
            <a:ext cx="6462551" cy="3890546"/>
          </a:xfrm>
          <a:prstGeom prst="rect">
            <a:avLst/>
          </a:prstGeom>
          <a:noFill/>
          <a:ln>
            <a:noFill/>
          </a:ln>
        </p:spPr>
      </p:pic>
      <p:sp>
        <p:nvSpPr>
          <p:cNvPr id="217" name="Google Shape;217;p26"/>
          <p:cNvSpPr/>
          <p:nvPr>
            <p:ph idx="5" type="pic"/>
          </p:nvPr>
        </p:nvSpPr>
        <p:spPr>
          <a:xfrm>
            <a:off x="3724835" y="858441"/>
            <a:ext cx="5419165" cy="3384106"/>
          </a:xfrm>
          <a:prstGeom prst="rect">
            <a:avLst/>
          </a:prstGeom>
          <a:noFill/>
          <a:ln>
            <a:noFill/>
          </a:ln>
        </p:spPr>
      </p:sp>
      <p:sp>
        <p:nvSpPr>
          <p:cNvPr id="218" name="Google Shape;218;p26"/>
          <p:cNvSpPr txBox="1"/>
          <p:nvPr>
            <p:ph idx="6" type="body"/>
          </p:nvPr>
        </p:nvSpPr>
        <p:spPr>
          <a:xfrm>
            <a:off x="3193975" y="4568775"/>
            <a:ext cx="5777400" cy="2199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>
            <a:lvl1pPr indent="-279400" lvl="0" marL="457200">
              <a:spcBef>
                <a:spcPts val="800"/>
              </a:spcBef>
              <a:spcAft>
                <a:spcPts val="0"/>
              </a:spcAft>
              <a:buClr>
                <a:srgbClr val="7A869A"/>
              </a:buClr>
              <a:buSzPts val="800"/>
              <a:buChar char="●"/>
              <a:defRPr sz="800">
                <a:solidFill>
                  <a:srgbClr val="7A869A"/>
                </a:solidFill>
              </a:defRPr>
            </a:lvl1pPr>
            <a:lvl2pPr indent="-342900" lvl="1" marL="914400">
              <a:spcBef>
                <a:spcPts val="400"/>
              </a:spcBef>
              <a:spcAft>
                <a:spcPts val="0"/>
              </a:spcAft>
              <a:buSzPts val="1800"/>
              <a:buChar char="○"/>
              <a:defRPr/>
            </a:lvl2pPr>
            <a:lvl3pPr indent="-317500" lvl="2" marL="1371600">
              <a:spcBef>
                <a:spcPts val="400"/>
              </a:spcBef>
              <a:spcAft>
                <a:spcPts val="0"/>
              </a:spcAft>
              <a:buSzPts val="1400"/>
              <a:buChar char="■"/>
              <a:defRPr/>
            </a:lvl3pPr>
            <a:lvl4pPr indent="-304800" lvl="3" marL="1828800">
              <a:spcBef>
                <a:spcPts val="400"/>
              </a:spcBef>
              <a:spcAft>
                <a:spcPts val="0"/>
              </a:spcAft>
              <a:buSzPts val="1200"/>
              <a:buChar char="●"/>
              <a:defRPr/>
            </a:lvl4pPr>
            <a:lvl5pPr indent="-298450" lvl="4" marL="2286000">
              <a:spcBef>
                <a:spcPts val="400"/>
              </a:spcBef>
              <a:spcAft>
                <a:spcPts val="0"/>
              </a:spcAft>
              <a:buSzPts val="1100"/>
              <a:buChar char="○"/>
              <a:defRPr/>
            </a:lvl5pPr>
            <a:lvl6pPr indent="-317500" lvl="5" marL="2743200">
              <a:spcBef>
                <a:spcPts val="4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4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4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40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xte + Parag Medium + Tablette - 1 col - Light">
  <p:cSld name="Texte + Parag Medium + Tablette - 1 col - Light"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27"/>
          <p:cNvSpPr txBox="1"/>
          <p:nvPr>
            <p:ph idx="1" type="body"/>
          </p:nvPr>
        </p:nvSpPr>
        <p:spPr>
          <a:xfrm>
            <a:off x="503039" y="6248"/>
            <a:ext cx="8568928" cy="30408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68575" spcFirstLastPara="1" rIns="68575" wrap="square" tIns="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1041BE"/>
              </a:buClr>
              <a:buSzPts val="900"/>
              <a:buNone/>
              <a:defRPr sz="900">
                <a:solidFill>
                  <a:srgbClr val="1041BE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21" name="Google Shape;221;p27"/>
          <p:cNvSpPr txBox="1"/>
          <p:nvPr>
            <p:ph idx="2" type="body"/>
          </p:nvPr>
        </p:nvSpPr>
        <p:spPr>
          <a:xfrm>
            <a:off x="502542" y="964798"/>
            <a:ext cx="2523047" cy="30408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0" i="0" sz="1800">
                <a:solidFill>
                  <a:schemeClr val="dk1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22" name="Google Shape;222;p27"/>
          <p:cNvSpPr txBox="1"/>
          <p:nvPr>
            <p:ph idx="3" type="body"/>
          </p:nvPr>
        </p:nvSpPr>
        <p:spPr>
          <a:xfrm>
            <a:off x="502542" y="1280366"/>
            <a:ext cx="2523047" cy="321672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0" i="0" sz="1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pic>
        <p:nvPicPr>
          <p:cNvPr descr="Une image contenant moniteur, équipement électronique, écran, ordinateur&#10;&#10;Description générée automatiquement" id="223" name="Google Shape;223;p2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499314" y="964798"/>
            <a:ext cx="5069615" cy="3051979"/>
          </a:xfrm>
          <a:prstGeom prst="rect">
            <a:avLst/>
          </a:prstGeom>
          <a:noFill/>
          <a:ln>
            <a:noFill/>
          </a:ln>
        </p:spPr>
      </p:pic>
      <p:sp>
        <p:nvSpPr>
          <p:cNvPr id="224" name="Google Shape;224;p27"/>
          <p:cNvSpPr/>
          <p:nvPr>
            <p:ph idx="4" type="pic"/>
          </p:nvPr>
        </p:nvSpPr>
        <p:spPr>
          <a:xfrm>
            <a:off x="3908097" y="1163439"/>
            <a:ext cx="4251119" cy="2654696"/>
          </a:xfrm>
          <a:prstGeom prst="rect">
            <a:avLst/>
          </a:prstGeom>
          <a:noFill/>
          <a:ln>
            <a:noFill/>
          </a:ln>
        </p:spPr>
      </p:sp>
      <p:sp>
        <p:nvSpPr>
          <p:cNvPr id="225" name="Google Shape;225;p27"/>
          <p:cNvSpPr txBox="1"/>
          <p:nvPr>
            <p:ph idx="5" type="body"/>
          </p:nvPr>
        </p:nvSpPr>
        <p:spPr>
          <a:xfrm>
            <a:off x="3499325" y="4073150"/>
            <a:ext cx="5069700" cy="2199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>
            <a:lvl1pPr indent="-279400" lvl="0" marL="457200" algn="ctr">
              <a:spcBef>
                <a:spcPts val="800"/>
              </a:spcBef>
              <a:spcAft>
                <a:spcPts val="0"/>
              </a:spcAft>
              <a:buClr>
                <a:srgbClr val="7A869A"/>
              </a:buClr>
              <a:buSzPts val="800"/>
              <a:buChar char="●"/>
              <a:defRPr sz="800">
                <a:solidFill>
                  <a:srgbClr val="7A869A"/>
                </a:solidFill>
              </a:defRPr>
            </a:lvl1pPr>
            <a:lvl2pPr indent="-342900" lvl="1" marL="914400">
              <a:spcBef>
                <a:spcPts val="400"/>
              </a:spcBef>
              <a:spcAft>
                <a:spcPts val="0"/>
              </a:spcAft>
              <a:buSzPts val="1800"/>
              <a:buChar char="○"/>
              <a:defRPr/>
            </a:lvl2pPr>
            <a:lvl3pPr indent="-317500" lvl="2" marL="1371600">
              <a:spcBef>
                <a:spcPts val="400"/>
              </a:spcBef>
              <a:spcAft>
                <a:spcPts val="0"/>
              </a:spcAft>
              <a:buSzPts val="1400"/>
              <a:buChar char="■"/>
              <a:defRPr/>
            </a:lvl3pPr>
            <a:lvl4pPr indent="-304800" lvl="3" marL="1828800">
              <a:spcBef>
                <a:spcPts val="400"/>
              </a:spcBef>
              <a:spcAft>
                <a:spcPts val="0"/>
              </a:spcAft>
              <a:buSzPts val="1200"/>
              <a:buChar char="●"/>
              <a:defRPr/>
            </a:lvl4pPr>
            <a:lvl5pPr indent="-298450" lvl="4" marL="2286000">
              <a:spcBef>
                <a:spcPts val="400"/>
              </a:spcBef>
              <a:spcAft>
                <a:spcPts val="0"/>
              </a:spcAft>
              <a:buSzPts val="1100"/>
              <a:buChar char="○"/>
              <a:defRPr/>
            </a:lvl5pPr>
            <a:lvl6pPr indent="-317500" lvl="5" marL="2743200">
              <a:spcBef>
                <a:spcPts val="4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4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4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40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vice - Front - Tablette">
  <p:cSld name="Device - Front - Tablette"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28"/>
          <p:cNvSpPr txBox="1"/>
          <p:nvPr>
            <p:ph idx="1" type="body"/>
          </p:nvPr>
        </p:nvSpPr>
        <p:spPr>
          <a:xfrm>
            <a:off x="503039" y="6248"/>
            <a:ext cx="8568928" cy="30408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68575" spcFirstLastPara="1" rIns="68575" wrap="square" tIns="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1041BE"/>
              </a:buClr>
              <a:buSzPts val="900"/>
              <a:buNone/>
              <a:defRPr sz="900">
                <a:solidFill>
                  <a:srgbClr val="1041BE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pic>
        <p:nvPicPr>
          <p:cNvPr descr="Une image contenant moniteur, équipement électronique, écran, ordinateur&#10;&#10;Description générée automatiquement" id="228" name="Google Shape;228;p2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600322" y="701796"/>
            <a:ext cx="5943356" cy="3577983"/>
          </a:xfrm>
          <a:prstGeom prst="rect">
            <a:avLst/>
          </a:prstGeom>
          <a:noFill/>
          <a:ln>
            <a:noFill/>
          </a:ln>
        </p:spPr>
      </p:pic>
      <p:sp>
        <p:nvSpPr>
          <p:cNvPr id="229" name="Google Shape;229;p28"/>
          <p:cNvSpPr/>
          <p:nvPr>
            <p:ph idx="2" type="pic"/>
          </p:nvPr>
        </p:nvSpPr>
        <p:spPr>
          <a:xfrm>
            <a:off x="2077985" y="931375"/>
            <a:ext cx="4983794" cy="3112229"/>
          </a:xfrm>
          <a:prstGeom prst="rect">
            <a:avLst/>
          </a:prstGeom>
          <a:noFill/>
          <a:ln>
            <a:noFill/>
          </a:ln>
        </p:spPr>
      </p:sp>
      <p:sp>
        <p:nvSpPr>
          <p:cNvPr id="230" name="Google Shape;230;p28"/>
          <p:cNvSpPr txBox="1"/>
          <p:nvPr>
            <p:ph idx="3" type="body"/>
          </p:nvPr>
        </p:nvSpPr>
        <p:spPr>
          <a:xfrm>
            <a:off x="1600325" y="4313625"/>
            <a:ext cx="5943300" cy="2199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>
            <a:lvl1pPr indent="-279400" lvl="0" marL="457200" algn="ctr">
              <a:spcBef>
                <a:spcPts val="800"/>
              </a:spcBef>
              <a:spcAft>
                <a:spcPts val="0"/>
              </a:spcAft>
              <a:buClr>
                <a:srgbClr val="7A869A"/>
              </a:buClr>
              <a:buSzPts val="800"/>
              <a:buChar char="●"/>
              <a:defRPr sz="800">
                <a:solidFill>
                  <a:srgbClr val="7A869A"/>
                </a:solidFill>
              </a:defRPr>
            </a:lvl1pPr>
            <a:lvl2pPr indent="-342900" lvl="1" marL="914400">
              <a:spcBef>
                <a:spcPts val="400"/>
              </a:spcBef>
              <a:spcAft>
                <a:spcPts val="0"/>
              </a:spcAft>
              <a:buSzPts val="1800"/>
              <a:buChar char="○"/>
              <a:defRPr/>
            </a:lvl2pPr>
            <a:lvl3pPr indent="-317500" lvl="2" marL="1371600">
              <a:spcBef>
                <a:spcPts val="400"/>
              </a:spcBef>
              <a:spcAft>
                <a:spcPts val="0"/>
              </a:spcAft>
              <a:buSzPts val="1400"/>
              <a:buChar char="■"/>
              <a:defRPr/>
            </a:lvl3pPr>
            <a:lvl4pPr indent="-304800" lvl="3" marL="1828800">
              <a:spcBef>
                <a:spcPts val="400"/>
              </a:spcBef>
              <a:spcAft>
                <a:spcPts val="0"/>
              </a:spcAft>
              <a:buSzPts val="1200"/>
              <a:buChar char="●"/>
              <a:defRPr/>
            </a:lvl4pPr>
            <a:lvl5pPr indent="-298450" lvl="4" marL="2286000">
              <a:spcBef>
                <a:spcPts val="400"/>
              </a:spcBef>
              <a:spcAft>
                <a:spcPts val="0"/>
              </a:spcAft>
              <a:buSzPts val="1100"/>
              <a:buChar char="○"/>
              <a:defRPr/>
            </a:lvl5pPr>
            <a:lvl6pPr indent="-317500" lvl="5" marL="2743200">
              <a:spcBef>
                <a:spcPts val="4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4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4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40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tte Big Right + Texte - parag small">
  <p:cSld name="Tablette Big Right + Texte - parag small"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29"/>
          <p:cNvSpPr txBox="1"/>
          <p:nvPr>
            <p:ph idx="1" type="body"/>
          </p:nvPr>
        </p:nvSpPr>
        <p:spPr>
          <a:xfrm>
            <a:off x="7111830" y="458867"/>
            <a:ext cx="1776137" cy="26829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A1F44"/>
              </a:buClr>
              <a:buSzPts val="1400"/>
              <a:buNone/>
              <a:defRPr b="0" i="0" sz="1400">
                <a:solidFill>
                  <a:srgbClr val="0A1F44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33" name="Google Shape;233;p29"/>
          <p:cNvSpPr txBox="1"/>
          <p:nvPr>
            <p:ph idx="2" type="body"/>
          </p:nvPr>
        </p:nvSpPr>
        <p:spPr>
          <a:xfrm>
            <a:off x="7111830" y="774436"/>
            <a:ext cx="1776137" cy="321672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  <a:buClr>
                <a:srgbClr val="283A5B"/>
              </a:buClr>
              <a:buSzPts val="1100"/>
              <a:buNone/>
              <a:defRPr b="0" i="0" sz="1100">
                <a:solidFill>
                  <a:srgbClr val="283A5B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pic>
        <p:nvPicPr>
          <p:cNvPr id="234" name="Google Shape;234;p2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575072" y="4790424"/>
            <a:ext cx="520589" cy="285989"/>
          </a:xfrm>
          <a:prstGeom prst="rect">
            <a:avLst/>
          </a:prstGeom>
          <a:noFill/>
          <a:ln>
            <a:noFill/>
          </a:ln>
        </p:spPr>
      </p:pic>
      <p:pic>
        <p:nvPicPr>
          <p:cNvPr id="235" name="Google Shape;235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91940" y="4861365"/>
            <a:ext cx="624461" cy="14410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Une image contenant moniteur, équipement électronique, écran, ordinateur&#10;&#10;Description générée automatiquement" id="236" name="Google Shape;236;p2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-3476473" y="281179"/>
            <a:ext cx="10423463" cy="6275070"/>
          </a:xfrm>
          <a:prstGeom prst="rect">
            <a:avLst/>
          </a:prstGeom>
          <a:noFill/>
          <a:ln>
            <a:noFill/>
          </a:ln>
        </p:spPr>
      </p:pic>
      <p:sp>
        <p:nvSpPr>
          <p:cNvPr id="237" name="Google Shape;237;p29"/>
          <p:cNvSpPr/>
          <p:nvPr>
            <p:ph idx="3" type="pic"/>
          </p:nvPr>
        </p:nvSpPr>
        <p:spPr>
          <a:xfrm>
            <a:off x="-2635160" y="690141"/>
            <a:ext cx="8740582" cy="5458231"/>
          </a:xfrm>
          <a:prstGeom prst="rect">
            <a:avLst/>
          </a:prstGeom>
          <a:noFill/>
          <a:ln>
            <a:noFill/>
          </a:ln>
        </p:spPr>
      </p:sp>
      <p:sp>
        <p:nvSpPr>
          <p:cNvPr id="238" name="Google Shape;238;p29"/>
          <p:cNvSpPr txBox="1"/>
          <p:nvPr>
            <p:ph idx="4" type="body"/>
          </p:nvPr>
        </p:nvSpPr>
        <p:spPr>
          <a:xfrm>
            <a:off x="190175" y="61275"/>
            <a:ext cx="6699900" cy="2199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>
            <a:lvl1pPr indent="-279400" lvl="0" marL="457200">
              <a:spcBef>
                <a:spcPts val="800"/>
              </a:spcBef>
              <a:spcAft>
                <a:spcPts val="0"/>
              </a:spcAft>
              <a:buClr>
                <a:srgbClr val="7A869A"/>
              </a:buClr>
              <a:buSzPts val="800"/>
              <a:buChar char="●"/>
              <a:defRPr sz="800">
                <a:solidFill>
                  <a:srgbClr val="7A869A"/>
                </a:solidFill>
              </a:defRPr>
            </a:lvl1pPr>
            <a:lvl2pPr indent="-342900" lvl="1" marL="914400">
              <a:spcBef>
                <a:spcPts val="400"/>
              </a:spcBef>
              <a:spcAft>
                <a:spcPts val="0"/>
              </a:spcAft>
              <a:buSzPts val="1800"/>
              <a:buChar char="○"/>
              <a:defRPr/>
            </a:lvl2pPr>
            <a:lvl3pPr indent="-317500" lvl="2" marL="1371600">
              <a:spcBef>
                <a:spcPts val="400"/>
              </a:spcBef>
              <a:spcAft>
                <a:spcPts val="0"/>
              </a:spcAft>
              <a:buSzPts val="1400"/>
              <a:buChar char="■"/>
              <a:defRPr/>
            </a:lvl3pPr>
            <a:lvl4pPr indent="-304800" lvl="3" marL="1828800">
              <a:spcBef>
                <a:spcPts val="400"/>
              </a:spcBef>
              <a:spcAft>
                <a:spcPts val="0"/>
              </a:spcAft>
              <a:buSzPts val="1200"/>
              <a:buChar char="●"/>
              <a:defRPr/>
            </a:lvl4pPr>
            <a:lvl5pPr indent="-298450" lvl="4" marL="2286000">
              <a:spcBef>
                <a:spcPts val="400"/>
              </a:spcBef>
              <a:spcAft>
                <a:spcPts val="0"/>
              </a:spcAft>
              <a:buSzPts val="1100"/>
              <a:buChar char="○"/>
              <a:defRPr/>
            </a:lvl5pPr>
            <a:lvl6pPr indent="-317500" lvl="5" marL="2743200">
              <a:spcBef>
                <a:spcPts val="4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4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4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40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569">
          <p15:clr>
            <a:srgbClr val="FBAE40"/>
          </p15:clr>
        </p15:guide>
        <p15:guide id="2" pos="2880">
          <p15:clr>
            <a:srgbClr val="FBAE40"/>
          </p15:clr>
        </p15:guide>
        <p15:guide id="3" pos="362">
          <p15:clr>
            <a:srgbClr val="FBAE40"/>
          </p15:clr>
        </p15:guide>
        <p15:guide id="4" pos="635">
          <p15:clr>
            <a:srgbClr val="FBAE40"/>
          </p15:clr>
        </p15:guide>
        <p15:guide id="5" pos="3016">
          <p15:clr>
            <a:srgbClr val="FBAE40"/>
          </p15:clr>
        </p15:guide>
        <p15:guide id="6" pos="5125">
          <p15:clr>
            <a:srgbClr val="FBAE40"/>
          </p15:clr>
        </p15:guide>
        <p15:guide id="7" pos="5398">
          <p15:clr>
            <a:srgbClr val="FBAE40"/>
          </p15:clr>
        </p15:guide>
        <p15:guide id="8" orient="horz" pos="191">
          <p15:clr>
            <a:srgbClr val="FBAE40"/>
          </p15:clr>
        </p15:guide>
        <p15:guide id="9" orient="horz" pos="2947">
          <p15:clr>
            <a:srgbClr val="FBAE40"/>
          </p15:clr>
        </p15:guide>
        <p15:guide id="10" pos="2744">
          <p15:clr>
            <a:srgbClr val="FBAE40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tte Big Left + Texte - parag small">
  <p:cSld name="Tablette Big Left + Texte - parag small"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Une image contenant moniteur, équipement électronique, écran, ordinateur&#10;&#10;Description générée automatiquement" id="240" name="Google Shape;240;p3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2513961" y="281179"/>
            <a:ext cx="10423463" cy="6275070"/>
          </a:xfrm>
          <a:prstGeom prst="rect">
            <a:avLst/>
          </a:prstGeom>
          <a:noFill/>
          <a:ln>
            <a:noFill/>
          </a:ln>
        </p:spPr>
      </p:pic>
      <p:sp>
        <p:nvSpPr>
          <p:cNvPr id="241" name="Google Shape;241;p30"/>
          <p:cNvSpPr/>
          <p:nvPr>
            <p:ph idx="2" type="pic"/>
          </p:nvPr>
        </p:nvSpPr>
        <p:spPr>
          <a:xfrm>
            <a:off x="3355274" y="690141"/>
            <a:ext cx="8740582" cy="5458231"/>
          </a:xfrm>
          <a:prstGeom prst="rect">
            <a:avLst/>
          </a:prstGeom>
          <a:noFill/>
          <a:ln>
            <a:noFill/>
          </a:ln>
        </p:spPr>
      </p:sp>
      <p:sp>
        <p:nvSpPr>
          <p:cNvPr id="242" name="Google Shape;242;p30"/>
          <p:cNvSpPr txBox="1"/>
          <p:nvPr>
            <p:ph idx="1" type="body"/>
          </p:nvPr>
        </p:nvSpPr>
        <p:spPr>
          <a:xfrm>
            <a:off x="511660" y="458867"/>
            <a:ext cx="1776137" cy="26829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A1F44"/>
              </a:buClr>
              <a:buSzPts val="1400"/>
              <a:buNone/>
              <a:defRPr b="0" i="0" sz="1400">
                <a:solidFill>
                  <a:srgbClr val="0A1F44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43" name="Google Shape;243;p30"/>
          <p:cNvSpPr txBox="1"/>
          <p:nvPr>
            <p:ph idx="3" type="body"/>
          </p:nvPr>
        </p:nvSpPr>
        <p:spPr>
          <a:xfrm>
            <a:off x="511660" y="774436"/>
            <a:ext cx="1776137" cy="321672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  <a:buClr>
                <a:srgbClr val="283A5B"/>
              </a:buClr>
              <a:buSzPts val="1100"/>
              <a:buNone/>
              <a:defRPr b="0" i="0" sz="1100">
                <a:solidFill>
                  <a:srgbClr val="283A5B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44" name="Google Shape;244;p30"/>
          <p:cNvSpPr txBox="1"/>
          <p:nvPr>
            <p:ph idx="4" type="body"/>
          </p:nvPr>
        </p:nvSpPr>
        <p:spPr>
          <a:xfrm>
            <a:off x="2513950" y="61275"/>
            <a:ext cx="5777400" cy="2199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>
            <a:lvl1pPr indent="-279400" lvl="0" marL="457200">
              <a:spcBef>
                <a:spcPts val="800"/>
              </a:spcBef>
              <a:spcAft>
                <a:spcPts val="0"/>
              </a:spcAft>
              <a:buClr>
                <a:srgbClr val="7A869A"/>
              </a:buClr>
              <a:buSzPts val="800"/>
              <a:buChar char="●"/>
              <a:defRPr sz="800">
                <a:solidFill>
                  <a:srgbClr val="7A869A"/>
                </a:solidFill>
              </a:defRPr>
            </a:lvl1pPr>
            <a:lvl2pPr indent="-342900" lvl="1" marL="914400">
              <a:spcBef>
                <a:spcPts val="400"/>
              </a:spcBef>
              <a:spcAft>
                <a:spcPts val="0"/>
              </a:spcAft>
              <a:buSzPts val="1800"/>
              <a:buChar char="○"/>
              <a:defRPr/>
            </a:lvl2pPr>
            <a:lvl3pPr indent="-317500" lvl="2" marL="1371600">
              <a:spcBef>
                <a:spcPts val="400"/>
              </a:spcBef>
              <a:spcAft>
                <a:spcPts val="0"/>
              </a:spcAft>
              <a:buSzPts val="1400"/>
              <a:buChar char="■"/>
              <a:defRPr/>
            </a:lvl3pPr>
            <a:lvl4pPr indent="-304800" lvl="3" marL="1828800">
              <a:spcBef>
                <a:spcPts val="400"/>
              </a:spcBef>
              <a:spcAft>
                <a:spcPts val="0"/>
              </a:spcAft>
              <a:buSzPts val="1200"/>
              <a:buChar char="●"/>
              <a:defRPr/>
            </a:lvl4pPr>
            <a:lvl5pPr indent="-298450" lvl="4" marL="2286000">
              <a:spcBef>
                <a:spcPts val="400"/>
              </a:spcBef>
              <a:spcAft>
                <a:spcPts val="0"/>
              </a:spcAft>
              <a:buSzPts val="1100"/>
              <a:buChar char="○"/>
              <a:defRPr/>
            </a:lvl5pPr>
            <a:lvl6pPr indent="-317500" lvl="5" marL="2743200">
              <a:spcBef>
                <a:spcPts val="4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4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4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40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569">
          <p15:clr>
            <a:srgbClr val="FBAE40"/>
          </p15:clr>
        </p15:guide>
        <p15:guide id="2" pos="2880">
          <p15:clr>
            <a:srgbClr val="FBAE40"/>
          </p15:clr>
        </p15:guide>
        <p15:guide id="3" pos="362">
          <p15:clr>
            <a:srgbClr val="FBAE40"/>
          </p15:clr>
        </p15:guide>
        <p15:guide id="4" pos="635">
          <p15:clr>
            <a:srgbClr val="FBAE40"/>
          </p15:clr>
        </p15:guide>
        <p15:guide id="5" pos="3016">
          <p15:clr>
            <a:srgbClr val="FBAE40"/>
          </p15:clr>
        </p15:guide>
        <p15:guide id="6" pos="5125">
          <p15:clr>
            <a:srgbClr val="FBAE40"/>
          </p15:clr>
        </p15:guide>
        <p15:guide id="7" pos="5398">
          <p15:clr>
            <a:srgbClr val="FBAE40"/>
          </p15:clr>
        </p15:guide>
        <p15:guide id="8" orient="horz" pos="191">
          <p15:clr>
            <a:srgbClr val="FBAE40"/>
          </p15:clr>
        </p15:guide>
        <p15:guide id="9" orient="horz" pos="2947">
          <p15:clr>
            <a:srgbClr val="FBAE40"/>
          </p15:clr>
        </p15:guide>
        <p15:guide id="10" pos="2744">
          <p15:clr>
            <a:srgbClr val="FBAE40"/>
          </p15:clr>
        </p15:guide>
      </p15:sldGuideLst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xte + Parag Medium + Laptop - 1 col - Dark">
  <p:cSld name="Texte + Parag Medium + Laptop - 1 col - Dark"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31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  <p:sp>
        <p:nvSpPr>
          <p:cNvPr id="247" name="Google Shape;247;p31"/>
          <p:cNvSpPr/>
          <p:nvPr/>
        </p:nvSpPr>
        <p:spPr>
          <a:xfrm>
            <a:off x="6091518" y="0"/>
            <a:ext cx="3052482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31"/>
          <p:cNvSpPr txBox="1"/>
          <p:nvPr>
            <p:ph idx="1" type="body"/>
          </p:nvPr>
        </p:nvSpPr>
        <p:spPr>
          <a:xfrm>
            <a:off x="502541" y="865165"/>
            <a:ext cx="2523047" cy="20050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900"/>
              <a:buNone/>
              <a:defRPr b="0" i="0" sz="900">
                <a:solidFill>
                  <a:schemeClr val="accent1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49" name="Google Shape;249;p31"/>
          <p:cNvSpPr txBox="1"/>
          <p:nvPr>
            <p:ph idx="2" type="body"/>
          </p:nvPr>
        </p:nvSpPr>
        <p:spPr>
          <a:xfrm>
            <a:off x="502542" y="1145676"/>
            <a:ext cx="2523047" cy="26829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0" i="0" sz="1800">
                <a:solidFill>
                  <a:schemeClr val="dk1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50" name="Google Shape;250;p31"/>
          <p:cNvSpPr txBox="1"/>
          <p:nvPr>
            <p:ph idx="3" type="body"/>
          </p:nvPr>
        </p:nvSpPr>
        <p:spPr>
          <a:xfrm>
            <a:off x="502542" y="1461245"/>
            <a:ext cx="2523047" cy="321672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0" i="0" sz="1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51" name="Google Shape;251;p31"/>
          <p:cNvSpPr txBox="1"/>
          <p:nvPr>
            <p:ph idx="4" type="body"/>
          </p:nvPr>
        </p:nvSpPr>
        <p:spPr>
          <a:xfrm>
            <a:off x="503039" y="6248"/>
            <a:ext cx="8568928" cy="30408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68575" spcFirstLastPara="1" rIns="68575" wrap="square" tIns="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1041BE"/>
              </a:buClr>
              <a:buSzPts val="900"/>
              <a:buNone/>
              <a:defRPr sz="900">
                <a:solidFill>
                  <a:srgbClr val="1041BE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pic>
        <p:nvPicPr>
          <p:cNvPr descr="Une image contenant portable, ordinateur, équipement électronique, moniteur&#10;&#10;Description générée automatiquement" id="252" name="Google Shape;252;p3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2793733" y="607495"/>
            <a:ext cx="7492379" cy="4258775"/>
          </a:xfrm>
          <a:prstGeom prst="rect">
            <a:avLst/>
          </a:prstGeom>
          <a:noFill/>
          <a:ln>
            <a:noFill/>
          </a:ln>
        </p:spPr>
      </p:pic>
      <p:sp>
        <p:nvSpPr>
          <p:cNvPr id="253" name="Google Shape;253;p31"/>
          <p:cNvSpPr/>
          <p:nvPr>
            <p:ph idx="5" type="pic"/>
          </p:nvPr>
        </p:nvSpPr>
        <p:spPr>
          <a:xfrm>
            <a:off x="3703179" y="873139"/>
            <a:ext cx="5419165" cy="3077241"/>
          </a:xfrm>
          <a:prstGeom prst="rect">
            <a:avLst/>
          </a:prstGeom>
          <a:noFill/>
          <a:ln>
            <a:noFill/>
          </a:ln>
        </p:spPr>
      </p:sp>
      <p:sp>
        <p:nvSpPr>
          <p:cNvPr id="254" name="Google Shape;254;p31"/>
          <p:cNvSpPr txBox="1"/>
          <p:nvPr>
            <p:ph idx="6" type="body"/>
          </p:nvPr>
        </p:nvSpPr>
        <p:spPr>
          <a:xfrm>
            <a:off x="3193975" y="4644975"/>
            <a:ext cx="5777400" cy="2199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>
            <a:lvl1pPr indent="-279400" lvl="0" marL="457200">
              <a:spcBef>
                <a:spcPts val="800"/>
              </a:spcBef>
              <a:spcAft>
                <a:spcPts val="0"/>
              </a:spcAft>
              <a:buClr>
                <a:srgbClr val="7A869A"/>
              </a:buClr>
              <a:buSzPts val="800"/>
              <a:buChar char="●"/>
              <a:defRPr sz="800">
                <a:solidFill>
                  <a:srgbClr val="7A869A"/>
                </a:solidFill>
              </a:defRPr>
            </a:lvl1pPr>
            <a:lvl2pPr indent="-342900" lvl="1" marL="914400">
              <a:spcBef>
                <a:spcPts val="400"/>
              </a:spcBef>
              <a:spcAft>
                <a:spcPts val="0"/>
              </a:spcAft>
              <a:buSzPts val="1800"/>
              <a:buChar char="○"/>
              <a:defRPr/>
            </a:lvl2pPr>
            <a:lvl3pPr indent="-317500" lvl="2" marL="1371600">
              <a:spcBef>
                <a:spcPts val="400"/>
              </a:spcBef>
              <a:spcAft>
                <a:spcPts val="0"/>
              </a:spcAft>
              <a:buSzPts val="1400"/>
              <a:buChar char="■"/>
              <a:defRPr/>
            </a:lvl3pPr>
            <a:lvl4pPr indent="-304800" lvl="3" marL="1828800">
              <a:spcBef>
                <a:spcPts val="400"/>
              </a:spcBef>
              <a:spcAft>
                <a:spcPts val="0"/>
              </a:spcAft>
              <a:buSzPts val="1200"/>
              <a:buChar char="●"/>
              <a:defRPr/>
            </a:lvl4pPr>
            <a:lvl5pPr indent="-298450" lvl="4" marL="2286000">
              <a:spcBef>
                <a:spcPts val="400"/>
              </a:spcBef>
              <a:spcAft>
                <a:spcPts val="0"/>
              </a:spcAft>
              <a:buSzPts val="1100"/>
              <a:buChar char="○"/>
              <a:defRPr/>
            </a:lvl5pPr>
            <a:lvl6pPr indent="-317500" lvl="5" marL="2743200">
              <a:spcBef>
                <a:spcPts val="4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4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4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40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55" name="Google Shape;255;p31"/>
          <p:cNvSpPr/>
          <p:nvPr/>
        </p:nvSpPr>
        <p:spPr>
          <a:xfrm>
            <a:off x="3703175" y="669975"/>
            <a:ext cx="1247100" cy="200400"/>
          </a:xfrm>
          <a:prstGeom prst="rect">
            <a:avLst/>
          </a:prstGeom>
          <a:solidFill>
            <a:srgbClr val="44484A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 Medium"/>
              <a:ea typeface="Roboto Medium"/>
              <a:cs typeface="Roboto Medium"/>
              <a:sym typeface="Roboto Medium"/>
            </a:endParaRP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xte + Parag Medium + Laptop - 1 col - Light">
  <p:cSld name="Texte + Parag Medium + Laptop - 1 col - Light"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32"/>
          <p:cNvSpPr txBox="1"/>
          <p:nvPr>
            <p:ph idx="1" type="body"/>
          </p:nvPr>
        </p:nvSpPr>
        <p:spPr>
          <a:xfrm>
            <a:off x="503039" y="6248"/>
            <a:ext cx="8568928" cy="30408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68575" spcFirstLastPara="1" rIns="68575" wrap="square" tIns="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1041BE"/>
              </a:buClr>
              <a:buSzPts val="900"/>
              <a:buNone/>
              <a:defRPr sz="900">
                <a:solidFill>
                  <a:srgbClr val="1041BE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pic>
        <p:nvPicPr>
          <p:cNvPr descr="Une image contenant portable, ordinateur, équipement électronique, moniteur&#10;&#10;Description générée automatiquement" id="258" name="Google Shape;258;p3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618523" y="832348"/>
            <a:ext cx="5695638" cy="3237482"/>
          </a:xfrm>
          <a:prstGeom prst="rect">
            <a:avLst/>
          </a:prstGeom>
          <a:noFill/>
          <a:ln>
            <a:noFill/>
          </a:ln>
        </p:spPr>
      </p:pic>
      <p:sp>
        <p:nvSpPr>
          <p:cNvPr id="259" name="Google Shape;259;p32"/>
          <p:cNvSpPr/>
          <p:nvPr>
            <p:ph idx="2" type="pic"/>
          </p:nvPr>
        </p:nvSpPr>
        <p:spPr>
          <a:xfrm>
            <a:off x="4302305" y="1039607"/>
            <a:ext cx="4127082" cy="2343539"/>
          </a:xfrm>
          <a:prstGeom prst="rect">
            <a:avLst/>
          </a:prstGeom>
          <a:noFill/>
          <a:ln>
            <a:noFill/>
          </a:ln>
        </p:spPr>
      </p:sp>
      <p:sp>
        <p:nvSpPr>
          <p:cNvPr id="260" name="Google Shape;260;p32"/>
          <p:cNvSpPr txBox="1"/>
          <p:nvPr>
            <p:ph idx="3" type="body"/>
          </p:nvPr>
        </p:nvSpPr>
        <p:spPr>
          <a:xfrm>
            <a:off x="502542" y="964798"/>
            <a:ext cx="2523047" cy="30408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0" i="0" sz="1800">
                <a:solidFill>
                  <a:schemeClr val="dk1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61" name="Google Shape;261;p32"/>
          <p:cNvSpPr txBox="1"/>
          <p:nvPr>
            <p:ph idx="4" type="body"/>
          </p:nvPr>
        </p:nvSpPr>
        <p:spPr>
          <a:xfrm>
            <a:off x="502542" y="1280366"/>
            <a:ext cx="2523047" cy="321672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0" i="0" sz="1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62" name="Google Shape;262;p32"/>
          <p:cNvSpPr txBox="1"/>
          <p:nvPr>
            <p:ph idx="5" type="body"/>
          </p:nvPr>
        </p:nvSpPr>
        <p:spPr>
          <a:xfrm>
            <a:off x="3915425" y="3959175"/>
            <a:ext cx="5055900" cy="2199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>
            <a:lvl1pPr indent="-279400" lvl="0" marL="457200" algn="ctr">
              <a:spcBef>
                <a:spcPts val="800"/>
              </a:spcBef>
              <a:spcAft>
                <a:spcPts val="0"/>
              </a:spcAft>
              <a:buClr>
                <a:srgbClr val="7A869A"/>
              </a:buClr>
              <a:buSzPts val="800"/>
              <a:buChar char="●"/>
              <a:defRPr sz="800">
                <a:solidFill>
                  <a:srgbClr val="7A869A"/>
                </a:solidFill>
              </a:defRPr>
            </a:lvl1pPr>
            <a:lvl2pPr indent="-342900" lvl="1" marL="914400">
              <a:spcBef>
                <a:spcPts val="400"/>
              </a:spcBef>
              <a:spcAft>
                <a:spcPts val="0"/>
              </a:spcAft>
              <a:buSzPts val="1800"/>
              <a:buChar char="○"/>
              <a:defRPr/>
            </a:lvl2pPr>
            <a:lvl3pPr indent="-317500" lvl="2" marL="1371600">
              <a:spcBef>
                <a:spcPts val="400"/>
              </a:spcBef>
              <a:spcAft>
                <a:spcPts val="0"/>
              </a:spcAft>
              <a:buSzPts val="1400"/>
              <a:buChar char="■"/>
              <a:defRPr/>
            </a:lvl3pPr>
            <a:lvl4pPr indent="-304800" lvl="3" marL="1828800">
              <a:spcBef>
                <a:spcPts val="400"/>
              </a:spcBef>
              <a:spcAft>
                <a:spcPts val="0"/>
              </a:spcAft>
              <a:buSzPts val="1200"/>
              <a:buChar char="●"/>
              <a:defRPr/>
            </a:lvl4pPr>
            <a:lvl5pPr indent="-298450" lvl="4" marL="2286000">
              <a:spcBef>
                <a:spcPts val="400"/>
              </a:spcBef>
              <a:spcAft>
                <a:spcPts val="0"/>
              </a:spcAft>
              <a:buSzPts val="1100"/>
              <a:buChar char="○"/>
              <a:defRPr/>
            </a:lvl5pPr>
            <a:lvl6pPr indent="-317500" lvl="5" marL="2743200">
              <a:spcBef>
                <a:spcPts val="4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4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4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40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63" name="Google Shape;263;p32"/>
          <p:cNvSpPr/>
          <p:nvPr/>
        </p:nvSpPr>
        <p:spPr>
          <a:xfrm>
            <a:off x="4302300" y="870350"/>
            <a:ext cx="934500" cy="162300"/>
          </a:xfrm>
          <a:prstGeom prst="rect">
            <a:avLst/>
          </a:prstGeom>
          <a:solidFill>
            <a:srgbClr val="44484A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 Medium"/>
              <a:ea typeface="Roboto Medium"/>
              <a:cs typeface="Roboto Medium"/>
              <a:sym typeface="Roboto Medium"/>
            </a:endParaRPr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vice - Front - Laptop">
  <p:cSld name="Device - Front - Laptop"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33"/>
          <p:cNvSpPr txBox="1"/>
          <p:nvPr>
            <p:ph idx="1" type="body"/>
          </p:nvPr>
        </p:nvSpPr>
        <p:spPr>
          <a:xfrm>
            <a:off x="503039" y="6248"/>
            <a:ext cx="8568928" cy="30408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68575" spcFirstLastPara="1" rIns="68575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1041BE"/>
              </a:buClr>
              <a:buSzPts val="900"/>
              <a:buFont typeface="Roboto"/>
              <a:buNone/>
              <a:defRPr sz="900">
                <a:solidFill>
                  <a:srgbClr val="1041BE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Roboto"/>
              <a:buNone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pic>
        <p:nvPicPr>
          <p:cNvPr descr="Une image contenant portable, ordinateur, équipement électronique, moniteur&#10;&#10;Description générée automatiquement" id="266" name="Google Shape;266;p3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55705" y="537721"/>
            <a:ext cx="7492379" cy="4258775"/>
          </a:xfrm>
          <a:prstGeom prst="rect">
            <a:avLst/>
          </a:prstGeom>
          <a:noFill/>
          <a:ln>
            <a:noFill/>
          </a:ln>
        </p:spPr>
      </p:pic>
      <p:sp>
        <p:nvSpPr>
          <p:cNvPr id="267" name="Google Shape;267;p33"/>
          <p:cNvSpPr/>
          <p:nvPr>
            <p:ph idx="2" type="pic"/>
          </p:nvPr>
        </p:nvSpPr>
        <p:spPr>
          <a:xfrm>
            <a:off x="1865151" y="803366"/>
            <a:ext cx="5419165" cy="3077241"/>
          </a:xfrm>
          <a:prstGeom prst="rect">
            <a:avLst/>
          </a:prstGeom>
          <a:noFill/>
          <a:ln>
            <a:noFill/>
          </a:ln>
        </p:spPr>
      </p:sp>
      <p:sp>
        <p:nvSpPr>
          <p:cNvPr id="268" name="Google Shape;268;p33"/>
          <p:cNvSpPr txBox="1"/>
          <p:nvPr>
            <p:ph idx="3" type="body"/>
          </p:nvPr>
        </p:nvSpPr>
        <p:spPr>
          <a:xfrm>
            <a:off x="1387550" y="4576475"/>
            <a:ext cx="6582600" cy="2199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>
            <a:lvl1pPr indent="-279400" lvl="0" marL="457200" algn="ctr">
              <a:spcBef>
                <a:spcPts val="800"/>
              </a:spcBef>
              <a:spcAft>
                <a:spcPts val="0"/>
              </a:spcAft>
              <a:buClr>
                <a:srgbClr val="7A869A"/>
              </a:buClr>
              <a:buSzPts val="800"/>
              <a:buChar char="•"/>
              <a:defRPr sz="800">
                <a:solidFill>
                  <a:srgbClr val="7A869A"/>
                </a:solidFill>
              </a:defRPr>
            </a:lvl1pPr>
            <a:lvl2pPr indent="-342900" lvl="1" marL="914400">
              <a:spcBef>
                <a:spcPts val="400"/>
              </a:spcBef>
              <a:spcAft>
                <a:spcPts val="0"/>
              </a:spcAft>
              <a:buSzPts val="1800"/>
              <a:buChar char="•"/>
              <a:defRPr/>
            </a:lvl2pPr>
            <a:lvl3pPr indent="-317500" lvl="2" marL="1371600"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3pPr>
            <a:lvl4pPr indent="-304800" lvl="3" marL="1828800">
              <a:spcBef>
                <a:spcPts val="400"/>
              </a:spcBef>
              <a:spcAft>
                <a:spcPts val="0"/>
              </a:spcAft>
              <a:buSzPts val="1200"/>
              <a:buChar char="•"/>
              <a:defRPr/>
            </a:lvl4pPr>
            <a:lvl5pPr indent="-298450" lvl="4" marL="2286000">
              <a:spcBef>
                <a:spcPts val="400"/>
              </a:spcBef>
              <a:spcAft>
                <a:spcPts val="0"/>
              </a:spcAft>
              <a:buSzPts val="1100"/>
              <a:buChar char="•"/>
              <a:defRPr/>
            </a:lvl5pPr>
            <a:lvl6pPr indent="-317500" lvl="5" marL="2743200"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6pPr>
            <a:lvl7pPr indent="-317500" lvl="6" marL="3200400"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7pPr>
            <a:lvl8pPr indent="-317500" lvl="7" marL="3657600"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8pPr>
            <a:lvl9pPr indent="-317500" lvl="8" marL="4114800"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/>
        </p:txBody>
      </p:sp>
      <p:sp>
        <p:nvSpPr>
          <p:cNvPr id="269" name="Google Shape;269;p33"/>
          <p:cNvSpPr/>
          <p:nvPr/>
        </p:nvSpPr>
        <p:spPr>
          <a:xfrm>
            <a:off x="1843725" y="602975"/>
            <a:ext cx="1247100" cy="200400"/>
          </a:xfrm>
          <a:prstGeom prst="rect">
            <a:avLst/>
          </a:prstGeom>
          <a:solidFill>
            <a:srgbClr val="44484A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 Medium"/>
              <a:ea typeface="Roboto Medium"/>
              <a:cs typeface="Roboto Medium"/>
              <a:sym typeface="Roboto Medium"/>
            </a:endParaRPr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xte + Parag Medium + Browser - 1 col - Grey">
  <p:cSld name="Texte + Parag Medium + Browser - 1 col - Grey"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34"/>
          <p:cNvSpPr/>
          <p:nvPr/>
        </p:nvSpPr>
        <p:spPr>
          <a:xfrm>
            <a:off x="6091518" y="1"/>
            <a:ext cx="3052482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34"/>
          <p:cNvSpPr txBox="1"/>
          <p:nvPr>
            <p:ph idx="1" type="body"/>
          </p:nvPr>
        </p:nvSpPr>
        <p:spPr>
          <a:xfrm>
            <a:off x="502541" y="865165"/>
            <a:ext cx="2523047" cy="20050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CA0538"/>
              </a:buClr>
              <a:buSzPts val="900"/>
              <a:buNone/>
              <a:defRPr b="0" i="0" sz="900">
                <a:solidFill>
                  <a:srgbClr val="CA0538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73" name="Google Shape;273;p34"/>
          <p:cNvSpPr txBox="1"/>
          <p:nvPr>
            <p:ph idx="2" type="body"/>
          </p:nvPr>
        </p:nvSpPr>
        <p:spPr>
          <a:xfrm>
            <a:off x="502542" y="1145676"/>
            <a:ext cx="2523047" cy="315568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0" i="0" sz="1800">
                <a:solidFill>
                  <a:schemeClr val="dk1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74" name="Google Shape;274;p34"/>
          <p:cNvSpPr txBox="1"/>
          <p:nvPr>
            <p:ph idx="3" type="body"/>
          </p:nvPr>
        </p:nvSpPr>
        <p:spPr>
          <a:xfrm>
            <a:off x="502542" y="1461245"/>
            <a:ext cx="2523047" cy="321672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0" i="0" sz="1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75" name="Google Shape;275;p34"/>
          <p:cNvSpPr txBox="1"/>
          <p:nvPr>
            <p:ph idx="4" type="body"/>
          </p:nvPr>
        </p:nvSpPr>
        <p:spPr>
          <a:xfrm>
            <a:off x="503039" y="6248"/>
            <a:ext cx="8568928" cy="30408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68575" spcFirstLastPara="1" rIns="68575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1041BE"/>
              </a:buClr>
              <a:buSzPts val="900"/>
              <a:buNone/>
              <a:defRPr sz="900">
                <a:solidFill>
                  <a:srgbClr val="1041BE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pic>
        <p:nvPicPr>
          <p:cNvPr id="276" name="Google Shape;276;p3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145733" y="865165"/>
            <a:ext cx="5750584" cy="3812801"/>
          </a:xfrm>
          <a:prstGeom prst="rect">
            <a:avLst/>
          </a:prstGeom>
          <a:noFill/>
          <a:ln>
            <a:noFill/>
          </a:ln>
        </p:spPr>
      </p:pic>
      <p:sp>
        <p:nvSpPr>
          <p:cNvPr id="277" name="Google Shape;277;p34"/>
          <p:cNvSpPr/>
          <p:nvPr>
            <p:ph idx="5" type="pic"/>
          </p:nvPr>
        </p:nvSpPr>
        <p:spPr>
          <a:xfrm>
            <a:off x="3149925" y="1065675"/>
            <a:ext cx="5750700" cy="36123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xte + Parag Medium + Browser - 1 col - Grey 1">
  <p:cSld name="Texte + Parag Medium + Browser - 1 col - Grey_2">
    <p:bg>
      <p:bgPr>
        <a:solidFill>
          <a:schemeClr val="dk1"/>
        </a:solidFill>
      </p:bgPr>
    </p:bg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35"/>
          <p:cNvSpPr txBox="1"/>
          <p:nvPr>
            <p:ph idx="1" type="body"/>
          </p:nvPr>
        </p:nvSpPr>
        <p:spPr>
          <a:xfrm>
            <a:off x="1479725" y="29800"/>
            <a:ext cx="61845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ctr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0" i="0" sz="14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28600" lvl="1" marL="91440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ctr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indent="-228600" lvl="3" marL="182880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4pPr>
            <a:lvl5pPr indent="-228600" lvl="4" marL="228600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5pPr>
            <a:lvl6pPr indent="-317500" lvl="5" marL="274320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80" name="Google Shape;280;p35"/>
          <p:cNvSpPr txBox="1"/>
          <p:nvPr>
            <p:ph idx="2" type="body"/>
          </p:nvPr>
        </p:nvSpPr>
        <p:spPr>
          <a:xfrm>
            <a:off x="503042" y="6250"/>
            <a:ext cx="25809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68575" spcFirstLastPara="1" rIns="68575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6"/>
              </a:buClr>
              <a:buSzPts val="900"/>
              <a:buNone/>
              <a:defRPr sz="900">
                <a:solidFill>
                  <a:schemeClr val="accent6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pic>
        <p:nvPicPr>
          <p:cNvPr id="281" name="Google Shape;281;p3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575075" y="331801"/>
            <a:ext cx="7993875" cy="5300098"/>
          </a:xfrm>
          <a:prstGeom prst="rect">
            <a:avLst/>
          </a:prstGeom>
          <a:noFill/>
          <a:ln>
            <a:noFill/>
          </a:ln>
        </p:spPr>
      </p:pic>
      <p:sp>
        <p:nvSpPr>
          <p:cNvPr id="282" name="Google Shape;282;p35"/>
          <p:cNvSpPr/>
          <p:nvPr>
            <p:ph idx="3" type="pic"/>
          </p:nvPr>
        </p:nvSpPr>
        <p:spPr>
          <a:xfrm>
            <a:off x="575075" y="815552"/>
            <a:ext cx="7993800" cy="50217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xte + 3 col + Browser">
  <p:cSld name="Texte + Parag Medium + Browser - 1 col - Grey_1"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36"/>
          <p:cNvSpPr txBox="1"/>
          <p:nvPr>
            <p:ph idx="1" type="body"/>
          </p:nvPr>
        </p:nvSpPr>
        <p:spPr>
          <a:xfrm>
            <a:off x="503039" y="6248"/>
            <a:ext cx="85689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68575" spcFirstLastPara="1" rIns="68575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1041BE"/>
              </a:buClr>
              <a:buSzPts val="900"/>
              <a:buFont typeface="Roboto"/>
              <a:buNone/>
              <a:defRPr sz="900">
                <a:solidFill>
                  <a:srgbClr val="1041BE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None/>
              <a:defRPr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Roboto"/>
              <a:buNone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285" name="Google Shape;285;p36"/>
          <p:cNvSpPr txBox="1"/>
          <p:nvPr>
            <p:ph idx="2" type="body"/>
          </p:nvPr>
        </p:nvSpPr>
        <p:spPr>
          <a:xfrm>
            <a:off x="502542" y="1337183"/>
            <a:ext cx="24300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0" i="0" sz="1800">
                <a:solidFill>
                  <a:schemeClr val="dk1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86" name="Google Shape;286;p36"/>
          <p:cNvSpPr txBox="1"/>
          <p:nvPr>
            <p:ph idx="3" type="body"/>
          </p:nvPr>
        </p:nvSpPr>
        <p:spPr>
          <a:xfrm>
            <a:off x="502542" y="1652751"/>
            <a:ext cx="2430000" cy="1295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Roboto"/>
              <a:buNone/>
              <a:defRPr i="0" sz="1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28600" lvl="1" marL="9144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None/>
              <a:defRPr/>
            </a:lvl2pPr>
            <a:lvl3pPr indent="-228600" lvl="2" marL="13716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None/>
              <a:defRPr/>
            </a:lvl3pPr>
            <a:lvl4pPr indent="-228600" lvl="3" marL="18288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None/>
              <a:defRPr/>
            </a:lvl4pPr>
            <a:lvl5pPr indent="-228600" lvl="4" marL="22860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Roboto"/>
              <a:buNone/>
              <a:defRPr/>
            </a:lvl5pPr>
            <a:lvl6pPr indent="-317500" lvl="5" marL="27432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287" name="Google Shape;287;p36"/>
          <p:cNvSpPr txBox="1"/>
          <p:nvPr>
            <p:ph idx="4" type="body"/>
          </p:nvPr>
        </p:nvSpPr>
        <p:spPr>
          <a:xfrm>
            <a:off x="3311971" y="1337183"/>
            <a:ext cx="24300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0" i="0" sz="1800">
                <a:solidFill>
                  <a:schemeClr val="dk1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88" name="Google Shape;288;p36"/>
          <p:cNvSpPr txBox="1"/>
          <p:nvPr>
            <p:ph idx="5" type="body"/>
          </p:nvPr>
        </p:nvSpPr>
        <p:spPr>
          <a:xfrm>
            <a:off x="3311971" y="1652751"/>
            <a:ext cx="2430000" cy="1295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Roboto"/>
              <a:buNone/>
              <a:defRPr i="0" sz="1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28600" lvl="1" marL="9144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None/>
              <a:defRPr/>
            </a:lvl2pPr>
            <a:lvl3pPr indent="-228600" lvl="2" marL="13716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None/>
              <a:defRPr/>
            </a:lvl3pPr>
            <a:lvl4pPr indent="-228600" lvl="3" marL="18288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None/>
              <a:defRPr/>
            </a:lvl4pPr>
            <a:lvl5pPr indent="-228600" lvl="4" marL="22860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Roboto"/>
              <a:buNone/>
              <a:defRPr/>
            </a:lvl5pPr>
            <a:lvl6pPr indent="-317500" lvl="5" marL="27432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289" name="Google Shape;289;p36"/>
          <p:cNvSpPr txBox="1"/>
          <p:nvPr>
            <p:ph idx="6" type="body"/>
          </p:nvPr>
        </p:nvSpPr>
        <p:spPr>
          <a:xfrm>
            <a:off x="6139839" y="1337183"/>
            <a:ext cx="24300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0" i="0" sz="1800">
                <a:solidFill>
                  <a:schemeClr val="dk1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90" name="Google Shape;290;p36"/>
          <p:cNvSpPr txBox="1"/>
          <p:nvPr>
            <p:ph idx="7" type="body"/>
          </p:nvPr>
        </p:nvSpPr>
        <p:spPr>
          <a:xfrm>
            <a:off x="6139839" y="1652751"/>
            <a:ext cx="2430000" cy="1295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Roboto"/>
              <a:buNone/>
              <a:defRPr i="0" sz="1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28600" lvl="1" marL="9144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None/>
              <a:defRPr/>
            </a:lvl2pPr>
            <a:lvl3pPr indent="-228600" lvl="2" marL="13716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None/>
              <a:defRPr/>
            </a:lvl3pPr>
            <a:lvl4pPr indent="-228600" lvl="3" marL="18288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None/>
              <a:defRPr/>
            </a:lvl4pPr>
            <a:lvl5pPr indent="-228600" lvl="4" marL="22860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Roboto"/>
              <a:buNone/>
              <a:defRPr/>
            </a:lvl5pPr>
            <a:lvl6pPr indent="-317500" lvl="5" marL="27432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pic>
        <p:nvPicPr>
          <p:cNvPr id="291" name="Google Shape;291;p3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557551" y="2312974"/>
            <a:ext cx="2342788" cy="1553320"/>
          </a:xfrm>
          <a:prstGeom prst="rect">
            <a:avLst/>
          </a:prstGeom>
          <a:noFill/>
          <a:ln>
            <a:noFill/>
          </a:ln>
        </p:spPr>
      </p:pic>
      <p:sp>
        <p:nvSpPr>
          <p:cNvPr id="292" name="Google Shape;292;p36"/>
          <p:cNvSpPr/>
          <p:nvPr>
            <p:ph idx="8" type="pic"/>
          </p:nvPr>
        </p:nvSpPr>
        <p:spPr>
          <a:xfrm>
            <a:off x="560996" y="2394739"/>
            <a:ext cx="2342700" cy="1471500"/>
          </a:xfrm>
          <a:prstGeom prst="rect">
            <a:avLst/>
          </a:prstGeom>
          <a:noFill/>
          <a:ln>
            <a:noFill/>
          </a:ln>
        </p:spPr>
      </p:sp>
      <p:pic>
        <p:nvPicPr>
          <p:cNvPr id="293" name="Google Shape;293;p3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388171" y="2312974"/>
            <a:ext cx="2342788" cy="1553320"/>
          </a:xfrm>
          <a:prstGeom prst="rect">
            <a:avLst/>
          </a:prstGeom>
          <a:noFill/>
          <a:ln>
            <a:noFill/>
          </a:ln>
        </p:spPr>
      </p:pic>
      <p:sp>
        <p:nvSpPr>
          <p:cNvPr id="294" name="Google Shape;294;p36"/>
          <p:cNvSpPr/>
          <p:nvPr>
            <p:ph idx="9" type="pic"/>
          </p:nvPr>
        </p:nvSpPr>
        <p:spPr>
          <a:xfrm>
            <a:off x="3388171" y="2394739"/>
            <a:ext cx="2342700" cy="1471500"/>
          </a:xfrm>
          <a:prstGeom prst="rect">
            <a:avLst/>
          </a:prstGeom>
          <a:noFill/>
          <a:ln>
            <a:noFill/>
          </a:ln>
        </p:spPr>
      </p:sp>
      <p:pic>
        <p:nvPicPr>
          <p:cNvPr id="295" name="Google Shape;295;p3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223701" y="2312974"/>
            <a:ext cx="2342788" cy="1553320"/>
          </a:xfrm>
          <a:prstGeom prst="rect">
            <a:avLst/>
          </a:prstGeom>
          <a:noFill/>
          <a:ln>
            <a:noFill/>
          </a:ln>
        </p:spPr>
      </p:pic>
      <p:sp>
        <p:nvSpPr>
          <p:cNvPr id="296" name="Google Shape;296;p36"/>
          <p:cNvSpPr/>
          <p:nvPr>
            <p:ph idx="13" type="pic"/>
          </p:nvPr>
        </p:nvSpPr>
        <p:spPr>
          <a:xfrm>
            <a:off x="6227146" y="2394739"/>
            <a:ext cx="2342700" cy="1471500"/>
          </a:xfrm>
          <a:prstGeom prst="rect">
            <a:avLst/>
          </a:prstGeom>
          <a:noFill/>
          <a:ln>
            <a:noFill/>
          </a:ln>
        </p:spPr>
      </p:sp>
      <p:sp>
        <p:nvSpPr>
          <p:cNvPr id="297" name="Google Shape;297;p36"/>
          <p:cNvSpPr txBox="1"/>
          <p:nvPr>
            <p:ph idx="14" type="body"/>
          </p:nvPr>
        </p:nvSpPr>
        <p:spPr>
          <a:xfrm>
            <a:off x="502542" y="561713"/>
            <a:ext cx="6120600" cy="3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i="0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re">
  <p:cSld name="Titre"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37"/>
          <p:cNvSpPr txBox="1"/>
          <p:nvPr>
            <p:ph idx="1" type="body"/>
          </p:nvPr>
        </p:nvSpPr>
        <p:spPr>
          <a:xfrm>
            <a:off x="503039" y="6248"/>
            <a:ext cx="8568928" cy="30408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68575" spcFirstLastPara="1" rIns="68575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1041BE"/>
              </a:buClr>
              <a:buSzPts val="900"/>
              <a:buFont typeface="Roboto"/>
              <a:buNone/>
              <a:defRPr sz="900">
                <a:solidFill>
                  <a:srgbClr val="1041BE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None/>
              <a:defRPr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Roboto"/>
              <a:buNone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300" name="Google Shape;300;p37"/>
          <p:cNvSpPr txBox="1"/>
          <p:nvPr>
            <p:ph idx="2" type="body"/>
          </p:nvPr>
        </p:nvSpPr>
        <p:spPr>
          <a:xfrm>
            <a:off x="502541" y="599312"/>
            <a:ext cx="8569426" cy="32623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Roboto"/>
              <a:buNone/>
              <a:defRPr b="1" i="0" sz="2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/>
            </a:lvl2pPr>
            <a:lvl3pPr indent="-3175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age vide - entete + pied">
  <p:cSld name="Page vide - entete + pied"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38"/>
          <p:cNvSpPr txBox="1"/>
          <p:nvPr>
            <p:ph idx="1" type="body"/>
          </p:nvPr>
        </p:nvSpPr>
        <p:spPr>
          <a:xfrm>
            <a:off x="503039" y="6248"/>
            <a:ext cx="8568928" cy="30408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68575" spcFirstLastPara="1" rIns="68575" wrap="square" tIns="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1041BE"/>
              </a:buClr>
              <a:buSzPts val="900"/>
              <a:buNone/>
              <a:defRPr sz="900">
                <a:solidFill>
                  <a:srgbClr val="1041BE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Roadmap">
  <p:cSld name="Page vide - entete + pied_1"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39"/>
          <p:cNvSpPr txBox="1"/>
          <p:nvPr>
            <p:ph idx="1" type="body"/>
          </p:nvPr>
        </p:nvSpPr>
        <p:spPr>
          <a:xfrm>
            <a:off x="503039" y="6248"/>
            <a:ext cx="85689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68575" spcFirstLastPara="1" rIns="68575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1041BE"/>
              </a:buClr>
              <a:buSzPts val="900"/>
              <a:buFont typeface="Roboto"/>
              <a:buNone/>
              <a:defRPr sz="900">
                <a:solidFill>
                  <a:srgbClr val="1041BE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None/>
              <a:defRPr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Roboto"/>
              <a:buNone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305" name="Google Shape;305;p39"/>
          <p:cNvSpPr txBox="1"/>
          <p:nvPr>
            <p:ph idx="2" type="body"/>
          </p:nvPr>
        </p:nvSpPr>
        <p:spPr>
          <a:xfrm>
            <a:off x="502541" y="599312"/>
            <a:ext cx="8569500" cy="3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Roboto"/>
              <a:buNone/>
              <a:defRPr b="1" i="0" sz="2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/>
            </a:lvl2pPr>
            <a:lvl3pPr indent="-3175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cxnSp>
        <p:nvCxnSpPr>
          <p:cNvPr id="306" name="Google Shape;306;p39"/>
          <p:cNvCxnSpPr/>
          <p:nvPr/>
        </p:nvCxnSpPr>
        <p:spPr>
          <a:xfrm>
            <a:off x="-21679" y="2574141"/>
            <a:ext cx="9180600" cy="0"/>
          </a:xfrm>
          <a:prstGeom prst="straightConnector1">
            <a:avLst/>
          </a:prstGeom>
          <a:noFill/>
          <a:ln cap="flat" cmpd="sng" w="38100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07" name="Google Shape;307;p39"/>
          <p:cNvSpPr txBox="1"/>
          <p:nvPr>
            <p:ph idx="3" type="subTitle"/>
          </p:nvPr>
        </p:nvSpPr>
        <p:spPr>
          <a:xfrm>
            <a:off x="521600" y="3087700"/>
            <a:ext cx="1744500" cy="9525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>
            <a:lvl1pPr lvl="0">
              <a:spcBef>
                <a:spcPts val="800"/>
              </a:spcBef>
              <a:spcAft>
                <a:spcPts val="0"/>
              </a:spcAft>
              <a:buSzPts val="1400"/>
              <a:buNone/>
              <a:defRPr sz="1400"/>
            </a:lvl1pPr>
            <a:lvl2pPr lvl="1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2pPr>
            <a:lvl3pPr lvl="2">
              <a:spcBef>
                <a:spcPts val="40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400"/>
              </a:spcBef>
              <a:spcAft>
                <a:spcPts val="0"/>
              </a:spcAft>
              <a:buSzPts val="1200"/>
              <a:buNone/>
              <a:defRPr/>
            </a:lvl4pPr>
            <a:lvl5pPr lvl="4">
              <a:spcBef>
                <a:spcPts val="40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40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40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40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8" name="Google Shape;308;p39"/>
          <p:cNvSpPr txBox="1"/>
          <p:nvPr>
            <p:ph idx="4" type="body"/>
          </p:nvPr>
        </p:nvSpPr>
        <p:spPr>
          <a:xfrm>
            <a:off x="521600" y="2837800"/>
            <a:ext cx="1744500" cy="3261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>
            <a:lvl1pPr indent="-304800" lvl="0" marL="457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rgbClr val="295FEC"/>
              </a:buClr>
              <a:buSzPts val="1200"/>
              <a:buChar char="•"/>
              <a:defRPr sz="1200">
                <a:solidFill>
                  <a:srgbClr val="295FEC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rgbClr val="295FEC"/>
              </a:buClr>
              <a:buSzPts val="1400"/>
              <a:buChar char="•"/>
              <a:defRPr sz="1400">
                <a:solidFill>
                  <a:srgbClr val="295FEC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rgbClr val="295FEC"/>
              </a:buClr>
              <a:buSzPts val="1400"/>
              <a:buChar char="•"/>
              <a:defRPr>
                <a:solidFill>
                  <a:srgbClr val="295FEC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rgbClr val="295FEC"/>
              </a:buClr>
              <a:buSzPts val="1400"/>
              <a:buChar char="•"/>
              <a:defRPr sz="1400">
                <a:solidFill>
                  <a:srgbClr val="295FEC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rgbClr val="295FEC"/>
              </a:buClr>
              <a:buSzPts val="1400"/>
              <a:buChar char="•"/>
              <a:defRPr sz="1400">
                <a:solidFill>
                  <a:srgbClr val="295FEC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rgbClr val="295FEC"/>
              </a:buClr>
              <a:buSzPts val="1400"/>
              <a:buChar char="•"/>
              <a:defRPr>
                <a:solidFill>
                  <a:srgbClr val="295FEC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rgbClr val="295FEC"/>
              </a:buClr>
              <a:buSzPts val="1400"/>
              <a:buChar char="•"/>
              <a:defRPr>
                <a:solidFill>
                  <a:srgbClr val="295FEC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rgbClr val="295FEC"/>
              </a:buClr>
              <a:buSzPts val="1400"/>
              <a:buChar char="•"/>
              <a:defRPr>
                <a:solidFill>
                  <a:srgbClr val="295FEC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rgbClr val="295FEC"/>
              </a:buClr>
              <a:buSzPts val="1400"/>
              <a:buChar char="•"/>
              <a:defRPr>
                <a:solidFill>
                  <a:srgbClr val="295FEC"/>
                </a:solidFill>
              </a:defRPr>
            </a:lvl9pPr>
          </a:lstStyle>
          <a:p/>
        </p:txBody>
      </p:sp>
      <p:sp>
        <p:nvSpPr>
          <p:cNvPr id="309" name="Google Shape;309;p39"/>
          <p:cNvSpPr txBox="1"/>
          <p:nvPr>
            <p:ph idx="5" type="subTitle"/>
          </p:nvPr>
        </p:nvSpPr>
        <p:spPr>
          <a:xfrm>
            <a:off x="2415350" y="1914675"/>
            <a:ext cx="1744500" cy="9525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>
            <a:lvl1pPr lvl="0" rtl="0">
              <a:spcBef>
                <a:spcPts val="80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2pPr>
            <a:lvl3pPr lvl="2" rtl="0">
              <a:spcBef>
                <a:spcPts val="4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400"/>
              </a:spcBef>
              <a:spcAft>
                <a:spcPts val="0"/>
              </a:spcAft>
              <a:buSzPts val="1200"/>
              <a:buNone/>
              <a:defRPr/>
            </a:lvl4pPr>
            <a:lvl5pPr lvl="4" rtl="0">
              <a:spcBef>
                <a:spcPts val="400"/>
              </a:spcBef>
              <a:spcAft>
                <a:spcPts val="0"/>
              </a:spcAft>
              <a:buSzPts val="1100"/>
              <a:buNone/>
              <a:defRPr/>
            </a:lvl5pPr>
            <a:lvl6pPr lvl="5" rtl="0">
              <a:spcBef>
                <a:spcPts val="4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4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40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0" name="Google Shape;310;p39"/>
          <p:cNvSpPr txBox="1"/>
          <p:nvPr>
            <p:ph idx="6" type="body"/>
          </p:nvPr>
        </p:nvSpPr>
        <p:spPr>
          <a:xfrm>
            <a:off x="2415350" y="1664775"/>
            <a:ext cx="1744500" cy="3261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>
            <a:lvl1pPr indent="-304800" lvl="0" marL="457200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rgbClr val="295FEC"/>
              </a:buClr>
              <a:buSzPts val="1200"/>
              <a:buChar char="•"/>
              <a:defRPr sz="1200">
                <a:solidFill>
                  <a:srgbClr val="295FEC"/>
                </a:solidFill>
              </a:defRPr>
            </a:lvl1pPr>
            <a:lvl2pPr indent="-317500" lvl="1" marL="914400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rgbClr val="295FEC"/>
              </a:buClr>
              <a:buSzPts val="1400"/>
              <a:buChar char="•"/>
              <a:defRPr sz="1400">
                <a:solidFill>
                  <a:srgbClr val="295FEC"/>
                </a:solidFill>
              </a:defRPr>
            </a:lvl2pPr>
            <a:lvl3pPr indent="-317500" lvl="2" marL="1371600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rgbClr val="295FEC"/>
              </a:buClr>
              <a:buSzPts val="1400"/>
              <a:buChar char="•"/>
              <a:defRPr>
                <a:solidFill>
                  <a:srgbClr val="295FEC"/>
                </a:solidFill>
              </a:defRPr>
            </a:lvl3pPr>
            <a:lvl4pPr indent="-317500" lvl="3" marL="1828800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rgbClr val="295FEC"/>
              </a:buClr>
              <a:buSzPts val="1400"/>
              <a:buChar char="•"/>
              <a:defRPr sz="1400">
                <a:solidFill>
                  <a:srgbClr val="295FEC"/>
                </a:solidFill>
              </a:defRPr>
            </a:lvl4pPr>
            <a:lvl5pPr indent="-317500" lvl="4" marL="2286000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rgbClr val="295FEC"/>
              </a:buClr>
              <a:buSzPts val="1400"/>
              <a:buChar char="•"/>
              <a:defRPr sz="1400">
                <a:solidFill>
                  <a:srgbClr val="295FEC"/>
                </a:solidFill>
              </a:defRPr>
            </a:lvl5pPr>
            <a:lvl6pPr indent="-317500" lvl="5" marL="2743200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rgbClr val="295FEC"/>
              </a:buClr>
              <a:buSzPts val="1400"/>
              <a:buChar char="•"/>
              <a:defRPr>
                <a:solidFill>
                  <a:srgbClr val="295FEC"/>
                </a:solidFill>
              </a:defRPr>
            </a:lvl6pPr>
            <a:lvl7pPr indent="-317500" lvl="6" marL="3200400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rgbClr val="295FEC"/>
              </a:buClr>
              <a:buSzPts val="1400"/>
              <a:buChar char="•"/>
              <a:defRPr>
                <a:solidFill>
                  <a:srgbClr val="295FEC"/>
                </a:solidFill>
              </a:defRPr>
            </a:lvl7pPr>
            <a:lvl8pPr indent="-317500" lvl="7" marL="3657600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rgbClr val="295FEC"/>
              </a:buClr>
              <a:buSzPts val="1400"/>
              <a:buChar char="•"/>
              <a:defRPr>
                <a:solidFill>
                  <a:srgbClr val="295FEC"/>
                </a:solidFill>
              </a:defRPr>
            </a:lvl8pPr>
            <a:lvl9pPr indent="-317500" lvl="8" marL="4114800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rgbClr val="295FEC"/>
              </a:buClr>
              <a:buSzPts val="1400"/>
              <a:buChar char="•"/>
              <a:defRPr>
                <a:solidFill>
                  <a:srgbClr val="295FEC"/>
                </a:solidFill>
              </a:defRPr>
            </a:lvl9pPr>
          </a:lstStyle>
          <a:p/>
        </p:txBody>
      </p:sp>
      <p:sp>
        <p:nvSpPr>
          <p:cNvPr id="311" name="Google Shape;311;p39"/>
          <p:cNvSpPr txBox="1"/>
          <p:nvPr>
            <p:ph idx="7" type="subTitle"/>
          </p:nvPr>
        </p:nvSpPr>
        <p:spPr>
          <a:xfrm>
            <a:off x="4280300" y="3087700"/>
            <a:ext cx="1744500" cy="9525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>
            <a:lvl1pPr lvl="0" rtl="0">
              <a:spcBef>
                <a:spcPts val="80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2pPr>
            <a:lvl3pPr lvl="2" rtl="0">
              <a:spcBef>
                <a:spcPts val="4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400"/>
              </a:spcBef>
              <a:spcAft>
                <a:spcPts val="0"/>
              </a:spcAft>
              <a:buSzPts val="1200"/>
              <a:buNone/>
              <a:defRPr/>
            </a:lvl4pPr>
            <a:lvl5pPr lvl="4" rtl="0">
              <a:spcBef>
                <a:spcPts val="400"/>
              </a:spcBef>
              <a:spcAft>
                <a:spcPts val="0"/>
              </a:spcAft>
              <a:buSzPts val="1100"/>
              <a:buNone/>
              <a:defRPr/>
            </a:lvl5pPr>
            <a:lvl6pPr lvl="5" rtl="0">
              <a:spcBef>
                <a:spcPts val="4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4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40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2" name="Google Shape;312;p39"/>
          <p:cNvSpPr txBox="1"/>
          <p:nvPr>
            <p:ph idx="8" type="body"/>
          </p:nvPr>
        </p:nvSpPr>
        <p:spPr>
          <a:xfrm>
            <a:off x="4280300" y="2837800"/>
            <a:ext cx="1744500" cy="3261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>
            <a:lvl1pPr indent="-304800" lvl="0" marL="457200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rgbClr val="295FEC"/>
              </a:buClr>
              <a:buSzPts val="1200"/>
              <a:buChar char="•"/>
              <a:defRPr sz="1200">
                <a:solidFill>
                  <a:srgbClr val="295FEC"/>
                </a:solidFill>
              </a:defRPr>
            </a:lvl1pPr>
            <a:lvl2pPr indent="-317500" lvl="1" marL="914400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rgbClr val="295FEC"/>
              </a:buClr>
              <a:buSzPts val="1400"/>
              <a:buChar char="•"/>
              <a:defRPr sz="1400">
                <a:solidFill>
                  <a:srgbClr val="295FEC"/>
                </a:solidFill>
              </a:defRPr>
            </a:lvl2pPr>
            <a:lvl3pPr indent="-317500" lvl="2" marL="1371600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rgbClr val="295FEC"/>
              </a:buClr>
              <a:buSzPts val="1400"/>
              <a:buChar char="•"/>
              <a:defRPr>
                <a:solidFill>
                  <a:srgbClr val="295FEC"/>
                </a:solidFill>
              </a:defRPr>
            </a:lvl3pPr>
            <a:lvl4pPr indent="-317500" lvl="3" marL="1828800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rgbClr val="295FEC"/>
              </a:buClr>
              <a:buSzPts val="1400"/>
              <a:buChar char="•"/>
              <a:defRPr sz="1400">
                <a:solidFill>
                  <a:srgbClr val="295FEC"/>
                </a:solidFill>
              </a:defRPr>
            </a:lvl4pPr>
            <a:lvl5pPr indent="-317500" lvl="4" marL="2286000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rgbClr val="295FEC"/>
              </a:buClr>
              <a:buSzPts val="1400"/>
              <a:buChar char="•"/>
              <a:defRPr sz="1400">
                <a:solidFill>
                  <a:srgbClr val="295FEC"/>
                </a:solidFill>
              </a:defRPr>
            </a:lvl5pPr>
            <a:lvl6pPr indent="-317500" lvl="5" marL="2743200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rgbClr val="295FEC"/>
              </a:buClr>
              <a:buSzPts val="1400"/>
              <a:buChar char="•"/>
              <a:defRPr>
                <a:solidFill>
                  <a:srgbClr val="295FEC"/>
                </a:solidFill>
              </a:defRPr>
            </a:lvl6pPr>
            <a:lvl7pPr indent="-317500" lvl="6" marL="3200400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rgbClr val="295FEC"/>
              </a:buClr>
              <a:buSzPts val="1400"/>
              <a:buChar char="•"/>
              <a:defRPr>
                <a:solidFill>
                  <a:srgbClr val="295FEC"/>
                </a:solidFill>
              </a:defRPr>
            </a:lvl7pPr>
            <a:lvl8pPr indent="-317500" lvl="7" marL="3657600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rgbClr val="295FEC"/>
              </a:buClr>
              <a:buSzPts val="1400"/>
              <a:buChar char="•"/>
              <a:defRPr>
                <a:solidFill>
                  <a:srgbClr val="295FEC"/>
                </a:solidFill>
              </a:defRPr>
            </a:lvl8pPr>
            <a:lvl9pPr indent="-317500" lvl="8" marL="4114800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rgbClr val="295FEC"/>
              </a:buClr>
              <a:buSzPts val="1400"/>
              <a:buChar char="•"/>
              <a:defRPr>
                <a:solidFill>
                  <a:srgbClr val="295FEC"/>
                </a:solidFill>
              </a:defRPr>
            </a:lvl9pPr>
          </a:lstStyle>
          <a:p/>
        </p:txBody>
      </p:sp>
      <p:sp>
        <p:nvSpPr>
          <p:cNvPr id="313" name="Google Shape;313;p39"/>
          <p:cNvSpPr txBox="1"/>
          <p:nvPr>
            <p:ph idx="9" type="subTitle"/>
          </p:nvPr>
        </p:nvSpPr>
        <p:spPr>
          <a:xfrm>
            <a:off x="5869250" y="1914675"/>
            <a:ext cx="1744500" cy="9525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>
            <a:lvl1pPr lvl="0" rtl="0">
              <a:spcBef>
                <a:spcPts val="80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2pPr>
            <a:lvl3pPr lvl="2" rtl="0">
              <a:spcBef>
                <a:spcPts val="4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400"/>
              </a:spcBef>
              <a:spcAft>
                <a:spcPts val="0"/>
              </a:spcAft>
              <a:buSzPts val="1200"/>
              <a:buNone/>
              <a:defRPr/>
            </a:lvl4pPr>
            <a:lvl5pPr lvl="4" rtl="0">
              <a:spcBef>
                <a:spcPts val="400"/>
              </a:spcBef>
              <a:spcAft>
                <a:spcPts val="0"/>
              </a:spcAft>
              <a:buSzPts val="1100"/>
              <a:buNone/>
              <a:defRPr/>
            </a:lvl5pPr>
            <a:lvl6pPr lvl="5" rtl="0">
              <a:spcBef>
                <a:spcPts val="4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4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40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4" name="Google Shape;314;p39"/>
          <p:cNvSpPr txBox="1"/>
          <p:nvPr>
            <p:ph idx="13" type="body"/>
          </p:nvPr>
        </p:nvSpPr>
        <p:spPr>
          <a:xfrm>
            <a:off x="5869250" y="1664775"/>
            <a:ext cx="1744500" cy="3261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>
            <a:lvl1pPr indent="-304800" lvl="0" marL="457200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rgbClr val="295FEC"/>
              </a:buClr>
              <a:buSzPts val="1200"/>
              <a:buChar char="•"/>
              <a:defRPr sz="1200">
                <a:solidFill>
                  <a:srgbClr val="295FEC"/>
                </a:solidFill>
              </a:defRPr>
            </a:lvl1pPr>
            <a:lvl2pPr indent="-317500" lvl="1" marL="914400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rgbClr val="295FEC"/>
              </a:buClr>
              <a:buSzPts val="1400"/>
              <a:buChar char="•"/>
              <a:defRPr sz="1400">
                <a:solidFill>
                  <a:srgbClr val="295FEC"/>
                </a:solidFill>
              </a:defRPr>
            </a:lvl2pPr>
            <a:lvl3pPr indent="-317500" lvl="2" marL="1371600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rgbClr val="295FEC"/>
              </a:buClr>
              <a:buSzPts val="1400"/>
              <a:buChar char="•"/>
              <a:defRPr>
                <a:solidFill>
                  <a:srgbClr val="295FEC"/>
                </a:solidFill>
              </a:defRPr>
            </a:lvl3pPr>
            <a:lvl4pPr indent="-317500" lvl="3" marL="1828800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rgbClr val="295FEC"/>
              </a:buClr>
              <a:buSzPts val="1400"/>
              <a:buChar char="•"/>
              <a:defRPr sz="1400">
                <a:solidFill>
                  <a:srgbClr val="295FEC"/>
                </a:solidFill>
              </a:defRPr>
            </a:lvl4pPr>
            <a:lvl5pPr indent="-317500" lvl="4" marL="2286000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rgbClr val="295FEC"/>
              </a:buClr>
              <a:buSzPts val="1400"/>
              <a:buChar char="•"/>
              <a:defRPr sz="1400">
                <a:solidFill>
                  <a:srgbClr val="295FEC"/>
                </a:solidFill>
              </a:defRPr>
            </a:lvl5pPr>
            <a:lvl6pPr indent="-317500" lvl="5" marL="2743200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rgbClr val="295FEC"/>
              </a:buClr>
              <a:buSzPts val="1400"/>
              <a:buChar char="•"/>
              <a:defRPr>
                <a:solidFill>
                  <a:srgbClr val="295FEC"/>
                </a:solidFill>
              </a:defRPr>
            </a:lvl6pPr>
            <a:lvl7pPr indent="-317500" lvl="6" marL="3200400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rgbClr val="295FEC"/>
              </a:buClr>
              <a:buSzPts val="1400"/>
              <a:buChar char="•"/>
              <a:defRPr>
                <a:solidFill>
                  <a:srgbClr val="295FEC"/>
                </a:solidFill>
              </a:defRPr>
            </a:lvl7pPr>
            <a:lvl8pPr indent="-317500" lvl="7" marL="3657600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rgbClr val="295FEC"/>
              </a:buClr>
              <a:buSzPts val="1400"/>
              <a:buChar char="•"/>
              <a:defRPr>
                <a:solidFill>
                  <a:srgbClr val="295FEC"/>
                </a:solidFill>
              </a:defRPr>
            </a:lvl8pPr>
            <a:lvl9pPr indent="-317500" lvl="8" marL="4114800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rgbClr val="295FEC"/>
              </a:buClr>
              <a:buSzPts val="1400"/>
              <a:buChar char="•"/>
              <a:defRPr>
                <a:solidFill>
                  <a:srgbClr val="295FEC"/>
                </a:solidFill>
              </a:defRPr>
            </a:lvl9pPr>
          </a:lstStyle>
          <a:p/>
        </p:txBody>
      </p:sp>
      <p:sp>
        <p:nvSpPr>
          <p:cNvPr id="315" name="Google Shape;315;p39"/>
          <p:cNvSpPr txBox="1"/>
          <p:nvPr>
            <p:ph idx="14" type="subTitle"/>
          </p:nvPr>
        </p:nvSpPr>
        <p:spPr>
          <a:xfrm>
            <a:off x="6972175" y="3087700"/>
            <a:ext cx="1744500" cy="9525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>
            <a:lvl1pPr lvl="0" rtl="0">
              <a:spcBef>
                <a:spcPts val="80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2pPr>
            <a:lvl3pPr lvl="2" rtl="0">
              <a:spcBef>
                <a:spcPts val="4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400"/>
              </a:spcBef>
              <a:spcAft>
                <a:spcPts val="0"/>
              </a:spcAft>
              <a:buSzPts val="1200"/>
              <a:buNone/>
              <a:defRPr/>
            </a:lvl4pPr>
            <a:lvl5pPr lvl="4" rtl="0">
              <a:spcBef>
                <a:spcPts val="400"/>
              </a:spcBef>
              <a:spcAft>
                <a:spcPts val="0"/>
              </a:spcAft>
              <a:buSzPts val="1100"/>
              <a:buNone/>
              <a:defRPr/>
            </a:lvl5pPr>
            <a:lvl6pPr lvl="5" rtl="0">
              <a:spcBef>
                <a:spcPts val="4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4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40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6" name="Google Shape;316;p39"/>
          <p:cNvSpPr txBox="1"/>
          <p:nvPr>
            <p:ph idx="15" type="body"/>
          </p:nvPr>
        </p:nvSpPr>
        <p:spPr>
          <a:xfrm>
            <a:off x="6972175" y="2837800"/>
            <a:ext cx="1744500" cy="3261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>
            <a:lvl1pPr indent="-304800" lvl="0" marL="457200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rgbClr val="295FEC"/>
              </a:buClr>
              <a:buSzPts val="1200"/>
              <a:buChar char="•"/>
              <a:defRPr sz="1200">
                <a:solidFill>
                  <a:srgbClr val="295FEC"/>
                </a:solidFill>
              </a:defRPr>
            </a:lvl1pPr>
            <a:lvl2pPr indent="-317500" lvl="1" marL="914400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rgbClr val="295FEC"/>
              </a:buClr>
              <a:buSzPts val="1400"/>
              <a:buChar char="•"/>
              <a:defRPr sz="1400">
                <a:solidFill>
                  <a:srgbClr val="295FEC"/>
                </a:solidFill>
              </a:defRPr>
            </a:lvl2pPr>
            <a:lvl3pPr indent="-317500" lvl="2" marL="1371600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rgbClr val="295FEC"/>
              </a:buClr>
              <a:buSzPts val="1400"/>
              <a:buChar char="•"/>
              <a:defRPr>
                <a:solidFill>
                  <a:srgbClr val="295FEC"/>
                </a:solidFill>
              </a:defRPr>
            </a:lvl3pPr>
            <a:lvl4pPr indent="-317500" lvl="3" marL="1828800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rgbClr val="295FEC"/>
              </a:buClr>
              <a:buSzPts val="1400"/>
              <a:buChar char="•"/>
              <a:defRPr sz="1400">
                <a:solidFill>
                  <a:srgbClr val="295FEC"/>
                </a:solidFill>
              </a:defRPr>
            </a:lvl4pPr>
            <a:lvl5pPr indent="-317500" lvl="4" marL="2286000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rgbClr val="295FEC"/>
              </a:buClr>
              <a:buSzPts val="1400"/>
              <a:buChar char="•"/>
              <a:defRPr sz="1400">
                <a:solidFill>
                  <a:srgbClr val="295FEC"/>
                </a:solidFill>
              </a:defRPr>
            </a:lvl5pPr>
            <a:lvl6pPr indent="-317500" lvl="5" marL="2743200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rgbClr val="295FEC"/>
              </a:buClr>
              <a:buSzPts val="1400"/>
              <a:buChar char="•"/>
              <a:defRPr>
                <a:solidFill>
                  <a:srgbClr val="295FEC"/>
                </a:solidFill>
              </a:defRPr>
            </a:lvl6pPr>
            <a:lvl7pPr indent="-317500" lvl="6" marL="3200400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rgbClr val="295FEC"/>
              </a:buClr>
              <a:buSzPts val="1400"/>
              <a:buChar char="•"/>
              <a:defRPr>
                <a:solidFill>
                  <a:srgbClr val="295FEC"/>
                </a:solidFill>
              </a:defRPr>
            </a:lvl7pPr>
            <a:lvl8pPr indent="-317500" lvl="7" marL="3657600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rgbClr val="295FEC"/>
              </a:buClr>
              <a:buSzPts val="1400"/>
              <a:buChar char="•"/>
              <a:defRPr>
                <a:solidFill>
                  <a:srgbClr val="295FEC"/>
                </a:solidFill>
              </a:defRPr>
            </a:lvl8pPr>
            <a:lvl9pPr indent="-317500" lvl="8" marL="4114800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rgbClr val="295FEC"/>
              </a:buClr>
              <a:buSzPts val="1400"/>
              <a:buChar char="•"/>
              <a:defRPr>
                <a:solidFill>
                  <a:srgbClr val="295FEC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ommaire1">
  <p:cSld name="Sommaire1"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40"/>
          <p:cNvSpPr/>
          <p:nvPr/>
        </p:nvSpPr>
        <p:spPr>
          <a:xfrm>
            <a:off x="575072" y="1977271"/>
            <a:ext cx="8568928" cy="1352913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" name="Google Shape;319;p40"/>
          <p:cNvSpPr/>
          <p:nvPr/>
        </p:nvSpPr>
        <p:spPr>
          <a:xfrm>
            <a:off x="503043" y="632949"/>
            <a:ext cx="8704589" cy="1352913"/>
          </a:xfrm>
          <a:prstGeom prst="rect">
            <a:avLst/>
          </a:prstGeom>
          <a:solidFill>
            <a:srgbClr val="E0E0E0">
              <a:alpha val="20000"/>
            </a:srgbClr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" name="Google Shape;320;p40"/>
          <p:cNvSpPr/>
          <p:nvPr/>
        </p:nvSpPr>
        <p:spPr>
          <a:xfrm>
            <a:off x="503043" y="3325053"/>
            <a:ext cx="8704589" cy="1352913"/>
          </a:xfrm>
          <a:prstGeom prst="rect">
            <a:avLst/>
          </a:prstGeom>
          <a:solidFill>
            <a:srgbClr val="E0E0E0">
              <a:alpha val="20000"/>
            </a:srgbClr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" name="Google Shape;321;p40"/>
          <p:cNvSpPr txBox="1"/>
          <p:nvPr>
            <p:ph idx="1" type="body"/>
          </p:nvPr>
        </p:nvSpPr>
        <p:spPr>
          <a:xfrm>
            <a:off x="989112" y="770894"/>
            <a:ext cx="4860000" cy="26431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i="0" sz="1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22" name="Google Shape;322;p40"/>
          <p:cNvSpPr txBox="1"/>
          <p:nvPr>
            <p:ph idx="2" type="body"/>
          </p:nvPr>
        </p:nvSpPr>
        <p:spPr>
          <a:xfrm>
            <a:off x="989112" y="2089270"/>
            <a:ext cx="4860000" cy="26431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i="0" sz="1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23" name="Google Shape;323;p40"/>
          <p:cNvSpPr txBox="1"/>
          <p:nvPr>
            <p:ph idx="3" type="body"/>
          </p:nvPr>
        </p:nvSpPr>
        <p:spPr>
          <a:xfrm>
            <a:off x="989112" y="3433168"/>
            <a:ext cx="4860000" cy="26431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i="0" sz="1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24" name="Google Shape;324;p40"/>
          <p:cNvSpPr txBox="1"/>
          <p:nvPr>
            <p:ph idx="4" type="body"/>
          </p:nvPr>
        </p:nvSpPr>
        <p:spPr>
          <a:xfrm>
            <a:off x="989113" y="1038310"/>
            <a:ext cx="4860000" cy="86558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9845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Roboto"/>
              <a:buAutoNum type="arabicPeriod"/>
              <a:defRPr i="0" sz="1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25" name="Google Shape;325;p40"/>
          <p:cNvSpPr txBox="1"/>
          <p:nvPr>
            <p:ph idx="5" type="body"/>
          </p:nvPr>
        </p:nvSpPr>
        <p:spPr>
          <a:xfrm>
            <a:off x="989113" y="2356396"/>
            <a:ext cx="4860000" cy="86558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9845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Roboto"/>
              <a:buAutoNum type="arabicPeriod"/>
              <a:defRPr sz="1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26" name="Google Shape;326;p40"/>
          <p:cNvSpPr txBox="1"/>
          <p:nvPr>
            <p:ph idx="6" type="body"/>
          </p:nvPr>
        </p:nvSpPr>
        <p:spPr>
          <a:xfrm>
            <a:off x="989113" y="3705991"/>
            <a:ext cx="4860000" cy="86558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9845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Roboto"/>
              <a:buAutoNum type="arabicPeriod"/>
              <a:defRPr sz="1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27" name="Google Shape;327;p40"/>
          <p:cNvSpPr/>
          <p:nvPr>
            <p:ph idx="7" type="pic"/>
          </p:nvPr>
        </p:nvSpPr>
        <p:spPr>
          <a:xfrm>
            <a:off x="6096000" y="-1"/>
            <a:ext cx="3048000" cy="5143499"/>
          </a:xfrm>
          <a:prstGeom prst="rect">
            <a:avLst/>
          </a:prstGeom>
          <a:noFill/>
          <a:ln>
            <a:noFill/>
          </a:ln>
        </p:spPr>
      </p:sp>
      <p:sp>
        <p:nvSpPr>
          <p:cNvPr id="328" name="Google Shape;328;p40"/>
          <p:cNvSpPr txBox="1"/>
          <p:nvPr>
            <p:ph idx="8" type="body"/>
          </p:nvPr>
        </p:nvSpPr>
        <p:spPr>
          <a:xfrm>
            <a:off x="503043" y="6248"/>
            <a:ext cx="8568928" cy="30408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68575" spcFirstLastPara="1" rIns="68575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1041BE"/>
              </a:buClr>
              <a:buSzPts val="900"/>
              <a:buNone/>
              <a:defRPr sz="900">
                <a:solidFill>
                  <a:srgbClr val="1041BE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pic>
        <p:nvPicPr>
          <p:cNvPr id="329" name="Google Shape;329;p40" title="losange rouge fvae@2x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19900" y="714989"/>
            <a:ext cx="334352" cy="376137"/>
          </a:xfrm>
          <a:prstGeom prst="rect">
            <a:avLst/>
          </a:prstGeom>
          <a:noFill/>
          <a:ln>
            <a:noFill/>
          </a:ln>
        </p:spPr>
      </p:pic>
      <p:sp>
        <p:nvSpPr>
          <p:cNvPr id="330" name="Google Shape;330;p40"/>
          <p:cNvSpPr/>
          <p:nvPr/>
        </p:nvSpPr>
        <p:spPr>
          <a:xfrm>
            <a:off x="654782" y="760675"/>
            <a:ext cx="264600" cy="264600"/>
          </a:xfrm>
          <a:prstGeom prst="ellipse">
            <a:avLst/>
          </a:prstGeom>
          <a:solidFill>
            <a:srgbClr val="1041BE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fr" sz="900">
                <a:solidFill>
                  <a:schemeClr val="lt1"/>
                </a:solidFill>
                <a:latin typeface="Roboto Medium"/>
                <a:ea typeface="Roboto Medium"/>
                <a:cs typeface="Roboto Medium"/>
                <a:sym typeface="Roboto Medium"/>
              </a:rPr>
              <a:t>1</a:t>
            </a:r>
            <a:endParaRPr sz="1100"/>
          </a:p>
        </p:txBody>
      </p:sp>
      <p:pic>
        <p:nvPicPr>
          <p:cNvPr id="331" name="Google Shape;331;p40" title="losange rouge fvae@2x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19900" y="2020014"/>
            <a:ext cx="334352" cy="376137"/>
          </a:xfrm>
          <a:prstGeom prst="rect">
            <a:avLst/>
          </a:prstGeom>
          <a:noFill/>
          <a:ln>
            <a:noFill/>
          </a:ln>
        </p:spPr>
      </p:pic>
      <p:sp>
        <p:nvSpPr>
          <p:cNvPr id="332" name="Google Shape;332;p40"/>
          <p:cNvSpPr/>
          <p:nvPr/>
        </p:nvSpPr>
        <p:spPr>
          <a:xfrm>
            <a:off x="654782" y="2065700"/>
            <a:ext cx="264600" cy="264600"/>
          </a:xfrm>
          <a:prstGeom prst="ellipse">
            <a:avLst/>
          </a:prstGeom>
          <a:solidFill>
            <a:srgbClr val="1041BE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900">
                <a:solidFill>
                  <a:schemeClr val="lt1"/>
                </a:solidFill>
                <a:latin typeface="Roboto Medium"/>
                <a:ea typeface="Roboto Medium"/>
                <a:cs typeface="Roboto Medium"/>
                <a:sym typeface="Roboto Medium"/>
              </a:rPr>
              <a:t>2</a:t>
            </a:r>
            <a:endParaRPr sz="1100"/>
          </a:p>
        </p:txBody>
      </p:sp>
      <p:pic>
        <p:nvPicPr>
          <p:cNvPr id="333" name="Google Shape;333;p40" title="losange rouge fvae@2x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19900" y="3370714"/>
            <a:ext cx="334352" cy="376137"/>
          </a:xfrm>
          <a:prstGeom prst="rect">
            <a:avLst/>
          </a:prstGeom>
          <a:noFill/>
          <a:ln>
            <a:noFill/>
          </a:ln>
        </p:spPr>
      </p:pic>
      <p:sp>
        <p:nvSpPr>
          <p:cNvPr id="334" name="Google Shape;334;p40"/>
          <p:cNvSpPr/>
          <p:nvPr/>
        </p:nvSpPr>
        <p:spPr>
          <a:xfrm>
            <a:off x="654782" y="3416400"/>
            <a:ext cx="264600" cy="264600"/>
          </a:xfrm>
          <a:prstGeom prst="ellipse">
            <a:avLst/>
          </a:prstGeom>
          <a:solidFill>
            <a:srgbClr val="1041BE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900">
                <a:solidFill>
                  <a:schemeClr val="lt1"/>
                </a:solidFill>
                <a:latin typeface="Roboto Medium"/>
                <a:ea typeface="Roboto Medium"/>
                <a:cs typeface="Roboto Medium"/>
                <a:sym typeface="Roboto Medium"/>
              </a:rPr>
              <a:t>3</a:t>
            </a:r>
            <a:endParaRPr sz="1100"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re + 3 column">
  <p:cSld name="Sommaire3"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6" name="Google Shape;336;p41" title="losange bleu roi fvae@2x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322600" y="1418525"/>
            <a:ext cx="334348" cy="374202"/>
          </a:xfrm>
          <a:prstGeom prst="rect">
            <a:avLst/>
          </a:prstGeom>
          <a:noFill/>
          <a:ln>
            <a:noFill/>
          </a:ln>
        </p:spPr>
      </p:pic>
      <p:pic>
        <p:nvPicPr>
          <p:cNvPr id="337" name="Google Shape;337;p41" title="losange bleu roi fvae@2x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070125" y="1418525"/>
            <a:ext cx="334348" cy="374202"/>
          </a:xfrm>
          <a:prstGeom prst="rect">
            <a:avLst/>
          </a:prstGeom>
          <a:noFill/>
          <a:ln>
            <a:noFill/>
          </a:ln>
        </p:spPr>
      </p:pic>
      <p:pic>
        <p:nvPicPr>
          <p:cNvPr id="338" name="Google Shape;338;p41" title="losange bleu roi fvae@2x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75075" y="1418525"/>
            <a:ext cx="334348" cy="374202"/>
          </a:xfrm>
          <a:prstGeom prst="rect">
            <a:avLst/>
          </a:prstGeom>
          <a:noFill/>
          <a:ln>
            <a:noFill/>
          </a:ln>
        </p:spPr>
      </p:pic>
      <p:sp>
        <p:nvSpPr>
          <p:cNvPr id="339" name="Google Shape;339;p41"/>
          <p:cNvSpPr txBox="1"/>
          <p:nvPr>
            <p:ph idx="1" type="body"/>
          </p:nvPr>
        </p:nvSpPr>
        <p:spPr>
          <a:xfrm>
            <a:off x="502541" y="569700"/>
            <a:ext cx="8569426" cy="32623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Roboto"/>
              <a:buNone/>
              <a:defRPr b="1" i="0" sz="2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 b="1"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 b="1"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 b="1"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 b="1"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 b="1"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 b="1"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 b="1"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 b="1"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340" name="Google Shape;340;p41"/>
          <p:cNvSpPr txBox="1"/>
          <p:nvPr>
            <p:ph idx="2" type="body"/>
          </p:nvPr>
        </p:nvSpPr>
        <p:spPr>
          <a:xfrm>
            <a:off x="980100" y="1476000"/>
            <a:ext cx="2160000" cy="264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None/>
              <a:defRPr b="1" i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None/>
              <a:defRPr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None/>
              <a:defRPr sz="18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None/>
              <a:defRPr sz="1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None/>
              <a:defRPr sz="1800"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•"/>
              <a:defRPr sz="1800">
                <a:latin typeface="Roboto"/>
                <a:ea typeface="Roboto"/>
                <a:cs typeface="Roboto"/>
                <a:sym typeface="Roboto"/>
              </a:defRPr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•"/>
              <a:defRPr sz="1800">
                <a:latin typeface="Roboto"/>
                <a:ea typeface="Roboto"/>
                <a:cs typeface="Roboto"/>
                <a:sym typeface="Roboto"/>
              </a:defRPr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•"/>
              <a:defRPr sz="1800">
                <a:latin typeface="Roboto"/>
                <a:ea typeface="Roboto"/>
                <a:cs typeface="Roboto"/>
                <a:sym typeface="Roboto"/>
              </a:defRPr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•"/>
              <a:defRPr sz="1800"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341" name="Google Shape;341;p41"/>
          <p:cNvSpPr txBox="1"/>
          <p:nvPr>
            <p:ph idx="3" type="body"/>
          </p:nvPr>
        </p:nvSpPr>
        <p:spPr>
          <a:xfrm>
            <a:off x="980100" y="1860070"/>
            <a:ext cx="2160000" cy="8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317500" lvl="0" marL="457200" algn="l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AutoNum type="arabicPeriod"/>
              <a:defRPr i="0" sz="1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 sz="1400"/>
            </a:lvl2pPr>
            <a:lvl3pPr indent="-3175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 sz="1400"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 sz="1400"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342" name="Google Shape;342;p41"/>
          <p:cNvSpPr txBox="1"/>
          <p:nvPr>
            <p:ph idx="4" type="body"/>
          </p:nvPr>
        </p:nvSpPr>
        <p:spPr>
          <a:xfrm>
            <a:off x="3732614" y="1476000"/>
            <a:ext cx="2160000" cy="264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None/>
              <a:defRPr b="1" i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None/>
              <a:defRPr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None/>
              <a:defRPr sz="18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None/>
              <a:defRPr sz="1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None/>
              <a:defRPr sz="1800"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•"/>
              <a:defRPr sz="1800">
                <a:latin typeface="Roboto"/>
                <a:ea typeface="Roboto"/>
                <a:cs typeface="Roboto"/>
                <a:sym typeface="Roboto"/>
              </a:defRPr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•"/>
              <a:defRPr sz="1800">
                <a:latin typeface="Roboto"/>
                <a:ea typeface="Roboto"/>
                <a:cs typeface="Roboto"/>
                <a:sym typeface="Roboto"/>
              </a:defRPr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•"/>
              <a:defRPr sz="1800">
                <a:latin typeface="Roboto"/>
                <a:ea typeface="Roboto"/>
                <a:cs typeface="Roboto"/>
                <a:sym typeface="Roboto"/>
              </a:defRPr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•"/>
              <a:defRPr sz="1800"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343" name="Google Shape;343;p41"/>
          <p:cNvSpPr txBox="1"/>
          <p:nvPr>
            <p:ph idx="5" type="body"/>
          </p:nvPr>
        </p:nvSpPr>
        <p:spPr>
          <a:xfrm>
            <a:off x="3732614" y="1860070"/>
            <a:ext cx="2160000" cy="8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317500" lvl="0" marL="457200" algn="l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AutoNum type="arabicPeriod"/>
              <a:defRPr i="0" sz="1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 sz="1400"/>
            </a:lvl2pPr>
            <a:lvl3pPr indent="-3175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 sz="1400"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 sz="1400"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344" name="Google Shape;344;p41"/>
          <p:cNvSpPr txBox="1"/>
          <p:nvPr>
            <p:ph idx="6" type="body"/>
          </p:nvPr>
        </p:nvSpPr>
        <p:spPr>
          <a:xfrm>
            <a:off x="6485129" y="1476000"/>
            <a:ext cx="2160000" cy="264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None/>
              <a:defRPr b="1" i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None/>
              <a:defRPr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None/>
              <a:defRPr sz="18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None/>
              <a:defRPr sz="1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None/>
              <a:defRPr sz="1800"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•"/>
              <a:defRPr sz="1800">
                <a:latin typeface="Roboto"/>
                <a:ea typeface="Roboto"/>
                <a:cs typeface="Roboto"/>
                <a:sym typeface="Roboto"/>
              </a:defRPr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•"/>
              <a:defRPr sz="1800">
                <a:latin typeface="Roboto"/>
                <a:ea typeface="Roboto"/>
                <a:cs typeface="Roboto"/>
                <a:sym typeface="Roboto"/>
              </a:defRPr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•"/>
              <a:defRPr sz="1800">
                <a:latin typeface="Roboto"/>
                <a:ea typeface="Roboto"/>
                <a:cs typeface="Roboto"/>
                <a:sym typeface="Roboto"/>
              </a:defRPr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•"/>
              <a:defRPr sz="1800"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345" name="Google Shape;345;p41"/>
          <p:cNvSpPr txBox="1"/>
          <p:nvPr>
            <p:ph idx="7" type="body"/>
          </p:nvPr>
        </p:nvSpPr>
        <p:spPr>
          <a:xfrm>
            <a:off x="6485129" y="1860070"/>
            <a:ext cx="2160000" cy="8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317500" lvl="0" marL="457200" algn="l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AutoNum type="arabicPeriod"/>
              <a:defRPr i="0" sz="1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 sz="1400"/>
            </a:lvl2pPr>
            <a:lvl3pPr indent="-3175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 sz="1400"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 sz="1400"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346" name="Google Shape;346;p41"/>
          <p:cNvSpPr txBox="1"/>
          <p:nvPr>
            <p:ph idx="8" type="body"/>
          </p:nvPr>
        </p:nvSpPr>
        <p:spPr>
          <a:xfrm>
            <a:off x="503039" y="6248"/>
            <a:ext cx="8568928" cy="30408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68575" spcFirstLastPara="1" rIns="68575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1041BE"/>
              </a:buClr>
              <a:buSzPts val="900"/>
              <a:buFont typeface="Roboto"/>
              <a:buNone/>
              <a:defRPr sz="900">
                <a:solidFill>
                  <a:srgbClr val="1041BE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Roboto"/>
              <a:buNone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347" name="Google Shape;347;p41"/>
          <p:cNvSpPr/>
          <p:nvPr/>
        </p:nvSpPr>
        <p:spPr>
          <a:xfrm>
            <a:off x="609957" y="1464212"/>
            <a:ext cx="264600" cy="264600"/>
          </a:xfrm>
          <a:prstGeom prst="ellipse">
            <a:avLst/>
          </a:prstGeom>
          <a:solidFill>
            <a:srgbClr val="1041BE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fr" sz="900">
                <a:solidFill>
                  <a:schemeClr val="lt1"/>
                </a:solidFill>
                <a:latin typeface="Roboto Medium"/>
                <a:ea typeface="Roboto Medium"/>
                <a:cs typeface="Roboto Medium"/>
                <a:sym typeface="Roboto Medium"/>
              </a:rPr>
              <a:t>1</a:t>
            </a:r>
            <a:endParaRPr sz="1100"/>
          </a:p>
        </p:txBody>
      </p:sp>
      <p:sp>
        <p:nvSpPr>
          <p:cNvPr id="348" name="Google Shape;348;p41"/>
          <p:cNvSpPr/>
          <p:nvPr/>
        </p:nvSpPr>
        <p:spPr>
          <a:xfrm>
            <a:off x="3357470" y="1464212"/>
            <a:ext cx="264600" cy="264600"/>
          </a:xfrm>
          <a:prstGeom prst="ellipse">
            <a:avLst/>
          </a:prstGeom>
          <a:solidFill>
            <a:srgbClr val="1041BE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900">
                <a:solidFill>
                  <a:schemeClr val="lt1"/>
                </a:solidFill>
                <a:latin typeface="Roboto Medium"/>
                <a:ea typeface="Roboto Medium"/>
                <a:cs typeface="Roboto Medium"/>
                <a:sym typeface="Roboto Medium"/>
              </a:rPr>
              <a:t>2</a:t>
            </a:r>
            <a:endParaRPr sz="1100"/>
          </a:p>
        </p:txBody>
      </p:sp>
      <p:sp>
        <p:nvSpPr>
          <p:cNvPr id="349" name="Google Shape;349;p41"/>
          <p:cNvSpPr/>
          <p:nvPr/>
        </p:nvSpPr>
        <p:spPr>
          <a:xfrm>
            <a:off x="6104995" y="1464212"/>
            <a:ext cx="264600" cy="264600"/>
          </a:xfrm>
          <a:prstGeom prst="ellipse">
            <a:avLst/>
          </a:prstGeom>
          <a:solidFill>
            <a:srgbClr val="1041BE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900">
                <a:solidFill>
                  <a:schemeClr val="lt1"/>
                </a:solidFill>
                <a:latin typeface="Roboto Medium"/>
                <a:ea typeface="Roboto Medium"/>
                <a:cs typeface="Roboto Medium"/>
                <a:sym typeface="Roboto Medium"/>
              </a:rPr>
              <a:t>3</a:t>
            </a:r>
            <a:endParaRPr sz="1100"/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xte - Parag Medium - 2 blocs - 2 col">
  <p:cSld name="Texte - Parag Medium - 2 blocs - 2 col"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p42"/>
          <p:cNvSpPr txBox="1"/>
          <p:nvPr>
            <p:ph idx="1" type="body"/>
          </p:nvPr>
        </p:nvSpPr>
        <p:spPr>
          <a:xfrm>
            <a:off x="503039" y="6248"/>
            <a:ext cx="8568928" cy="30408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68575" spcFirstLastPara="1" rIns="68575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1041BE"/>
              </a:buClr>
              <a:buSzPts val="900"/>
              <a:buNone/>
              <a:defRPr sz="900">
                <a:solidFill>
                  <a:srgbClr val="1041BE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52" name="Google Shape;352;p42"/>
          <p:cNvSpPr txBox="1"/>
          <p:nvPr>
            <p:ph idx="2" type="body"/>
          </p:nvPr>
        </p:nvSpPr>
        <p:spPr>
          <a:xfrm>
            <a:off x="502541" y="599312"/>
            <a:ext cx="8569426" cy="32623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b="1" i="0" sz="2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53" name="Google Shape;353;p42"/>
          <p:cNvSpPr txBox="1"/>
          <p:nvPr>
            <p:ph idx="3" type="body"/>
          </p:nvPr>
        </p:nvSpPr>
        <p:spPr>
          <a:xfrm>
            <a:off x="502541" y="1323594"/>
            <a:ext cx="3853955" cy="318978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algn="l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54" name="Google Shape;354;p42"/>
          <p:cNvSpPr txBox="1"/>
          <p:nvPr>
            <p:ph idx="4" type="body"/>
          </p:nvPr>
        </p:nvSpPr>
        <p:spPr>
          <a:xfrm>
            <a:off x="4711471" y="1323594"/>
            <a:ext cx="3853955" cy="318978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0" i="0" sz="1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xte - parag Medium - 4 blocs - 2 col">
  <p:cSld name="Texte - parag Medium - 4 blocs - 2 col">
    <p:spTree>
      <p:nvGrpSpPr>
        <p:cNvPr id="355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p43"/>
          <p:cNvSpPr txBox="1"/>
          <p:nvPr>
            <p:ph idx="1" type="body"/>
          </p:nvPr>
        </p:nvSpPr>
        <p:spPr>
          <a:xfrm>
            <a:off x="503039" y="6248"/>
            <a:ext cx="8568928" cy="30408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68575" spcFirstLastPara="1" rIns="68575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1041BE"/>
              </a:buClr>
              <a:buSzPts val="900"/>
              <a:buNone/>
              <a:defRPr sz="900">
                <a:solidFill>
                  <a:srgbClr val="1041BE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57" name="Google Shape;357;p43"/>
          <p:cNvSpPr txBox="1"/>
          <p:nvPr>
            <p:ph idx="2" type="body"/>
          </p:nvPr>
        </p:nvSpPr>
        <p:spPr>
          <a:xfrm>
            <a:off x="502541" y="599312"/>
            <a:ext cx="8569426" cy="401956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b="1" i="0" sz="2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58" name="Google Shape;358;p43"/>
          <p:cNvSpPr txBox="1"/>
          <p:nvPr>
            <p:ph idx="3" type="body"/>
          </p:nvPr>
        </p:nvSpPr>
        <p:spPr>
          <a:xfrm>
            <a:off x="502541" y="1324237"/>
            <a:ext cx="3853955" cy="107377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0" i="0" sz="1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59" name="Google Shape;359;p43"/>
          <p:cNvSpPr txBox="1"/>
          <p:nvPr>
            <p:ph idx="4" type="body"/>
          </p:nvPr>
        </p:nvSpPr>
        <p:spPr>
          <a:xfrm>
            <a:off x="4711471" y="1324237"/>
            <a:ext cx="3853955" cy="107377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0" i="0" sz="1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60" name="Google Shape;360;p43"/>
          <p:cNvSpPr txBox="1"/>
          <p:nvPr>
            <p:ph idx="5" type="body"/>
          </p:nvPr>
        </p:nvSpPr>
        <p:spPr>
          <a:xfrm>
            <a:off x="502541" y="2534884"/>
            <a:ext cx="3853955" cy="107377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0" i="0" sz="1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61" name="Google Shape;361;p43"/>
          <p:cNvSpPr txBox="1"/>
          <p:nvPr>
            <p:ph idx="6" type="body"/>
          </p:nvPr>
        </p:nvSpPr>
        <p:spPr>
          <a:xfrm>
            <a:off x="4711471" y="2534884"/>
            <a:ext cx="3853955" cy="107377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0" i="0" sz="1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re + Texte - parag Medium - 4 blocs - 2 col">
  <p:cSld name="Titre + Texte - parag Medium - 4 blocs - 2 col">
    <p:spTree>
      <p:nvGrpSpPr>
        <p:cNvPr id="362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p44"/>
          <p:cNvSpPr txBox="1"/>
          <p:nvPr>
            <p:ph idx="1" type="body"/>
          </p:nvPr>
        </p:nvSpPr>
        <p:spPr>
          <a:xfrm>
            <a:off x="503039" y="6248"/>
            <a:ext cx="8568928" cy="30408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68575" spcFirstLastPara="1" rIns="68575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1041BE"/>
              </a:buClr>
              <a:buSzPts val="900"/>
              <a:buNone/>
              <a:defRPr sz="900">
                <a:solidFill>
                  <a:srgbClr val="1041BE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64" name="Google Shape;364;p44"/>
          <p:cNvSpPr txBox="1"/>
          <p:nvPr>
            <p:ph idx="2" type="body"/>
          </p:nvPr>
        </p:nvSpPr>
        <p:spPr>
          <a:xfrm>
            <a:off x="502541" y="1320270"/>
            <a:ext cx="3853955" cy="315568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0" i="0" sz="1800">
                <a:solidFill>
                  <a:schemeClr val="dk1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65" name="Google Shape;365;p44"/>
          <p:cNvSpPr txBox="1"/>
          <p:nvPr>
            <p:ph idx="3" type="body"/>
          </p:nvPr>
        </p:nvSpPr>
        <p:spPr>
          <a:xfrm>
            <a:off x="502541" y="1635838"/>
            <a:ext cx="3853955" cy="1296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0" i="0" sz="1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66" name="Google Shape;366;p44"/>
          <p:cNvSpPr txBox="1"/>
          <p:nvPr>
            <p:ph idx="4" type="body"/>
          </p:nvPr>
        </p:nvSpPr>
        <p:spPr>
          <a:xfrm>
            <a:off x="4711471" y="1320270"/>
            <a:ext cx="3853955" cy="315568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0" i="0" sz="1800">
                <a:solidFill>
                  <a:schemeClr val="dk1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67" name="Google Shape;367;p44"/>
          <p:cNvSpPr txBox="1"/>
          <p:nvPr>
            <p:ph idx="5" type="body"/>
          </p:nvPr>
        </p:nvSpPr>
        <p:spPr>
          <a:xfrm>
            <a:off x="4711471" y="1635838"/>
            <a:ext cx="3853955" cy="1296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0" i="0" sz="1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68" name="Google Shape;368;p44"/>
          <p:cNvSpPr txBox="1"/>
          <p:nvPr>
            <p:ph idx="6" type="body"/>
          </p:nvPr>
        </p:nvSpPr>
        <p:spPr>
          <a:xfrm>
            <a:off x="502541" y="3082885"/>
            <a:ext cx="3853955" cy="31556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0" i="0" sz="1800">
                <a:solidFill>
                  <a:schemeClr val="dk1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69" name="Google Shape;369;p44"/>
          <p:cNvSpPr txBox="1"/>
          <p:nvPr>
            <p:ph idx="7" type="body"/>
          </p:nvPr>
        </p:nvSpPr>
        <p:spPr>
          <a:xfrm>
            <a:off x="502541" y="3398454"/>
            <a:ext cx="3853955" cy="1296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0" i="0" sz="1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70" name="Google Shape;370;p44"/>
          <p:cNvSpPr txBox="1"/>
          <p:nvPr>
            <p:ph idx="8" type="body"/>
          </p:nvPr>
        </p:nvSpPr>
        <p:spPr>
          <a:xfrm>
            <a:off x="4711471" y="3082885"/>
            <a:ext cx="3853955" cy="31556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0" i="0" sz="1800">
                <a:solidFill>
                  <a:schemeClr val="dk1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71" name="Google Shape;371;p44"/>
          <p:cNvSpPr txBox="1"/>
          <p:nvPr>
            <p:ph idx="9" type="body"/>
          </p:nvPr>
        </p:nvSpPr>
        <p:spPr>
          <a:xfrm>
            <a:off x="4711471" y="3398454"/>
            <a:ext cx="3853955" cy="1296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0" i="0" sz="1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72" name="Google Shape;372;p44"/>
          <p:cNvSpPr txBox="1"/>
          <p:nvPr>
            <p:ph idx="13" type="body"/>
          </p:nvPr>
        </p:nvSpPr>
        <p:spPr>
          <a:xfrm>
            <a:off x="502541" y="599312"/>
            <a:ext cx="8569426" cy="32623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b="1" i="0" sz="2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re+Texte - parag Medium - sur-titre - 4 blocs - 2 col">
  <p:cSld name="Titre+Texte - parag Medium - sur-titre - 4 blocs - 2 col">
    <p:spTree>
      <p:nvGrpSpPr>
        <p:cNvPr id="373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p45"/>
          <p:cNvSpPr txBox="1"/>
          <p:nvPr>
            <p:ph idx="1" type="body"/>
          </p:nvPr>
        </p:nvSpPr>
        <p:spPr>
          <a:xfrm>
            <a:off x="503039" y="6248"/>
            <a:ext cx="8568928" cy="30408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68575" spcFirstLastPara="1" rIns="68575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1041BE"/>
              </a:buClr>
              <a:buSzPts val="900"/>
              <a:buNone/>
              <a:defRPr sz="900">
                <a:solidFill>
                  <a:srgbClr val="1041BE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75" name="Google Shape;375;p45"/>
          <p:cNvSpPr txBox="1"/>
          <p:nvPr>
            <p:ph idx="2" type="body"/>
          </p:nvPr>
        </p:nvSpPr>
        <p:spPr>
          <a:xfrm>
            <a:off x="502540" y="600956"/>
            <a:ext cx="3853955" cy="20050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CA0538"/>
              </a:buClr>
              <a:buSzPts val="900"/>
              <a:buNone/>
              <a:defRPr b="0" i="0" sz="900">
                <a:solidFill>
                  <a:srgbClr val="CA0538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76" name="Google Shape;376;p45"/>
          <p:cNvSpPr txBox="1"/>
          <p:nvPr>
            <p:ph idx="3" type="body"/>
          </p:nvPr>
        </p:nvSpPr>
        <p:spPr>
          <a:xfrm>
            <a:off x="502541" y="881467"/>
            <a:ext cx="3853955" cy="315568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0" i="0" sz="1800">
                <a:solidFill>
                  <a:schemeClr val="dk1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77" name="Google Shape;377;p45"/>
          <p:cNvSpPr txBox="1"/>
          <p:nvPr>
            <p:ph idx="4" type="body"/>
          </p:nvPr>
        </p:nvSpPr>
        <p:spPr>
          <a:xfrm>
            <a:off x="502541" y="1197036"/>
            <a:ext cx="3853955" cy="1296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0" i="0" sz="1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78" name="Google Shape;378;p45"/>
          <p:cNvSpPr txBox="1"/>
          <p:nvPr>
            <p:ph idx="5" type="body"/>
          </p:nvPr>
        </p:nvSpPr>
        <p:spPr>
          <a:xfrm>
            <a:off x="4711470" y="600956"/>
            <a:ext cx="3853955" cy="20050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CA0538"/>
              </a:buClr>
              <a:buSzPts val="900"/>
              <a:buNone/>
              <a:defRPr b="0" i="0" sz="900">
                <a:solidFill>
                  <a:srgbClr val="CA0538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79" name="Google Shape;379;p45"/>
          <p:cNvSpPr txBox="1"/>
          <p:nvPr>
            <p:ph idx="6" type="body"/>
          </p:nvPr>
        </p:nvSpPr>
        <p:spPr>
          <a:xfrm>
            <a:off x="4711471" y="881467"/>
            <a:ext cx="3853955" cy="315568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0" i="0" sz="1800">
                <a:solidFill>
                  <a:schemeClr val="dk1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80" name="Google Shape;380;p45"/>
          <p:cNvSpPr txBox="1"/>
          <p:nvPr>
            <p:ph idx="7" type="body"/>
          </p:nvPr>
        </p:nvSpPr>
        <p:spPr>
          <a:xfrm>
            <a:off x="4711471" y="1197036"/>
            <a:ext cx="3853955" cy="1296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0" i="0" sz="1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81" name="Google Shape;381;p45"/>
          <p:cNvSpPr txBox="1"/>
          <p:nvPr>
            <p:ph idx="8" type="body"/>
          </p:nvPr>
        </p:nvSpPr>
        <p:spPr>
          <a:xfrm>
            <a:off x="502540" y="2658356"/>
            <a:ext cx="3853955" cy="20050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CA0538"/>
              </a:buClr>
              <a:buSzPts val="900"/>
              <a:buNone/>
              <a:defRPr b="0" i="0" sz="900">
                <a:solidFill>
                  <a:srgbClr val="CA0538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82" name="Google Shape;382;p45"/>
          <p:cNvSpPr txBox="1"/>
          <p:nvPr>
            <p:ph idx="9" type="body"/>
          </p:nvPr>
        </p:nvSpPr>
        <p:spPr>
          <a:xfrm>
            <a:off x="502541" y="2938868"/>
            <a:ext cx="3853955" cy="31556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0" i="0" sz="1800">
                <a:solidFill>
                  <a:schemeClr val="dk1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83" name="Google Shape;383;p45"/>
          <p:cNvSpPr txBox="1"/>
          <p:nvPr>
            <p:ph idx="13" type="body"/>
          </p:nvPr>
        </p:nvSpPr>
        <p:spPr>
          <a:xfrm>
            <a:off x="502541" y="3254436"/>
            <a:ext cx="3853955" cy="1296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0" i="0" sz="1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84" name="Google Shape;384;p45"/>
          <p:cNvSpPr txBox="1"/>
          <p:nvPr>
            <p:ph idx="14" type="body"/>
          </p:nvPr>
        </p:nvSpPr>
        <p:spPr>
          <a:xfrm>
            <a:off x="4711470" y="2658356"/>
            <a:ext cx="3853955" cy="20050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CA0538"/>
              </a:buClr>
              <a:buSzPts val="900"/>
              <a:buNone/>
              <a:defRPr b="0" i="0" sz="900">
                <a:solidFill>
                  <a:srgbClr val="CA0538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85" name="Google Shape;385;p45"/>
          <p:cNvSpPr txBox="1"/>
          <p:nvPr>
            <p:ph idx="15" type="body"/>
          </p:nvPr>
        </p:nvSpPr>
        <p:spPr>
          <a:xfrm>
            <a:off x="4711471" y="2938868"/>
            <a:ext cx="3853955" cy="31556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0" i="0" sz="1800">
                <a:solidFill>
                  <a:schemeClr val="dk1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86" name="Google Shape;386;p45"/>
          <p:cNvSpPr txBox="1"/>
          <p:nvPr>
            <p:ph idx="16" type="body"/>
          </p:nvPr>
        </p:nvSpPr>
        <p:spPr>
          <a:xfrm>
            <a:off x="4711471" y="3254436"/>
            <a:ext cx="3853955" cy="1296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0" i="0" sz="1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xte-Exergue-Light">
  <p:cSld name="Texte-Exergue-Light">
    <p:spTree>
      <p:nvGrpSpPr>
        <p:cNvPr id="387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p46"/>
          <p:cNvSpPr txBox="1"/>
          <p:nvPr>
            <p:ph idx="1" type="body"/>
          </p:nvPr>
        </p:nvSpPr>
        <p:spPr>
          <a:xfrm>
            <a:off x="503039" y="6248"/>
            <a:ext cx="8568928" cy="30408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68575" spcFirstLastPara="1" rIns="68575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1041BE"/>
              </a:buClr>
              <a:buSzPts val="900"/>
              <a:buFont typeface="Roboto"/>
              <a:buNone/>
              <a:defRPr sz="900">
                <a:solidFill>
                  <a:srgbClr val="1041BE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None/>
              <a:defRPr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Roboto"/>
              <a:buNone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389" name="Google Shape;389;p46"/>
          <p:cNvSpPr txBox="1"/>
          <p:nvPr>
            <p:ph idx="2" type="body"/>
          </p:nvPr>
        </p:nvSpPr>
        <p:spPr>
          <a:xfrm>
            <a:off x="502444" y="619433"/>
            <a:ext cx="8066485" cy="3933629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4100"/>
              <a:buFont typeface="Roboto"/>
              <a:buNone/>
              <a:defRPr i="0" sz="4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None/>
              <a:defRPr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Roboto"/>
              <a:buNone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xte-Exergue-Dark">
  <p:cSld name="Texte-Exergue-Dark">
    <p:bg>
      <p:bgPr>
        <a:solidFill>
          <a:schemeClr val="dk1"/>
        </a:solidFill>
      </p:bgPr>
    </p:bg>
    <p:spTree>
      <p:nvGrpSpPr>
        <p:cNvPr id="390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p47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  <p:sp>
        <p:nvSpPr>
          <p:cNvPr id="392" name="Google Shape;392;p47"/>
          <p:cNvSpPr txBox="1"/>
          <p:nvPr>
            <p:ph idx="1" type="body"/>
          </p:nvPr>
        </p:nvSpPr>
        <p:spPr>
          <a:xfrm>
            <a:off x="502444" y="0"/>
            <a:ext cx="8568928" cy="30408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68575" spcFirstLastPara="1" rIns="68575" wrap="square" tIns="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6"/>
              </a:buClr>
              <a:buSzPts val="900"/>
              <a:buNone/>
              <a:defRPr sz="900">
                <a:solidFill>
                  <a:schemeClr val="accent6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93" name="Google Shape;393;p47"/>
          <p:cNvSpPr txBox="1"/>
          <p:nvPr>
            <p:ph idx="2" type="body"/>
          </p:nvPr>
        </p:nvSpPr>
        <p:spPr>
          <a:xfrm>
            <a:off x="502444" y="604684"/>
            <a:ext cx="8066485" cy="3948377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4100"/>
              <a:buNone/>
              <a:defRPr b="0" i="0" sz="41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pic>
        <p:nvPicPr>
          <p:cNvPr id="394" name="Google Shape;394;p47" title="fvae_logo_couleur_inverse@2x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03050" y="4773606"/>
            <a:ext cx="504008" cy="2739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xte + Parag Medium + Image - 1 col - Light">
  <p:cSld name="Texte + Parag Medium + Image - 1 col - Light">
    <p:spTree>
      <p:nvGrpSpPr>
        <p:cNvPr id="395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p48"/>
          <p:cNvSpPr txBox="1"/>
          <p:nvPr>
            <p:ph idx="1" type="body"/>
          </p:nvPr>
        </p:nvSpPr>
        <p:spPr>
          <a:xfrm>
            <a:off x="502541" y="865165"/>
            <a:ext cx="2523047" cy="20050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CA0538"/>
              </a:buClr>
              <a:buSzPts val="900"/>
              <a:buNone/>
              <a:defRPr b="0" i="0" sz="900">
                <a:solidFill>
                  <a:srgbClr val="CA0538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97" name="Google Shape;397;p48"/>
          <p:cNvSpPr txBox="1"/>
          <p:nvPr>
            <p:ph idx="2" type="body"/>
          </p:nvPr>
        </p:nvSpPr>
        <p:spPr>
          <a:xfrm>
            <a:off x="502542" y="1145676"/>
            <a:ext cx="2523047" cy="315568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0" i="0" sz="1800">
                <a:solidFill>
                  <a:schemeClr val="dk1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98" name="Google Shape;398;p48"/>
          <p:cNvSpPr txBox="1"/>
          <p:nvPr>
            <p:ph idx="3" type="body"/>
          </p:nvPr>
        </p:nvSpPr>
        <p:spPr>
          <a:xfrm>
            <a:off x="502542" y="1461245"/>
            <a:ext cx="2523047" cy="321672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0" i="0" sz="1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99" name="Google Shape;399;p48"/>
          <p:cNvSpPr txBox="1"/>
          <p:nvPr>
            <p:ph idx="4" type="body"/>
          </p:nvPr>
        </p:nvSpPr>
        <p:spPr>
          <a:xfrm>
            <a:off x="503039" y="6248"/>
            <a:ext cx="8568928" cy="30408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68575" spcFirstLastPara="1" rIns="68575" wrap="square" tIns="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1041BE"/>
              </a:buClr>
              <a:buSzPts val="900"/>
              <a:buNone/>
              <a:defRPr sz="900">
                <a:solidFill>
                  <a:srgbClr val="1041BE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00" name="Google Shape;400;p48"/>
          <p:cNvSpPr/>
          <p:nvPr>
            <p:ph idx="5" type="pic"/>
          </p:nvPr>
        </p:nvSpPr>
        <p:spPr>
          <a:xfrm>
            <a:off x="3426041" y="865165"/>
            <a:ext cx="5717960" cy="3812801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xte + Parag Medium + Image - 1 col - Grey">
  <p:cSld name="Texte + Parag Medium + Image - 1 col - Grey">
    <p:spTree>
      <p:nvGrpSpPr>
        <p:cNvPr id="40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p49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  <p:sp>
        <p:nvSpPr>
          <p:cNvPr id="403" name="Google Shape;403;p49"/>
          <p:cNvSpPr/>
          <p:nvPr/>
        </p:nvSpPr>
        <p:spPr>
          <a:xfrm>
            <a:off x="6091518" y="1"/>
            <a:ext cx="3052482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4" name="Google Shape;404;p49"/>
          <p:cNvSpPr txBox="1"/>
          <p:nvPr>
            <p:ph idx="1" type="body"/>
          </p:nvPr>
        </p:nvSpPr>
        <p:spPr>
          <a:xfrm>
            <a:off x="502541" y="865165"/>
            <a:ext cx="2523047" cy="20050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CA0538"/>
              </a:buClr>
              <a:buSzPts val="900"/>
              <a:buNone/>
              <a:defRPr b="0" i="0" sz="900">
                <a:solidFill>
                  <a:srgbClr val="CA0538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05" name="Google Shape;405;p49"/>
          <p:cNvSpPr txBox="1"/>
          <p:nvPr>
            <p:ph idx="2" type="body"/>
          </p:nvPr>
        </p:nvSpPr>
        <p:spPr>
          <a:xfrm>
            <a:off x="502542" y="1145676"/>
            <a:ext cx="2523047" cy="315568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0" i="0" sz="1800">
                <a:solidFill>
                  <a:schemeClr val="dk1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06" name="Google Shape;406;p49"/>
          <p:cNvSpPr txBox="1"/>
          <p:nvPr>
            <p:ph idx="3" type="body"/>
          </p:nvPr>
        </p:nvSpPr>
        <p:spPr>
          <a:xfrm>
            <a:off x="502542" y="1461245"/>
            <a:ext cx="2523047" cy="321672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0" i="0" sz="1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07" name="Google Shape;407;p49"/>
          <p:cNvSpPr txBox="1"/>
          <p:nvPr>
            <p:ph idx="4" type="body"/>
          </p:nvPr>
        </p:nvSpPr>
        <p:spPr>
          <a:xfrm>
            <a:off x="503039" y="6248"/>
            <a:ext cx="8568928" cy="30408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68575" spcFirstLastPara="1" rIns="68575" wrap="square" tIns="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1041BE"/>
              </a:buClr>
              <a:buSzPts val="900"/>
              <a:buNone/>
              <a:defRPr sz="900">
                <a:solidFill>
                  <a:srgbClr val="1041BE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08" name="Google Shape;408;p49"/>
          <p:cNvSpPr/>
          <p:nvPr>
            <p:ph idx="5" type="pic"/>
          </p:nvPr>
        </p:nvSpPr>
        <p:spPr>
          <a:xfrm>
            <a:off x="3426041" y="865165"/>
            <a:ext cx="5717960" cy="3812801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xte + Parag Medium + Tablette - 1 col - Grey">
  <p:cSld name="Texte + Parag Medium + Tablette - 1 col - Grey">
    <p:spTree>
      <p:nvGrpSpPr>
        <p:cNvPr id="409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p50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  <p:sp>
        <p:nvSpPr>
          <p:cNvPr id="411" name="Google Shape;411;p50"/>
          <p:cNvSpPr/>
          <p:nvPr/>
        </p:nvSpPr>
        <p:spPr>
          <a:xfrm>
            <a:off x="6091518" y="1"/>
            <a:ext cx="3052482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2" name="Google Shape;412;p50"/>
          <p:cNvSpPr txBox="1"/>
          <p:nvPr>
            <p:ph idx="1" type="body"/>
          </p:nvPr>
        </p:nvSpPr>
        <p:spPr>
          <a:xfrm>
            <a:off x="502541" y="865165"/>
            <a:ext cx="2523047" cy="20050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900"/>
              <a:buNone/>
              <a:defRPr b="0" i="0" sz="900">
                <a:solidFill>
                  <a:schemeClr val="accent1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13" name="Google Shape;413;p50"/>
          <p:cNvSpPr txBox="1"/>
          <p:nvPr>
            <p:ph idx="2" type="body"/>
          </p:nvPr>
        </p:nvSpPr>
        <p:spPr>
          <a:xfrm>
            <a:off x="502542" y="1145676"/>
            <a:ext cx="2523047" cy="315568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0" i="0" sz="1800">
                <a:solidFill>
                  <a:schemeClr val="dk1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14" name="Google Shape;414;p50"/>
          <p:cNvSpPr txBox="1"/>
          <p:nvPr>
            <p:ph idx="3" type="body"/>
          </p:nvPr>
        </p:nvSpPr>
        <p:spPr>
          <a:xfrm>
            <a:off x="502542" y="1461245"/>
            <a:ext cx="2523047" cy="321672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0" i="0" sz="1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15" name="Google Shape;415;p50"/>
          <p:cNvSpPr txBox="1"/>
          <p:nvPr>
            <p:ph idx="4" type="body"/>
          </p:nvPr>
        </p:nvSpPr>
        <p:spPr>
          <a:xfrm>
            <a:off x="503039" y="6248"/>
            <a:ext cx="8568928" cy="30408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68575" spcFirstLastPara="1" rIns="68575" wrap="square" tIns="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1041BE"/>
              </a:buClr>
              <a:buSzPts val="900"/>
              <a:buNone/>
              <a:defRPr sz="900">
                <a:solidFill>
                  <a:srgbClr val="1041BE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pic>
        <p:nvPicPr>
          <p:cNvPr descr="Une image contenant moniteur, équipement électronique, écran, ordinateur&#10;&#10;Description générée automatiquement" id="416" name="Google Shape;416;p5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202852" y="607495"/>
            <a:ext cx="6462551" cy="3890546"/>
          </a:xfrm>
          <a:prstGeom prst="rect">
            <a:avLst/>
          </a:prstGeom>
          <a:noFill/>
          <a:ln>
            <a:noFill/>
          </a:ln>
        </p:spPr>
      </p:pic>
      <p:sp>
        <p:nvSpPr>
          <p:cNvPr id="417" name="Google Shape;417;p50"/>
          <p:cNvSpPr/>
          <p:nvPr>
            <p:ph idx="5" type="pic"/>
          </p:nvPr>
        </p:nvSpPr>
        <p:spPr>
          <a:xfrm>
            <a:off x="3724835" y="858441"/>
            <a:ext cx="5419165" cy="3384106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xte + Parag Medium + Laptop - 1 col - Grey">
  <p:cSld name="Texte + Parag Medium + Laptop - 1 col - Grey">
    <p:spTree>
      <p:nvGrpSpPr>
        <p:cNvPr id="418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Google Shape;419;p51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  <p:sp>
        <p:nvSpPr>
          <p:cNvPr id="420" name="Google Shape;420;p51"/>
          <p:cNvSpPr/>
          <p:nvPr/>
        </p:nvSpPr>
        <p:spPr>
          <a:xfrm>
            <a:off x="6091525" y="0"/>
            <a:ext cx="3052500" cy="5149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1" name="Google Shape;421;p51"/>
          <p:cNvSpPr txBox="1"/>
          <p:nvPr>
            <p:ph idx="1" type="body"/>
          </p:nvPr>
        </p:nvSpPr>
        <p:spPr>
          <a:xfrm>
            <a:off x="502541" y="865165"/>
            <a:ext cx="2523047" cy="20050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900"/>
              <a:buNone/>
              <a:defRPr b="0" i="0" sz="900">
                <a:solidFill>
                  <a:schemeClr val="accent1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22" name="Google Shape;422;p51"/>
          <p:cNvSpPr txBox="1"/>
          <p:nvPr>
            <p:ph idx="2" type="body"/>
          </p:nvPr>
        </p:nvSpPr>
        <p:spPr>
          <a:xfrm>
            <a:off x="502542" y="1145676"/>
            <a:ext cx="2523047" cy="315568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0" i="0" sz="1800">
                <a:solidFill>
                  <a:schemeClr val="dk1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23" name="Google Shape;423;p51"/>
          <p:cNvSpPr txBox="1"/>
          <p:nvPr>
            <p:ph idx="3" type="body"/>
          </p:nvPr>
        </p:nvSpPr>
        <p:spPr>
          <a:xfrm>
            <a:off x="502542" y="1461245"/>
            <a:ext cx="2523047" cy="321672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0" i="0" sz="1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24" name="Google Shape;424;p51"/>
          <p:cNvSpPr txBox="1"/>
          <p:nvPr>
            <p:ph idx="4" type="body"/>
          </p:nvPr>
        </p:nvSpPr>
        <p:spPr>
          <a:xfrm>
            <a:off x="503039" y="6248"/>
            <a:ext cx="8568928" cy="30408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68575" spcFirstLastPara="1" rIns="68575" wrap="square" tIns="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1041BE"/>
              </a:buClr>
              <a:buSzPts val="900"/>
              <a:buNone/>
              <a:defRPr sz="900">
                <a:solidFill>
                  <a:srgbClr val="1041BE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pic>
        <p:nvPicPr>
          <p:cNvPr descr="Une image contenant portable, ordinateur, équipement électronique, moniteur&#10;&#10;Description générée automatiquement" id="425" name="Google Shape;425;p5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2793733" y="607495"/>
            <a:ext cx="7492379" cy="4258775"/>
          </a:xfrm>
          <a:prstGeom prst="rect">
            <a:avLst/>
          </a:prstGeom>
          <a:noFill/>
          <a:ln>
            <a:noFill/>
          </a:ln>
        </p:spPr>
      </p:pic>
      <p:sp>
        <p:nvSpPr>
          <p:cNvPr id="426" name="Google Shape;426;p51"/>
          <p:cNvSpPr/>
          <p:nvPr>
            <p:ph idx="5" type="pic"/>
          </p:nvPr>
        </p:nvSpPr>
        <p:spPr>
          <a:xfrm>
            <a:off x="3703179" y="873139"/>
            <a:ext cx="5419165" cy="3077241"/>
          </a:xfrm>
          <a:prstGeom prst="rect">
            <a:avLst/>
          </a:prstGeom>
          <a:noFill/>
          <a:ln>
            <a:noFill/>
          </a:ln>
        </p:spPr>
      </p:sp>
      <p:sp>
        <p:nvSpPr>
          <p:cNvPr id="427" name="Google Shape;427;p51"/>
          <p:cNvSpPr/>
          <p:nvPr/>
        </p:nvSpPr>
        <p:spPr>
          <a:xfrm>
            <a:off x="3703175" y="669975"/>
            <a:ext cx="1247100" cy="200400"/>
          </a:xfrm>
          <a:prstGeom prst="rect">
            <a:avLst/>
          </a:prstGeom>
          <a:solidFill>
            <a:srgbClr val="44484A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 Medium"/>
              <a:ea typeface="Roboto Medium"/>
              <a:cs typeface="Roboto Medium"/>
              <a:sym typeface="Roboto Medium"/>
            </a:endParaRPr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xte + Parag Medium + Browser - 1 col - Light">
  <p:cSld name="Texte + Parag Medium + Browser - 1 col - Light">
    <p:spTree>
      <p:nvGrpSpPr>
        <p:cNvPr id="428" name="Shape 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" name="Google Shape;429;p52"/>
          <p:cNvSpPr txBox="1"/>
          <p:nvPr>
            <p:ph idx="1" type="body"/>
          </p:nvPr>
        </p:nvSpPr>
        <p:spPr>
          <a:xfrm>
            <a:off x="502541" y="865165"/>
            <a:ext cx="2523047" cy="20050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CA0538"/>
              </a:buClr>
              <a:buSzPts val="900"/>
              <a:buNone/>
              <a:defRPr b="0" i="0" sz="900">
                <a:solidFill>
                  <a:srgbClr val="CA0538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30" name="Google Shape;430;p52"/>
          <p:cNvSpPr txBox="1"/>
          <p:nvPr>
            <p:ph idx="2" type="body"/>
          </p:nvPr>
        </p:nvSpPr>
        <p:spPr>
          <a:xfrm>
            <a:off x="502542" y="1145676"/>
            <a:ext cx="2523047" cy="30408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0" i="0" sz="1800">
                <a:solidFill>
                  <a:schemeClr val="dk1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31" name="Google Shape;431;p52"/>
          <p:cNvSpPr txBox="1"/>
          <p:nvPr>
            <p:ph idx="3" type="body"/>
          </p:nvPr>
        </p:nvSpPr>
        <p:spPr>
          <a:xfrm>
            <a:off x="502542" y="1461245"/>
            <a:ext cx="2523047" cy="321672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0" i="0" sz="1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32" name="Google Shape;432;p52"/>
          <p:cNvSpPr txBox="1"/>
          <p:nvPr>
            <p:ph idx="4" type="body"/>
          </p:nvPr>
        </p:nvSpPr>
        <p:spPr>
          <a:xfrm>
            <a:off x="503039" y="6248"/>
            <a:ext cx="8568928" cy="30408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68575" spcFirstLastPara="1" rIns="68575" wrap="square" tIns="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1041BE"/>
              </a:buClr>
              <a:buSzPts val="900"/>
              <a:buNone/>
              <a:defRPr sz="900">
                <a:solidFill>
                  <a:srgbClr val="1041BE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pic>
        <p:nvPicPr>
          <p:cNvPr id="433" name="Google Shape;433;p5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145733" y="865165"/>
            <a:ext cx="5750584" cy="38128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xte + Parag Medium + Browser - 1 col - Dark">
  <p:cSld name="Texte + Parag Medium + Browser - 1 col - Dark">
    <p:spTree>
      <p:nvGrpSpPr>
        <p:cNvPr id="434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p53"/>
          <p:cNvSpPr/>
          <p:nvPr/>
        </p:nvSpPr>
        <p:spPr>
          <a:xfrm>
            <a:off x="6091518" y="1"/>
            <a:ext cx="3052482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6" name="Google Shape;436;p53"/>
          <p:cNvSpPr txBox="1"/>
          <p:nvPr>
            <p:ph idx="1" type="body"/>
          </p:nvPr>
        </p:nvSpPr>
        <p:spPr>
          <a:xfrm>
            <a:off x="502541" y="865165"/>
            <a:ext cx="2523047" cy="20050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CA0538"/>
              </a:buClr>
              <a:buSzPts val="900"/>
              <a:buNone/>
              <a:defRPr b="0" i="0" sz="900">
                <a:solidFill>
                  <a:srgbClr val="CA0538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37" name="Google Shape;437;p53"/>
          <p:cNvSpPr txBox="1"/>
          <p:nvPr>
            <p:ph idx="2" type="body"/>
          </p:nvPr>
        </p:nvSpPr>
        <p:spPr>
          <a:xfrm>
            <a:off x="502542" y="1145676"/>
            <a:ext cx="2523047" cy="30408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0" i="0" sz="1800">
                <a:solidFill>
                  <a:schemeClr val="dk1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38" name="Google Shape;438;p53"/>
          <p:cNvSpPr txBox="1"/>
          <p:nvPr>
            <p:ph idx="3" type="body"/>
          </p:nvPr>
        </p:nvSpPr>
        <p:spPr>
          <a:xfrm>
            <a:off x="502542" y="1461245"/>
            <a:ext cx="2523047" cy="321672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0" i="0" sz="1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39" name="Google Shape;439;p53"/>
          <p:cNvSpPr txBox="1"/>
          <p:nvPr>
            <p:ph idx="4" type="body"/>
          </p:nvPr>
        </p:nvSpPr>
        <p:spPr>
          <a:xfrm>
            <a:off x="503039" y="6248"/>
            <a:ext cx="8568928" cy="30408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68575" spcFirstLastPara="1" rIns="68575" wrap="square" tIns="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1041BE"/>
              </a:buClr>
              <a:buSzPts val="900"/>
              <a:buNone/>
              <a:defRPr sz="900">
                <a:solidFill>
                  <a:srgbClr val="1041BE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pic>
        <p:nvPicPr>
          <p:cNvPr id="440" name="Google Shape;440;p5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145733" y="865165"/>
            <a:ext cx="5750584" cy="38128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Surtitre - page vide">
  <p:cSld name="2_Surtitre - page vide">
    <p:bg>
      <p:bgPr>
        <a:solidFill>
          <a:schemeClr val="dk1"/>
        </a:solidFill>
      </p:bgPr>
    </p:bg>
    <p:spTree>
      <p:nvGrpSpPr>
        <p:cNvPr id="441" name="Shape 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Google Shape;442;p54"/>
          <p:cNvSpPr txBox="1"/>
          <p:nvPr/>
        </p:nvSpPr>
        <p:spPr>
          <a:xfrm>
            <a:off x="3323630" y="2225501"/>
            <a:ext cx="2496741" cy="692497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41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Questions</a:t>
            </a:r>
            <a:endParaRPr sz="1100"/>
          </a:p>
        </p:txBody>
      </p:sp>
      <p:sp>
        <p:nvSpPr>
          <p:cNvPr id="443" name="Google Shape;443;p54"/>
          <p:cNvSpPr/>
          <p:nvPr/>
        </p:nvSpPr>
        <p:spPr>
          <a:xfrm>
            <a:off x="0" y="4624388"/>
            <a:ext cx="1949947" cy="512864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4" name="Google Shape;444;p54"/>
          <p:cNvSpPr/>
          <p:nvPr/>
        </p:nvSpPr>
        <p:spPr>
          <a:xfrm>
            <a:off x="4063050" y="941250"/>
            <a:ext cx="1017900" cy="1017900"/>
          </a:xfrm>
          <a:prstGeom prst="ellipse">
            <a:avLst/>
          </a:prstGeom>
          <a:solidFill>
            <a:srgbClr val="1041BE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2400">
                <a:solidFill>
                  <a:schemeClr val="lt1"/>
                </a:solidFill>
                <a:latin typeface="Roboto Medium"/>
                <a:ea typeface="Roboto Medium"/>
                <a:cs typeface="Roboto Medium"/>
                <a:sym typeface="Roboto Medium"/>
              </a:rPr>
              <a:t>?</a:t>
            </a:r>
            <a:endParaRPr sz="2400">
              <a:solidFill>
                <a:schemeClr val="lt1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pic>
        <p:nvPicPr>
          <p:cNvPr id="445" name="Google Shape;445;p54" title="fvae_logo_couleur_inverse@2x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03050" y="4773606"/>
            <a:ext cx="504008" cy="2739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act">
  <p:cSld name="2_Surtitre - page vide_1">
    <p:bg>
      <p:bgPr>
        <a:solidFill>
          <a:schemeClr val="dk1"/>
        </a:solidFill>
      </p:bgPr>
    </p:bg>
    <p:spTree>
      <p:nvGrpSpPr>
        <p:cNvPr id="446" name="Shape 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" name="Google Shape;447;p55"/>
          <p:cNvSpPr txBox="1"/>
          <p:nvPr/>
        </p:nvSpPr>
        <p:spPr>
          <a:xfrm>
            <a:off x="498879" y="1012126"/>
            <a:ext cx="2496600" cy="7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41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Contact</a:t>
            </a:r>
            <a:endParaRPr sz="1100"/>
          </a:p>
        </p:txBody>
      </p:sp>
      <p:sp>
        <p:nvSpPr>
          <p:cNvPr id="448" name="Google Shape;448;p55"/>
          <p:cNvSpPr/>
          <p:nvPr/>
        </p:nvSpPr>
        <p:spPr>
          <a:xfrm>
            <a:off x="0" y="4624388"/>
            <a:ext cx="1950000" cy="5130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49" name="Google Shape;449;p55" title="fvae_logo_couleur_inverse@2x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03050" y="4773606"/>
            <a:ext cx="504008" cy="273901"/>
          </a:xfrm>
          <a:prstGeom prst="rect">
            <a:avLst/>
          </a:prstGeom>
          <a:noFill/>
          <a:ln>
            <a:noFill/>
          </a:ln>
        </p:spPr>
      </p:pic>
      <p:pic>
        <p:nvPicPr>
          <p:cNvPr id="450" name="Google Shape;450;p55" title="fvae_logo_couleur_inverse@2x.png"/>
          <p:cNvPicPr preferRelativeResize="0"/>
          <p:nvPr/>
        </p:nvPicPr>
        <p:blipFill>
          <a:blip r:embed="rId3">
            <a:alphaModFix amt="20000"/>
          </a:blip>
          <a:stretch>
            <a:fillRect/>
          </a:stretch>
        </p:blipFill>
        <p:spPr>
          <a:xfrm>
            <a:off x="4152400" y="-463324"/>
            <a:ext cx="11169725" cy="6070149"/>
          </a:xfrm>
          <a:prstGeom prst="rect">
            <a:avLst/>
          </a:prstGeom>
          <a:noFill/>
          <a:ln>
            <a:noFill/>
          </a:ln>
        </p:spPr>
      </p:pic>
      <p:sp>
        <p:nvSpPr>
          <p:cNvPr id="451" name="Google Shape;451;p55"/>
          <p:cNvSpPr/>
          <p:nvPr/>
        </p:nvSpPr>
        <p:spPr>
          <a:xfrm>
            <a:off x="0" y="310325"/>
            <a:ext cx="167700" cy="43677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39.xml"/><Relationship Id="rId42" Type="http://schemas.openxmlformats.org/officeDocument/2006/relationships/slideLayout" Target="../slideLayouts/slideLayout41.xml"/><Relationship Id="rId41" Type="http://schemas.openxmlformats.org/officeDocument/2006/relationships/slideLayout" Target="../slideLayouts/slideLayout40.xml"/><Relationship Id="rId44" Type="http://schemas.openxmlformats.org/officeDocument/2006/relationships/slideLayout" Target="../slideLayouts/slideLayout43.xml"/><Relationship Id="rId43" Type="http://schemas.openxmlformats.org/officeDocument/2006/relationships/slideLayout" Target="../slideLayouts/slideLayout42.xml"/><Relationship Id="rId46" Type="http://schemas.openxmlformats.org/officeDocument/2006/relationships/slideLayout" Target="../slideLayouts/slideLayout45.xml"/><Relationship Id="rId45" Type="http://schemas.openxmlformats.org/officeDocument/2006/relationships/slideLayout" Target="../slideLayouts/slideLayout44.xml"/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48" Type="http://schemas.openxmlformats.org/officeDocument/2006/relationships/slideLayout" Target="../slideLayouts/slideLayout47.xml"/><Relationship Id="rId47" Type="http://schemas.openxmlformats.org/officeDocument/2006/relationships/slideLayout" Target="../slideLayouts/slideLayout46.xml"/><Relationship Id="rId49" Type="http://schemas.openxmlformats.org/officeDocument/2006/relationships/slideLayout" Target="../slideLayouts/slideLayout4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31" Type="http://schemas.openxmlformats.org/officeDocument/2006/relationships/slideLayout" Target="../slideLayouts/slideLayout30.xml"/><Relationship Id="rId30" Type="http://schemas.openxmlformats.org/officeDocument/2006/relationships/slideLayout" Target="../slideLayouts/slideLayout29.xml"/><Relationship Id="rId33" Type="http://schemas.openxmlformats.org/officeDocument/2006/relationships/slideLayout" Target="../slideLayouts/slideLayout32.xml"/><Relationship Id="rId32" Type="http://schemas.openxmlformats.org/officeDocument/2006/relationships/slideLayout" Target="../slideLayouts/slideLayout31.xml"/><Relationship Id="rId35" Type="http://schemas.openxmlformats.org/officeDocument/2006/relationships/slideLayout" Target="../slideLayouts/slideLayout34.xml"/><Relationship Id="rId34" Type="http://schemas.openxmlformats.org/officeDocument/2006/relationships/slideLayout" Target="../slideLayouts/slideLayout33.xml"/><Relationship Id="rId37" Type="http://schemas.openxmlformats.org/officeDocument/2006/relationships/slideLayout" Target="../slideLayouts/slideLayout36.xml"/><Relationship Id="rId36" Type="http://schemas.openxmlformats.org/officeDocument/2006/relationships/slideLayout" Target="../slideLayouts/slideLayout35.xml"/><Relationship Id="rId39" Type="http://schemas.openxmlformats.org/officeDocument/2006/relationships/slideLayout" Target="../slideLayouts/slideLayout38.xml"/><Relationship Id="rId38" Type="http://schemas.openxmlformats.org/officeDocument/2006/relationships/slideLayout" Target="../slideLayouts/slideLayout37.xml"/><Relationship Id="rId20" Type="http://schemas.openxmlformats.org/officeDocument/2006/relationships/slideLayout" Target="../slideLayouts/slideLayout19.xml"/><Relationship Id="rId22" Type="http://schemas.openxmlformats.org/officeDocument/2006/relationships/slideLayout" Target="../slideLayouts/slideLayout21.xml"/><Relationship Id="rId21" Type="http://schemas.openxmlformats.org/officeDocument/2006/relationships/slideLayout" Target="../slideLayouts/slideLayout20.xml"/><Relationship Id="rId24" Type="http://schemas.openxmlformats.org/officeDocument/2006/relationships/slideLayout" Target="../slideLayouts/slideLayout23.xml"/><Relationship Id="rId23" Type="http://schemas.openxmlformats.org/officeDocument/2006/relationships/slideLayout" Target="../slideLayouts/slideLayout22.xml"/><Relationship Id="rId26" Type="http://schemas.openxmlformats.org/officeDocument/2006/relationships/slideLayout" Target="../slideLayouts/slideLayout25.xml"/><Relationship Id="rId25" Type="http://schemas.openxmlformats.org/officeDocument/2006/relationships/slideLayout" Target="../slideLayouts/slideLayout24.xml"/><Relationship Id="rId28" Type="http://schemas.openxmlformats.org/officeDocument/2006/relationships/slideLayout" Target="../slideLayouts/slideLayout27.xml"/><Relationship Id="rId27" Type="http://schemas.openxmlformats.org/officeDocument/2006/relationships/slideLayout" Target="../slideLayouts/slideLayout26.xml"/><Relationship Id="rId29" Type="http://schemas.openxmlformats.org/officeDocument/2006/relationships/slideLayout" Target="../slideLayouts/slideLayout28.xml"/><Relationship Id="rId51" Type="http://schemas.openxmlformats.org/officeDocument/2006/relationships/slideLayout" Target="../slideLayouts/slideLayout50.xml"/><Relationship Id="rId50" Type="http://schemas.openxmlformats.org/officeDocument/2006/relationships/slideLayout" Target="../slideLayouts/slideLayout49.xml"/><Relationship Id="rId53" Type="http://schemas.openxmlformats.org/officeDocument/2006/relationships/slideLayout" Target="../slideLayouts/slideLayout52.xml"/><Relationship Id="rId52" Type="http://schemas.openxmlformats.org/officeDocument/2006/relationships/slideLayout" Target="../slideLayouts/slideLayout51.xml"/><Relationship Id="rId11" Type="http://schemas.openxmlformats.org/officeDocument/2006/relationships/slideLayout" Target="../slideLayouts/slideLayout10.xml"/><Relationship Id="rId55" Type="http://schemas.openxmlformats.org/officeDocument/2006/relationships/slideLayout" Target="../slideLayouts/slideLayout54.xml"/><Relationship Id="rId10" Type="http://schemas.openxmlformats.org/officeDocument/2006/relationships/slideLayout" Target="../slideLayouts/slideLayout9.xml"/><Relationship Id="rId54" Type="http://schemas.openxmlformats.org/officeDocument/2006/relationships/slideLayout" Target="../slideLayouts/slideLayout53.xml"/><Relationship Id="rId13" Type="http://schemas.openxmlformats.org/officeDocument/2006/relationships/slideLayout" Target="../slideLayouts/slideLayout12.xml"/><Relationship Id="rId12" Type="http://schemas.openxmlformats.org/officeDocument/2006/relationships/slideLayout" Target="../slideLayouts/slideLayout11.xml"/><Relationship Id="rId56" Type="http://schemas.openxmlformats.org/officeDocument/2006/relationships/theme" Target="../theme/theme1.xml"/><Relationship Id="rId15" Type="http://schemas.openxmlformats.org/officeDocument/2006/relationships/slideLayout" Target="../slideLayouts/slideLayout14.xml"/><Relationship Id="rId14" Type="http://schemas.openxmlformats.org/officeDocument/2006/relationships/slideLayout" Target="../slideLayouts/slideLayout13.xml"/><Relationship Id="rId17" Type="http://schemas.openxmlformats.org/officeDocument/2006/relationships/slideLayout" Target="../slideLayouts/slideLayout16.xml"/><Relationship Id="rId16" Type="http://schemas.openxmlformats.org/officeDocument/2006/relationships/slideLayout" Target="../slideLayouts/slideLayout15.xml"/><Relationship Id="rId19" Type="http://schemas.openxmlformats.org/officeDocument/2006/relationships/slideLayout" Target="../slideLayouts/slideLayout18.xml"/><Relationship Id="rId18" Type="http://schemas.openxmlformats.org/officeDocument/2006/relationships/slideLayout" Target="../slideLayouts/slideLayout1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501375" y="327428"/>
            <a:ext cx="7886700" cy="421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 Medium"/>
              <a:buNone/>
              <a:defRPr b="0" i="0" sz="2400" u="none" cap="none" strike="noStrike">
                <a:solidFill>
                  <a:schemeClr val="dk1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501375" y="1306325"/>
            <a:ext cx="7886700" cy="3328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4290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•"/>
              <a:defRPr i="0" sz="1800" u="none" cap="none" strike="noStrike">
                <a:solidFill>
                  <a:schemeClr val="dk1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•"/>
              <a:defRPr i="0" sz="1800" u="none" cap="none" strike="noStrike">
                <a:solidFill>
                  <a:schemeClr val="dk1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2pPr>
            <a:lvl3pPr indent="-317500" lvl="2" marL="1371600" marR="0" rtl="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 i="0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048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•"/>
              <a:defRPr i="0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29845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Roboto"/>
              <a:buChar char="•"/>
              <a:defRPr i="0" sz="11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 i="0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 i="0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 i="0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 i="0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" name="Google Shape;8;p1"/>
          <p:cNvSpPr txBox="1"/>
          <p:nvPr/>
        </p:nvSpPr>
        <p:spPr>
          <a:xfrm>
            <a:off x="6596895" y="4677965"/>
            <a:ext cx="1972186" cy="46553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7A869A"/>
              </a:buClr>
              <a:buSzPts val="600"/>
              <a:buFont typeface="Roboto"/>
              <a:buNone/>
            </a:pPr>
            <a:fld id="{00000000-1234-1234-1234-123412341234}" type="slidenum">
              <a:rPr b="0" i="0" lang="fr" sz="600" u="none" cap="none" strike="noStrike">
                <a:solidFill>
                  <a:srgbClr val="7A869A"/>
                </a:solidFill>
                <a:latin typeface="Roboto"/>
                <a:ea typeface="Roboto"/>
                <a:cs typeface="Roboto"/>
                <a:sym typeface="Roboto"/>
              </a:rPr>
              <a:t>‹#›</a:t>
            </a:fld>
            <a:endParaRPr b="0" i="0" sz="600" u="none" cap="none" strike="noStrike">
              <a:solidFill>
                <a:srgbClr val="7A869A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descr="Une image contenant Graphique, graphisme, Police, logo&#10;&#10;Description générée automatiquement" id="9" name="Google Shape;9;p1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503050" y="4773606"/>
            <a:ext cx="504225" cy="274269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  <p:sldLayoutId id="2147483660" r:id="rId14"/>
    <p:sldLayoutId id="2147483661" r:id="rId15"/>
    <p:sldLayoutId id="2147483662" r:id="rId16"/>
    <p:sldLayoutId id="2147483663" r:id="rId17"/>
    <p:sldLayoutId id="2147483664" r:id="rId18"/>
    <p:sldLayoutId id="2147483665" r:id="rId19"/>
    <p:sldLayoutId id="2147483666" r:id="rId20"/>
    <p:sldLayoutId id="2147483667" r:id="rId21"/>
    <p:sldLayoutId id="2147483668" r:id="rId22"/>
    <p:sldLayoutId id="2147483669" r:id="rId23"/>
    <p:sldLayoutId id="2147483670" r:id="rId24"/>
    <p:sldLayoutId id="2147483671" r:id="rId25"/>
    <p:sldLayoutId id="2147483672" r:id="rId26"/>
    <p:sldLayoutId id="2147483673" r:id="rId27"/>
    <p:sldLayoutId id="2147483674" r:id="rId28"/>
    <p:sldLayoutId id="2147483675" r:id="rId29"/>
    <p:sldLayoutId id="2147483676" r:id="rId30"/>
    <p:sldLayoutId id="2147483677" r:id="rId31"/>
    <p:sldLayoutId id="2147483678" r:id="rId32"/>
    <p:sldLayoutId id="2147483679" r:id="rId33"/>
    <p:sldLayoutId id="2147483680" r:id="rId34"/>
    <p:sldLayoutId id="2147483681" r:id="rId35"/>
    <p:sldLayoutId id="2147483682" r:id="rId36"/>
    <p:sldLayoutId id="2147483683" r:id="rId37"/>
    <p:sldLayoutId id="2147483684" r:id="rId38"/>
    <p:sldLayoutId id="2147483685" r:id="rId39"/>
    <p:sldLayoutId id="2147483686" r:id="rId40"/>
    <p:sldLayoutId id="2147483687" r:id="rId41"/>
    <p:sldLayoutId id="2147483688" r:id="rId42"/>
    <p:sldLayoutId id="2147483689" r:id="rId43"/>
    <p:sldLayoutId id="2147483690" r:id="rId44"/>
    <p:sldLayoutId id="2147483691" r:id="rId45"/>
    <p:sldLayoutId id="2147483692" r:id="rId46"/>
    <p:sldLayoutId id="2147483693" r:id="rId47"/>
    <p:sldLayoutId id="2147483694" r:id="rId48"/>
    <p:sldLayoutId id="2147483695" r:id="rId49"/>
    <p:sldLayoutId id="2147483696" r:id="rId50"/>
    <p:sldLayoutId id="2147483697" r:id="rId51"/>
    <p:sldLayoutId id="2147483698" r:id="rId52"/>
    <p:sldLayoutId id="2147483699" r:id="rId53"/>
    <p:sldLayoutId id="2147483700" r:id="rId54"/>
    <p:sldLayoutId id="2147483701" r:id="rId55"/>
  </p:sldLayoutIdLst>
  <mc:AlternateContent>
    <mc:Choice Requires="p14">
      <p:transition p14:dur="200">
        <p:fade/>
      </p:transition>
    </mc:Choice>
    <mc:Fallback>
      <p:transition>
        <p:fade/>
      </p:transition>
    </mc:Fallback>
  </mc:AlternateConten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orient="horz" pos="1620">
          <p15:clr>
            <a:srgbClr val="F26B43"/>
          </p15:clr>
        </p15:guide>
        <p15:guide id="2" orient="horz" pos="409">
          <p15:clr>
            <a:srgbClr val="F26B43"/>
          </p15:clr>
        </p15:guide>
        <p15:guide id="3" pos="2880">
          <p15:clr>
            <a:srgbClr val="F26B43"/>
          </p15:clr>
        </p15:guide>
        <p15:guide id="4" pos="2744">
          <p15:clr>
            <a:srgbClr val="F26B43"/>
          </p15:clr>
        </p15:guide>
        <p15:guide id="5" pos="3016">
          <p15:clr>
            <a:srgbClr val="F26B43"/>
          </p15:clr>
        </p15:guide>
        <p15:guide id="6" pos="5398">
          <p15:clr>
            <a:srgbClr val="F26B43"/>
          </p15:clr>
        </p15:guide>
        <p15:guide id="7" orient="horz" pos="191">
          <p15:clr>
            <a:srgbClr val="F26B43"/>
          </p15:clr>
        </p15:guide>
        <p15:guide id="8" orient="horz" pos="2947">
          <p15:clr>
            <a:srgbClr val="F26B43"/>
          </p15:clr>
        </p15:guide>
        <p15:guide id="9" pos="362">
          <p15:clr>
            <a:srgbClr val="F26B43"/>
          </p15:clr>
        </p15:guide>
        <p15:guide id="10" pos="635">
          <p15:clr>
            <a:srgbClr val="F26B43"/>
          </p15:clr>
        </p15:guide>
        <p15:guide id="11" pos="5125">
          <p15:clr>
            <a:srgbClr val="F26B43"/>
          </p15:clr>
        </p15:guide>
        <p15:guide id="12" orient="horz" pos="973">
          <p15:clr>
            <a:srgbClr val="F26B43"/>
          </p15:clr>
        </p15:guide>
        <p15:guide id="13" pos="3839">
          <p15:clr>
            <a:srgbClr val="E46962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6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0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9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8.xml"/><Relationship Id="rId2" Type="http://schemas.openxmlformats.org/officeDocument/2006/relationships/notesSlide" Target="../notesSlides/notesSlide5.xml"/><Relationship Id="rId3" Type="http://schemas.openxmlformats.org/officeDocument/2006/relationships/comments" Target="../comments/comment1.xml"/><Relationship Id="rId4" Type="http://schemas.openxmlformats.org/officeDocument/2006/relationships/image" Target="../media/image9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8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9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notesSlide" Target="../notesSlides/notesSlide7.xml"/><Relationship Id="rId3" Type="http://schemas.openxmlformats.org/officeDocument/2006/relationships/comments" Target="../comments/comment2.xml"/><Relationship Id="rId4" Type="http://schemas.openxmlformats.org/officeDocument/2006/relationships/image" Target="../media/image21.png"/><Relationship Id="rId5" Type="http://schemas.openxmlformats.org/officeDocument/2006/relationships/image" Target="../media/image1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5.png"/><Relationship Id="rId4" Type="http://schemas.openxmlformats.org/officeDocument/2006/relationships/image" Target="../media/image19.png"/><Relationship Id="rId5" Type="http://schemas.openxmlformats.org/officeDocument/2006/relationships/image" Target="../media/image14.png"/><Relationship Id="rId6" Type="http://schemas.openxmlformats.org/officeDocument/2006/relationships/image" Target="../media/image18.png"/><Relationship Id="rId7" Type="http://schemas.openxmlformats.org/officeDocument/2006/relationships/image" Target="../media/image13.png"/><Relationship Id="rId8" Type="http://schemas.openxmlformats.org/officeDocument/2006/relationships/image" Target="../media/image17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0.xml"/><Relationship Id="rId3" Type="http://schemas.openxmlformats.org/officeDocument/2006/relationships/comments" Target="../comments/comment3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11.xml"/><Relationship Id="rId3" Type="http://schemas.openxmlformats.org/officeDocument/2006/relationships/comments" Target="../comments/comment4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4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5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" name="Google Shape;456;p56"/>
          <p:cNvSpPr txBox="1"/>
          <p:nvPr>
            <p:ph type="ctrTitle"/>
          </p:nvPr>
        </p:nvSpPr>
        <p:spPr>
          <a:xfrm>
            <a:off x="477147" y="2179745"/>
            <a:ext cx="7210369" cy="2399162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100"/>
              <a:buFont typeface="Roboto Medium"/>
              <a:buNone/>
            </a:pPr>
            <a:r>
              <a:rPr lang="fr"/>
              <a:t>Construire des parcours de reconnaissance interne avec la VAE collective</a:t>
            </a:r>
            <a:endParaRPr/>
          </a:p>
        </p:txBody>
      </p:sp>
      <p:sp>
        <p:nvSpPr>
          <p:cNvPr id="457" name="Google Shape;457;p56"/>
          <p:cNvSpPr txBox="1"/>
          <p:nvPr>
            <p:ph idx="1" type="subTitle"/>
          </p:nvPr>
        </p:nvSpPr>
        <p:spPr>
          <a:xfrm>
            <a:off x="503191" y="1888825"/>
            <a:ext cx="7184324" cy="27384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None/>
            </a:pPr>
            <a:r>
              <a:rPr lang="fr"/>
              <a:t>WEBINAIRE - VAE COLLECTIVE</a:t>
            </a:r>
            <a:endParaRPr/>
          </a:p>
        </p:txBody>
      </p:sp>
      <p:sp>
        <p:nvSpPr>
          <p:cNvPr id="458" name="Google Shape;458;p56"/>
          <p:cNvSpPr txBox="1"/>
          <p:nvPr>
            <p:ph idx="2" type="body"/>
          </p:nvPr>
        </p:nvSpPr>
        <p:spPr>
          <a:xfrm>
            <a:off x="575075" y="4684150"/>
            <a:ext cx="3281400" cy="4593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fr"/>
              <a:t>Présentation template FVAE</a:t>
            </a:r>
            <a:endParaRPr/>
          </a:p>
        </p:txBody>
      </p:sp>
      <p:sp>
        <p:nvSpPr>
          <p:cNvPr id="459" name="Google Shape;459;p56"/>
          <p:cNvSpPr/>
          <p:nvPr/>
        </p:nvSpPr>
        <p:spPr>
          <a:xfrm>
            <a:off x="-1693525" y="778725"/>
            <a:ext cx="987000" cy="33279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>
                <a:latin typeface="Roboto Medium"/>
                <a:ea typeface="Roboto Medium"/>
                <a:cs typeface="Roboto Medium"/>
                <a:sym typeface="Roboto Medium"/>
              </a:rPr>
              <a:t>Verif numeros de slides</a:t>
            </a:r>
            <a:endParaRPr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460" name="Google Shape;460;p56"/>
          <p:cNvSpPr txBox="1"/>
          <p:nvPr/>
        </p:nvSpPr>
        <p:spPr>
          <a:xfrm>
            <a:off x="3585907" y="4677965"/>
            <a:ext cx="1972200" cy="46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7A869A"/>
              </a:buClr>
              <a:buSzPts val="600"/>
              <a:buFont typeface="Roboto"/>
              <a:buNone/>
            </a:pPr>
            <a:r>
              <a:rPr lang="fr" sz="600">
                <a:solidFill>
                  <a:srgbClr val="7A869A"/>
                </a:solidFill>
                <a:latin typeface="Roboto"/>
                <a:ea typeface="Roboto"/>
                <a:cs typeface="Roboto"/>
                <a:sym typeface="Roboto"/>
              </a:rPr>
              <a:t>29 avril 2025</a:t>
            </a:r>
            <a:endParaRPr b="0" i="0" sz="600" u="none" cap="none" strike="noStrike">
              <a:solidFill>
                <a:srgbClr val="7A869A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61" name="Google Shape;461;p56"/>
          <p:cNvSpPr/>
          <p:nvPr/>
        </p:nvSpPr>
        <p:spPr>
          <a:xfrm>
            <a:off x="6201000" y="0"/>
            <a:ext cx="2943000" cy="16659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>
                <a:solidFill>
                  <a:schemeClr val="lt1"/>
                </a:solidFill>
                <a:latin typeface="Roboto Medium"/>
                <a:ea typeface="Roboto Medium"/>
                <a:cs typeface="Roboto Medium"/>
                <a:sym typeface="Roboto Medium"/>
              </a:rPr>
              <a:t>WIP</a:t>
            </a:r>
            <a:endParaRPr>
              <a:solidFill>
                <a:schemeClr val="lt1"/>
              </a:solidFill>
              <a:latin typeface="Roboto Medium"/>
              <a:ea typeface="Roboto Medium"/>
              <a:cs typeface="Roboto Medium"/>
              <a:sym typeface="Roboto Medium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>
                <a:solidFill>
                  <a:schemeClr val="lt1"/>
                </a:solidFill>
                <a:latin typeface="Roboto Medium"/>
                <a:ea typeface="Roboto Medium"/>
                <a:cs typeface="Roboto Medium"/>
                <a:sym typeface="Roboto Medium"/>
              </a:rPr>
              <a:t>version décideurs</a:t>
            </a:r>
            <a:endParaRPr>
              <a:solidFill>
                <a:schemeClr val="lt1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5" name="Shape 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Google Shape;466;p57"/>
          <p:cNvSpPr txBox="1"/>
          <p:nvPr>
            <p:ph idx="1" type="body"/>
          </p:nvPr>
        </p:nvSpPr>
        <p:spPr>
          <a:xfrm>
            <a:off x="503039" y="6248"/>
            <a:ext cx="8568900" cy="304200"/>
          </a:xfrm>
          <a:prstGeom prst="rect">
            <a:avLst/>
          </a:prstGeom>
        </p:spPr>
        <p:txBody>
          <a:bodyPr anchorCtr="0" anchor="ctr" bIns="0" lIns="68575" spcFirstLastPara="1" rIns="68575" wrap="square" tIns="0">
            <a:norm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fr"/>
              <a:t>POURQUOI LA VAE COLLECTIVE AUJOURD’HUI</a:t>
            </a:r>
            <a:endParaRPr/>
          </a:p>
        </p:txBody>
      </p:sp>
      <p:sp>
        <p:nvSpPr>
          <p:cNvPr id="467" name="Google Shape;467;p57"/>
          <p:cNvSpPr txBox="1"/>
          <p:nvPr>
            <p:ph idx="5" type="body"/>
          </p:nvPr>
        </p:nvSpPr>
        <p:spPr>
          <a:xfrm>
            <a:off x="502546" y="362525"/>
            <a:ext cx="4284900" cy="3261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fr"/>
              <a:t>Un outil au service du maintien et de l’évolution dans l’emploi</a:t>
            </a:r>
            <a:endParaRPr/>
          </a:p>
        </p:txBody>
      </p:sp>
      <p:sp>
        <p:nvSpPr>
          <p:cNvPr id="468" name="Google Shape;468;p57"/>
          <p:cNvSpPr/>
          <p:nvPr/>
        </p:nvSpPr>
        <p:spPr>
          <a:xfrm>
            <a:off x="2434850" y="1586300"/>
            <a:ext cx="3942000" cy="11931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pic>
        <p:nvPicPr>
          <p:cNvPr id="469" name="Google Shape;469;p57" title="image vae collective.png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28267" r="32214" t="0"/>
          <a:stretch/>
        </p:blipFill>
        <p:spPr>
          <a:xfrm>
            <a:off x="6095125" y="0"/>
            <a:ext cx="3048872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470" name="Google Shape;470;p57"/>
          <p:cNvSpPr txBox="1"/>
          <p:nvPr/>
        </p:nvSpPr>
        <p:spPr>
          <a:xfrm>
            <a:off x="503049" y="1260975"/>
            <a:ext cx="53256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fr" sz="1600">
                <a:solidFill>
                  <a:srgbClr val="182759"/>
                </a:solidFill>
                <a:latin typeface="Roboto Medium"/>
                <a:ea typeface="Roboto Medium"/>
                <a:cs typeface="Roboto Medium"/>
                <a:sym typeface="Roboto Medium"/>
              </a:rPr>
              <a:t>Acte de reconnaissance fort</a:t>
            </a:r>
            <a:endParaRPr sz="1600">
              <a:solidFill>
                <a:srgbClr val="182759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471" name="Google Shape;471;p57"/>
          <p:cNvSpPr txBox="1"/>
          <p:nvPr/>
        </p:nvSpPr>
        <p:spPr>
          <a:xfrm>
            <a:off x="503039" y="1500350"/>
            <a:ext cx="5325600" cy="588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1200">
                <a:solidFill>
                  <a:srgbClr val="182759"/>
                </a:solidFill>
                <a:latin typeface="Roboto"/>
                <a:ea typeface="Roboto"/>
                <a:cs typeface="Roboto"/>
                <a:sym typeface="Roboto"/>
              </a:rPr>
              <a:t>en dehors des leviers salariaux classiques</a:t>
            </a:r>
            <a:endParaRPr sz="1200">
              <a:solidFill>
                <a:srgbClr val="182759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72" name="Google Shape;472;p57"/>
          <p:cNvSpPr txBox="1"/>
          <p:nvPr/>
        </p:nvSpPr>
        <p:spPr>
          <a:xfrm>
            <a:off x="503049" y="2117100"/>
            <a:ext cx="53256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fr" sz="1600">
                <a:solidFill>
                  <a:srgbClr val="182759"/>
                </a:solidFill>
                <a:latin typeface="Roboto Medium"/>
                <a:ea typeface="Roboto Medium"/>
                <a:cs typeface="Roboto Medium"/>
                <a:sym typeface="Roboto Medium"/>
              </a:rPr>
              <a:t>Alternative à la formation</a:t>
            </a:r>
            <a:endParaRPr sz="1600">
              <a:solidFill>
                <a:srgbClr val="182759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473" name="Google Shape;473;p57"/>
          <p:cNvSpPr txBox="1"/>
          <p:nvPr/>
        </p:nvSpPr>
        <p:spPr>
          <a:xfrm>
            <a:off x="503039" y="2356475"/>
            <a:ext cx="5325600" cy="588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1200">
                <a:solidFill>
                  <a:srgbClr val="182759"/>
                </a:solidFill>
                <a:latin typeface="Roboto"/>
                <a:ea typeface="Roboto"/>
                <a:cs typeface="Roboto"/>
                <a:sym typeface="Roboto"/>
              </a:rPr>
              <a:t>dans votre stratégie de GEPP</a:t>
            </a:r>
            <a:endParaRPr sz="1200">
              <a:solidFill>
                <a:srgbClr val="182759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74" name="Google Shape;474;p57"/>
          <p:cNvSpPr txBox="1"/>
          <p:nvPr/>
        </p:nvSpPr>
        <p:spPr>
          <a:xfrm>
            <a:off x="503049" y="2977700"/>
            <a:ext cx="53256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fr" sz="1600">
                <a:solidFill>
                  <a:srgbClr val="182759"/>
                </a:solidFill>
                <a:latin typeface="Roboto Medium"/>
                <a:ea typeface="Roboto Medium"/>
                <a:cs typeface="Roboto Medium"/>
                <a:sym typeface="Roboto Medium"/>
              </a:rPr>
              <a:t>Réduction du temps et du coût</a:t>
            </a:r>
            <a:endParaRPr sz="1600">
              <a:solidFill>
                <a:srgbClr val="182759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475" name="Google Shape;475;p57"/>
          <p:cNvSpPr txBox="1"/>
          <p:nvPr/>
        </p:nvSpPr>
        <p:spPr>
          <a:xfrm>
            <a:off x="503039" y="3217075"/>
            <a:ext cx="5325600" cy="588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1200">
                <a:solidFill>
                  <a:srgbClr val="182759"/>
                </a:solidFill>
                <a:latin typeface="Roboto"/>
                <a:ea typeface="Roboto"/>
                <a:cs typeface="Roboto"/>
                <a:sym typeface="Roboto"/>
              </a:rPr>
              <a:t>d’accès à la certification</a:t>
            </a:r>
            <a:endParaRPr sz="1200">
              <a:solidFill>
                <a:srgbClr val="182759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76" name="Google Shape;476;p57"/>
          <p:cNvSpPr txBox="1"/>
          <p:nvPr/>
        </p:nvSpPr>
        <p:spPr>
          <a:xfrm>
            <a:off x="503049" y="3838300"/>
            <a:ext cx="53256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fr" sz="1600">
                <a:solidFill>
                  <a:srgbClr val="182759"/>
                </a:solidFill>
                <a:latin typeface="Roboto Medium"/>
                <a:ea typeface="Roboto Medium"/>
                <a:cs typeface="Roboto Medium"/>
                <a:sym typeface="Roboto Medium"/>
              </a:rPr>
              <a:t>Synergie entre salariés</a:t>
            </a:r>
            <a:endParaRPr sz="1600">
              <a:solidFill>
                <a:srgbClr val="182759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477" name="Google Shape;477;p57"/>
          <p:cNvSpPr txBox="1"/>
          <p:nvPr/>
        </p:nvSpPr>
        <p:spPr>
          <a:xfrm>
            <a:off x="503039" y="4077675"/>
            <a:ext cx="5325600" cy="588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1200">
                <a:solidFill>
                  <a:srgbClr val="182759"/>
                </a:solidFill>
                <a:latin typeface="Roboto"/>
                <a:ea typeface="Roboto"/>
                <a:cs typeface="Roboto"/>
                <a:sym typeface="Roboto"/>
              </a:rPr>
              <a:t>impulsée par la dimension collective du projet</a:t>
            </a:r>
            <a:endParaRPr sz="1200">
              <a:solidFill>
                <a:srgbClr val="182759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1" name="Shape 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" name="Google Shape;482;p58"/>
          <p:cNvSpPr txBox="1"/>
          <p:nvPr>
            <p:ph idx="1" type="body"/>
          </p:nvPr>
        </p:nvSpPr>
        <p:spPr>
          <a:xfrm>
            <a:off x="503039" y="6248"/>
            <a:ext cx="85689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68575" spcFirstLastPara="1" rIns="68575" wrap="square" tIns="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None/>
            </a:pPr>
            <a:r>
              <a:rPr lang="fr"/>
              <a:t>R</a:t>
            </a:r>
            <a:r>
              <a:rPr lang="fr"/>
              <a:t>ÔLE EMPLOYEUR</a:t>
            </a:r>
            <a:endParaRPr/>
          </a:p>
        </p:txBody>
      </p:sp>
      <p:pic>
        <p:nvPicPr>
          <p:cNvPr id="483" name="Google Shape;483;p58" title="image vae collective 02.png"/>
          <p:cNvPicPr preferRelativeResize="0"/>
          <p:nvPr>
            <p:ph idx="4" type="pic"/>
          </p:nvPr>
        </p:nvPicPr>
        <p:blipFill rotWithShape="1">
          <a:blip r:embed="rId3">
            <a:alphaModFix/>
          </a:blip>
          <a:srcRect b="0" l="30243" r="30239" t="0"/>
          <a:stretch/>
        </p:blipFill>
        <p:spPr>
          <a:xfrm>
            <a:off x="6095125" y="0"/>
            <a:ext cx="3048872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484" name="Google Shape;484;p58"/>
          <p:cNvSpPr txBox="1"/>
          <p:nvPr>
            <p:ph idx="2" type="body"/>
          </p:nvPr>
        </p:nvSpPr>
        <p:spPr>
          <a:xfrm>
            <a:off x="502560" y="1413375"/>
            <a:ext cx="5325600" cy="3042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fr" sz="1600"/>
              <a:t>Projet collectif</a:t>
            </a:r>
            <a:endParaRPr sz="1600"/>
          </a:p>
        </p:txBody>
      </p:sp>
      <p:sp>
        <p:nvSpPr>
          <p:cNvPr id="485" name="Google Shape;485;p58"/>
          <p:cNvSpPr txBox="1"/>
          <p:nvPr>
            <p:ph idx="3" type="body"/>
          </p:nvPr>
        </p:nvSpPr>
        <p:spPr>
          <a:xfrm>
            <a:off x="502550" y="1652750"/>
            <a:ext cx="5325600" cy="5883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1200"/>
              <a:t>Vous initiez un projet collectif de reconnaissance.</a:t>
            </a:r>
            <a:endParaRPr sz="1200"/>
          </a:p>
        </p:txBody>
      </p:sp>
      <p:sp>
        <p:nvSpPr>
          <p:cNvPr id="486" name="Google Shape;486;p58"/>
          <p:cNvSpPr txBox="1"/>
          <p:nvPr>
            <p:ph idx="4294967295" type="body"/>
          </p:nvPr>
        </p:nvSpPr>
        <p:spPr>
          <a:xfrm>
            <a:off x="502541" y="362537"/>
            <a:ext cx="8569500" cy="3261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1" lang="fr" sz="2300">
                <a:latin typeface="Roboto"/>
                <a:ea typeface="Roboto"/>
                <a:cs typeface="Roboto"/>
                <a:sym typeface="Roboto"/>
              </a:rPr>
              <a:t>Une démarche RH stratégique</a:t>
            </a:r>
            <a:br>
              <a:rPr b="1" lang="fr" sz="2300">
                <a:latin typeface="Roboto"/>
                <a:ea typeface="Roboto"/>
                <a:cs typeface="Roboto"/>
                <a:sym typeface="Roboto"/>
              </a:rPr>
            </a:br>
            <a:r>
              <a:rPr b="1" lang="fr" sz="2300">
                <a:latin typeface="Roboto"/>
                <a:ea typeface="Roboto"/>
                <a:cs typeface="Roboto"/>
                <a:sym typeface="Roboto"/>
              </a:rPr>
              <a:t>et engageante</a:t>
            </a:r>
            <a:endParaRPr b="1" sz="2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87" name="Google Shape;487;p58"/>
          <p:cNvSpPr txBox="1"/>
          <p:nvPr>
            <p:ph idx="2" type="body"/>
          </p:nvPr>
        </p:nvSpPr>
        <p:spPr>
          <a:xfrm>
            <a:off x="502560" y="2193300"/>
            <a:ext cx="5325600" cy="3042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fr" sz="1600"/>
              <a:t>Mobilisation</a:t>
            </a:r>
            <a:endParaRPr sz="1600"/>
          </a:p>
        </p:txBody>
      </p:sp>
      <p:sp>
        <p:nvSpPr>
          <p:cNvPr id="488" name="Google Shape;488;p58"/>
          <p:cNvSpPr txBox="1"/>
          <p:nvPr>
            <p:ph idx="3" type="body"/>
          </p:nvPr>
        </p:nvSpPr>
        <p:spPr>
          <a:xfrm>
            <a:off x="502550" y="2432675"/>
            <a:ext cx="5325600" cy="5883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1200"/>
              <a:t>Vous mobilisez vos équipes, vos sites, vos RH.</a:t>
            </a:r>
            <a:endParaRPr sz="1200"/>
          </a:p>
        </p:txBody>
      </p:sp>
      <p:sp>
        <p:nvSpPr>
          <p:cNvPr id="489" name="Google Shape;489;p58"/>
          <p:cNvSpPr txBox="1"/>
          <p:nvPr>
            <p:ph idx="2" type="body"/>
          </p:nvPr>
        </p:nvSpPr>
        <p:spPr>
          <a:xfrm>
            <a:off x="502560" y="2901500"/>
            <a:ext cx="5325600" cy="3042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fr" sz="1600"/>
              <a:t>Parcours co-construits</a:t>
            </a:r>
            <a:endParaRPr sz="1600"/>
          </a:p>
        </p:txBody>
      </p:sp>
      <p:sp>
        <p:nvSpPr>
          <p:cNvPr id="490" name="Google Shape;490;p58"/>
          <p:cNvSpPr txBox="1"/>
          <p:nvPr>
            <p:ph idx="3" type="body"/>
          </p:nvPr>
        </p:nvSpPr>
        <p:spPr>
          <a:xfrm>
            <a:off x="502550" y="3140875"/>
            <a:ext cx="5325600" cy="5883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1200"/>
              <a:t>Vous vous appuyez sur un processus conçu par France VAE </a:t>
            </a:r>
            <a:br>
              <a:rPr lang="fr" sz="1200"/>
            </a:br>
            <a:r>
              <a:rPr lang="fr" sz="1200"/>
              <a:t>et co-construisez les parcours avec un accompagnateur certifié.</a:t>
            </a:r>
            <a:endParaRPr sz="1200"/>
          </a:p>
        </p:txBody>
      </p:sp>
      <p:sp>
        <p:nvSpPr>
          <p:cNvPr id="491" name="Google Shape;491;p58"/>
          <p:cNvSpPr txBox="1"/>
          <p:nvPr>
            <p:ph idx="2" type="body"/>
          </p:nvPr>
        </p:nvSpPr>
        <p:spPr>
          <a:xfrm>
            <a:off x="502560" y="3838300"/>
            <a:ext cx="5325600" cy="3042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fr" sz="1600"/>
              <a:t>Suivre l’avancement</a:t>
            </a:r>
            <a:endParaRPr sz="1600"/>
          </a:p>
        </p:txBody>
      </p:sp>
      <p:sp>
        <p:nvSpPr>
          <p:cNvPr id="492" name="Google Shape;492;p58"/>
          <p:cNvSpPr txBox="1"/>
          <p:nvPr>
            <p:ph idx="3" type="body"/>
          </p:nvPr>
        </p:nvSpPr>
        <p:spPr>
          <a:xfrm>
            <a:off x="502550" y="4077675"/>
            <a:ext cx="4340400" cy="5883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1200"/>
              <a:t>Utilisez l’espace dédié sur le portail France VAE pour monitorer l’avancée des parcours des candidats.</a:t>
            </a:r>
            <a:endParaRPr sz="12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6" name="Shape 4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" name="Google Shape;497;p59"/>
          <p:cNvSpPr/>
          <p:nvPr/>
        </p:nvSpPr>
        <p:spPr>
          <a:xfrm>
            <a:off x="3042000" y="1171275"/>
            <a:ext cx="3060000" cy="30600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498" name="Google Shape;498;p59"/>
          <p:cNvSpPr/>
          <p:nvPr/>
        </p:nvSpPr>
        <p:spPr>
          <a:xfrm>
            <a:off x="2892300" y="1021575"/>
            <a:ext cx="3359400" cy="3359400"/>
          </a:xfrm>
          <a:prstGeom prst="ellipse">
            <a:avLst/>
          </a:prstGeom>
          <a:noFill/>
          <a:ln cap="flat" cmpd="sng" w="38100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499" name="Google Shape;499;p59"/>
          <p:cNvSpPr txBox="1"/>
          <p:nvPr>
            <p:ph idx="2" type="body"/>
          </p:nvPr>
        </p:nvSpPr>
        <p:spPr>
          <a:xfrm>
            <a:off x="503039" y="-1501"/>
            <a:ext cx="8568900" cy="304200"/>
          </a:xfrm>
          <a:prstGeom prst="rect">
            <a:avLst/>
          </a:prstGeom>
        </p:spPr>
        <p:txBody>
          <a:bodyPr anchorCtr="0" anchor="ctr" bIns="0" lIns="68575" spcFirstLastPara="1" rIns="68575" wrap="square" tIns="0">
            <a:norm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0" name="Google Shape;500;p59"/>
          <p:cNvSpPr txBox="1"/>
          <p:nvPr>
            <p:ph idx="3" type="body"/>
          </p:nvPr>
        </p:nvSpPr>
        <p:spPr>
          <a:xfrm>
            <a:off x="502541" y="352997"/>
            <a:ext cx="8569500" cy="3261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fr"/>
              <a:t>Un accompagnement encadré et expertisé</a:t>
            </a:r>
            <a:endParaRPr/>
          </a:p>
        </p:txBody>
      </p:sp>
      <p:sp>
        <p:nvSpPr>
          <p:cNvPr id="501" name="Google Shape;501;p59"/>
          <p:cNvSpPr txBox="1"/>
          <p:nvPr>
            <p:ph idx="4294967295" type="body"/>
          </p:nvPr>
        </p:nvSpPr>
        <p:spPr>
          <a:xfrm>
            <a:off x="417850" y="2327600"/>
            <a:ext cx="2160000" cy="2643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 lnSpcReduction="20000"/>
          </a:bodyPr>
          <a:lstStyle/>
          <a:p>
            <a:pPr indent="0" lvl="0" marL="0" rtl="0" algn="r">
              <a:spcBef>
                <a:spcPts val="800"/>
              </a:spcBef>
              <a:spcAft>
                <a:spcPts val="0"/>
              </a:spcAft>
              <a:buNone/>
            </a:pPr>
            <a:r>
              <a:rPr lang="fr"/>
              <a:t>Accompagnateurs</a:t>
            </a:r>
            <a:endParaRPr/>
          </a:p>
        </p:txBody>
      </p:sp>
      <p:sp>
        <p:nvSpPr>
          <p:cNvPr id="502" name="Google Shape;502;p59"/>
          <p:cNvSpPr txBox="1"/>
          <p:nvPr>
            <p:ph idx="4294967295" type="body"/>
          </p:nvPr>
        </p:nvSpPr>
        <p:spPr>
          <a:xfrm>
            <a:off x="309250" y="2559275"/>
            <a:ext cx="2268600" cy="11283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r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fr" sz="1200"/>
              <a:t>France VAE met à votre disposition une liste d’AAP référencés pour accompagner vos projets.</a:t>
            </a:r>
            <a:endParaRPr sz="1200"/>
          </a:p>
        </p:txBody>
      </p:sp>
      <p:sp>
        <p:nvSpPr>
          <p:cNvPr id="503" name="Google Shape;503;p59"/>
          <p:cNvSpPr txBox="1"/>
          <p:nvPr>
            <p:ph idx="4294967295" type="body"/>
          </p:nvPr>
        </p:nvSpPr>
        <p:spPr>
          <a:xfrm>
            <a:off x="6095114" y="1162875"/>
            <a:ext cx="2160000" cy="2643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 lnSpcReduction="20000"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fr"/>
              <a:t>Méthodologie</a:t>
            </a:r>
            <a:endParaRPr/>
          </a:p>
        </p:txBody>
      </p:sp>
      <p:sp>
        <p:nvSpPr>
          <p:cNvPr id="504" name="Google Shape;504;p59"/>
          <p:cNvSpPr txBox="1"/>
          <p:nvPr>
            <p:ph idx="4294967295" type="body"/>
          </p:nvPr>
        </p:nvSpPr>
        <p:spPr>
          <a:xfrm>
            <a:off x="6095114" y="1394545"/>
            <a:ext cx="2160000" cy="8334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fr" sz="1200"/>
              <a:t>Une méthodologie validée par France VAE.</a:t>
            </a:r>
            <a:endParaRPr sz="1200"/>
          </a:p>
        </p:txBody>
      </p:sp>
      <p:sp>
        <p:nvSpPr>
          <p:cNvPr id="505" name="Google Shape;505;p59"/>
          <p:cNvSpPr txBox="1"/>
          <p:nvPr>
            <p:ph idx="4294967295" type="body"/>
          </p:nvPr>
        </p:nvSpPr>
        <p:spPr>
          <a:xfrm>
            <a:off x="6129129" y="3549925"/>
            <a:ext cx="2160000" cy="2643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 lnSpcReduction="20000"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fr"/>
              <a:t>Partenariat</a:t>
            </a:r>
            <a:endParaRPr/>
          </a:p>
        </p:txBody>
      </p:sp>
      <p:sp>
        <p:nvSpPr>
          <p:cNvPr id="506" name="Google Shape;506;p59"/>
          <p:cNvSpPr txBox="1"/>
          <p:nvPr>
            <p:ph idx="4294967295" type="body"/>
          </p:nvPr>
        </p:nvSpPr>
        <p:spPr>
          <a:xfrm>
            <a:off x="6129129" y="3781595"/>
            <a:ext cx="2160000" cy="8334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fr" sz="1200"/>
              <a:t>Un partenariat opérationnel étroit (AAP, certificateur, entreprises).</a:t>
            </a:r>
            <a:endParaRPr sz="1200"/>
          </a:p>
          <a:p>
            <a:pPr indent="0" lvl="0" marL="0" marR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pic>
        <p:nvPicPr>
          <p:cNvPr id="507" name="Google Shape;507;p59" title="losange bleu roi fvae@2x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49200" y="2342838"/>
            <a:ext cx="504000" cy="564480"/>
          </a:xfrm>
          <a:prstGeom prst="rect">
            <a:avLst/>
          </a:prstGeom>
          <a:noFill/>
          <a:ln>
            <a:noFill/>
          </a:ln>
        </p:spPr>
      </p:pic>
      <p:sp>
        <p:nvSpPr>
          <p:cNvPr id="508" name="Google Shape;508;p59"/>
          <p:cNvSpPr/>
          <p:nvPr/>
        </p:nvSpPr>
        <p:spPr>
          <a:xfrm>
            <a:off x="2756127" y="2480005"/>
            <a:ext cx="290146" cy="290146"/>
          </a:xfrm>
          <a:custGeom>
            <a:rect b="b" l="l" r="r" t="t"/>
            <a:pathLst>
              <a:path extrusionOk="0" h="386861" w="386861">
                <a:moveTo>
                  <a:pt x="264385" y="73943"/>
                </a:moveTo>
                <a:lnTo>
                  <a:pt x="314149" y="123708"/>
                </a:lnTo>
                <a:lnTo>
                  <a:pt x="264385" y="173472"/>
                </a:lnTo>
                <a:lnTo>
                  <a:pt x="214620" y="123708"/>
                </a:lnTo>
                <a:lnTo>
                  <a:pt x="264385" y="73943"/>
                </a:lnTo>
                <a:moveTo>
                  <a:pt x="129687" y="82384"/>
                </a:moveTo>
                <a:lnTo>
                  <a:pt x="129687" y="152722"/>
                </a:lnTo>
                <a:lnTo>
                  <a:pt x="59348" y="152722"/>
                </a:lnTo>
                <a:lnTo>
                  <a:pt x="59348" y="82384"/>
                </a:lnTo>
                <a:lnTo>
                  <a:pt x="129687" y="82384"/>
                </a:lnTo>
                <a:moveTo>
                  <a:pt x="305533" y="258230"/>
                </a:moveTo>
                <a:lnTo>
                  <a:pt x="305533" y="328569"/>
                </a:lnTo>
                <a:lnTo>
                  <a:pt x="235194" y="328569"/>
                </a:lnTo>
                <a:lnTo>
                  <a:pt x="235194" y="258230"/>
                </a:lnTo>
                <a:lnTo>
                  <a:pt x="305533" y="258230"/>
                </a:lnTo>
                <a:moveTo>
                  <a:pt x="129687" y="258230"/>
                </a:moveTo>
                <a:lnTo>
                  <a:pt x="129687" y="328569"/>
                </a:lnTo>
                <a:lnTo>
                  <a:pt x="59348" y="328569"/>
                </a:lnTo>
                <a:lnTo>
                  <a:pt x="59348" y="258230"/>
                </a:lnTo>
                <a:lnTo>
                  <a:pt x="129687" y="258230"/>
                </a:lnTo>
                <a:moveTo>
                  <a:pt x="264385" y="24179"/>
                </a:moveTo>
                <a:lnTo>
                  <a:pt x="164856" y="123532"/>
                </a:lnTo>
                <a:lnTo>
                  <a:pt x="264385" y="223061"/>
                </a:lnTo>
                <a:lnTo>
                  <a:pt x="363914" y="123532"/>
                </a:lnTo>
                <a:lnTo>
                  <a:pt x="264385" y="24179"/>
                </a:lnTo>
                <a:close/>
                <a:moveTo>
                  <a:pt x="164856" y="47215"/>
                </a:moveTo>
                <a:lnTo>
                  <a:pt x="24179" y="47215"/>
                </a:lnTo>
                <a:lnTo>
                  <a:pt x="24179" y="187892"/>
                </a:lnTo>
                <a:lnTo>
                  <a:pt x="164856" y="187892"/>
                </a:lnTo>
                <a:lnTo>
                  <a:pt x="164856" y="47215"/>
                </a:lnTo>
                <a:close/>
                <a:moveTo>
                  <a:pt x="340702" y="223061"/>
                </a:moveTo>
                <a:lnTo>
                  <a:pt x="200025" y="223061"/>
                </a:lnTo>
                <a:lnTo>
                  <a:pt x="200025" y="363738"/>
                </a:lnTo>
                <a:lnTo>
                  <a:pt x="340702" y="363738"/>
                </a:lnTo>
                <a:lnTo>
                  <a:pt x="340702" y="223061"/>
                </a:lnTo>
                <a:close/>
                <a:moveTo>
                  <a:pt x="164856" y="223061"/>
                </a:moveTo>
                <a:lnTo>
                  <a:pt x="24179" y="223061"/>
                </a:lnTo>
                <a:lnTo>
                  <a:pt x="24179" y="363738"/>
                </a:lnTo>
                <a:lnTo>
                  <a:pt x="164856" y="363738"/>
                </a:lnTo>
                <a:lnTo>
                  <a:pt x="164856" y="22306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182759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509" name="Google Shape;509;p59" title="losange bleu roi fvae@2x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72725" y="1171188"/>
            <a:ext cx="504000" cy="564480"/>
          </a:xfrm>
          <a:prstGeom prst="rect">
            <a:avLst/>
          </a:prstGeom>
          <a:noFill/>
          <a:ln>
            <a:noFill/>
          </a:ln>
        </p:spPr>
      </p:pic>
      <p:sp>
        <p:nvSpPr>
          <p:cNvPr id="510" name="Google Shape;510;p59"/>
          <p:cNvSpPr/>
          <p:nvPr/>
        </p:nvSpPr>
        <p:spPr>
          <a:xfrm>
            <a:off x="5566463" y="1295166"/>
            <a:ext cx="316523" cy="316523"/>
          </a:xfrm>
          <a:custGeom>
            <a:rect b="b" l="l" r="r" t="t"/>
            <a:pathLst>
              <a:path extrusionOk="0" h="422031" w="422031">
                <a:moveTo>
                  <a:pt x="217610" y="147271"/>
                </a:moveTo>
                <a:cubicBezTo>
                  <a:pt x="178748" y="147271"/>
                  <a:pt x="147271" y="178748"/>
                  <a:pt x="147271" y="217610"/>
                </a:cubicBezTo>
                <a:cubicBezTo>
                  <a:pt x="147271" y="256472"/>
                  <a:pt x="178748" y="287948"/>
                  <a:pt x="217610" y="287948"/>
                </a:cubicBezTo>
                <a:cubicBezTo>
                  <a:pt x="256472" y="287948"/>
                  <a:pt x="287948" y="256472"/>
                  <a:pt x="287948" y="217610"/>
                </a:cubicBezTo>
                <a:cubicBezTo>
                  <a:pt x="287948" y="178748"/>
                  <a:pt x="256472" y="147271"/>
                  <a:pt x="217610" y="147271"/>
                </a:cubicBezTo>
                <a:close/>
                <a:moveTo>
                  <a:pt x="374816" y="200025"/>
                </a:moveTo>
                <a:cubicBezTo>
                  <a:pt x="366727" y="126697"/>
                  <a:pt x="308522" y="68492"/>
                  <a:pt x="235194" y="60403"/>
                </a:cubicBezTo>
                <a:lnTo>
                  <a:pt x="235194" y="24179"/>
                </a:lnTo>
                <a:lnTo>
                  <a:pt x="200025" y="24179"/>
                </a:lnTo>
                <a:lnTo>
                  <a:pt x="200025" y="60403"/>
                </a:lnTo>
                <a:cubicBezTo>
                  <a:pt x="126697" y="68492"/>
                  <a:pt x="68492" y="126697"/>
                  <a:pt x="60403" y="200025"/>
                </a:cubicBezTo>
                <a:lnTo>
                  <a:pt x="24179" y="200025"/>
                </a:lnTo>
                <a:lnTo>
                  <a:pt x="24179" y="235194"/>
                </a:lnTo>
                <a:lnTo>
                  <a:pt x="60403" y="235194"/>
                </a:lnTo>
                <a:cubicBezTo>
                  <a:pt x="68492" y="308522"/>
                  <a:pt x="126697" y="366727"/>
                  <a:pt x="200025" y="374816"/>
                </a:cubicBezTo>
                <a:lnTo>
                  <a:pt x="200025" y="411041"/>
                </a:lnTo>
                <a:lnTo>
                  <a:pt x="235194" y="411041"/>
                </a:lnTo>
                <a:lnTo>
                  <a:pt x="235194" y="374816"/>
                </a:lnTo>
                <a:cubicBezTo>
                  <a:pt x="308522" y="366727"/>
                  <a:pt x="366727" y="308522"/>
                  <a:pt x="374816" y="235194"/>
                </a:cubicBezTo>
                <a:lnTo>
                  <a:pt x="411041" y="235194"/>
                </a:lnTo>
                <a:lnTo>
                  <a:pt x="411041" y="200025"/>
                </a:lnTo>
                <a:lnTo>
                  <a:pt x="374816" y="200025"/>
                </a:lnTo>
                <a:close/>
                <a:moveTo>
                  <a:pt x="217610" y="340702"/>
                </a:moveTo>
                <a:cubicBezTo>
                  <a:pt x="149557" y="340702"/>
                  <a:pt x="94517" y="285662"/>
                  <a:pt x="94517" y="217610"/>
                </a:cubicBezTo>
                <a:cubicBezTo>
                  <a:pt x="94517" y="149557"/>
                  <a:pt x="149557" y="94517"/>
                  <a:pt x="217610" y="94517"/>
                </a:cubicBezTo>
                <a:cubicBezTo>
                  <a:pt x="285662" y="94517"/>
                  <a:pt x="340702" y="149557"/>
                  <a:pt x="340702" y="217610"/>
                </a:cubicBezTo>
                <a:cubicBezTo>
                  <a:pt x="340702" y="285662"/>
                  <a:pt x="285662" y="340702"/>
                  <a:pt x="217610" y="340702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511" name="Google Shape;511;p59" title="losange bleu roi fvae@2x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72725" y="3575850"/>
            <a:ext cx="504000" cy="564480"/>
          </a:xfrm>
          <a:prstGeom prst="rect">
            <a:avLst/>
          </a:prstGeom>
          <a:noFill/>
          <a:ln>
            <a:noFill/>
          </a:ln>
        </p:spPr>
      </p:pic>
      <p:sp>
        <p:nvSpPr>
          <p:cNvPr id="512" name="Google Shape;512;p59"/>
          <p:cNvSpPr/>
          <p:nvPr/>
        </p:nvSpPr>
        <p:spPr>
          <a:xfrm>
            <a:off x="5579652" y="3752582"/>
            <a:ext cx="290146" cy="211015"/>
          </a:xfrm>
          <a:custGeom>
            <a:rect b="b" l="l" r="r" t="t"/>
            <a:pathLst>
              <a:path extrusionOk="0" h="281354" w="386861">
                <a:moveTo>
                  <a:pt x="147271" y="178044"/>
                </a:moveTo>
                <a:cubicBezTo>
                  <a:pt x="106123" y="178044"/>
                  <a:pt x="24179" y="198618"/>
                  <a:pt x="24179" y="239591"/>
                </a:cubicBezTo>
                <a:lnTo>
                  <a:pt x="24179" y="270364"/>
                </a:lnTo>
                <a:lnTo>
                  <a:pt x="270364" y="270364"/>
                </a:lnTo>
                <a:lnTo>
                  <a:pt x="270364" y="239591"/>
                </a:lnTo>
                <a:cubicBezTo>
                  <a:pt x="270364" y="198618"/>
                  <a:pt x="188419" y="178044"/>
                  <a:pt x="147271" y="178044"/>
                </a:cubicBezTo>
                <a:close/>
                <a:moveTo>
                  <a:pt x="65327" y="235194"/>
                </a:moveTo>
                <a:cubicBezTo>
                  <a:pt x="80098" y="224995"/>
                  <a:pt x="115795" y="213214"/>
                  <a:pt x="147271" y="213214"/>
                </a:cubicBezTo>
                <a:cubicBezTo>
                  <a:pt x="178748" y="213214"/>
                  <a:pt x="214445" y="224995"/>
                  <a:pt x="229216" y="235194"/>
                </a:cubicBezTo>
                <a:lnTo>
                  <a:pt x="65327" y="235194"/>
                </a:lnTo>
                <a:close/>
                <a:moveTo>
                  <a:pt x="147271" y="147271"/>
                </a:moveTo>
                <a:cubicBezTo>
                  <a:pt x="181210" y="147271"/>
                  <a:pt x="208817" y="119663"/>
                  <a:pt x="208817" y="85725"/>
                </a:cubicBezTo>
                <a:cubicBezTo>
                  <a:pt x="208817" y="51787"/>
                  <a:pt x="181210" y="24179"/>
                  <a:pt x="147271" y="24179"/>
                </a:cubicBezTo>
                <a:cubicBezTo>
                  <a:pt x="113333" y="24179"/>
                  <a:pt x="85725" y="51787"/>
                  <a:pt x="85725" y="85725"/>
                </a:cubicBezTo>
                <a:cubicBezTo>
                  <a:pt x="85725" y="119663"/>
                  <a:pt x="113333" y="147271"/>
                  <a:pt x="147271" y="147271"/>
                </a:cubicBezTo>
                <a:close/>
                <a:moveTo>
                  <a:pt x="147271" y="59348"/>
                </a:moveTo>
                <a:cubicBezTo>
                  <a:pt x="161866" y="59348"/>
                  <a:pt x="173648" y="71130"/>
                  <a:pt x="173648" y="85725"/>
                </a:cubicBezTo>
                <a:cubicBezTo>
                  <a:pt x="173648" y="100320"/>
                  <a:pt x="161866" y="112102"/>
                  <a:pt x="147271" y="112102"/>
                </a:cubicBezTo>
                <a:cubicBezTo>
                  <a:pt x="132676" y="112102"/>
                  <a:pt x="120894" y="100320"/>
                  <a:pt x="120894" y="85725"/>
                </a:cubicBezTo>
                <a:cubicBezTo>
                  <a:pt x="120894" y="71130"/>
                  <a:pt x="132676" y="59348"/>
                  <a:pt x="147271" y="59348"/>
                </a:cubicBezTo>
                <a:close/>
                <a:moveTo>
                  <a:pt x="271067" y="179099"/>
                </a:moveTo>
                <a:cubicBezTo>
                  <a:pt x="291465" y="193870"/>
                  <a:pt x="305533" y="213565"/>
                  <a:pt x="305533" y="239591"/>
                </a:cubicBezTo>
                <a:lnTo>
                  <a:pt x="305533" y="270364"/>
                </a:lnTo>
                <a:lnTo>
                  <a:pt x="375871" y="270364"/>
                </a:lnTo>
                <a:lnTo>
                  <a:pt x="375871" y="239591"/>
                </a:lnTo>
                <a:cubicBezTo>
                  <a:pt x="375871" y="204070"/>
                  <a:pt x="314325" y="183847"/>
                  <a:pt x="271067" y="179099"/>
                </a:cubicBezTo>
                <a:close/>
                <a:moveTo>
                  <a:pt x="252779" y="147271"/>
                </a:moveTo>
                <a:cubicBezTo>
                  <a:pt x="286717" y="147271"/>
                  <a:pt x="314325" y="119663"/>
                  <a:pt x="314325" y="85725"/>
                </a:cubicBezTo>
                <a:cubicBezTo>
                  <a:pt x="314325" y="51787"/>
                  <a:pt x="286717" y="24179"/>
                  <a:pt x="252779" y="24179"/>
                </a:cubicBezTo>
                <a:cubicBezTo>
                  <a:pt x="243283" y="24179"/>
                  <a:pt x="234491" y="26465"/>
                  <a:pt x="226402" y="30333"/>
                </a:cubicBezTo>
                <a:cubicBezTo>
                  <a:pt x="237480" y="45984"/>
                  <a:pt x="243987" y="65151"/>
                  <a:pt x="243987" y="85725"/>
                </a:cubicBezTo>
                <a:cubicBezTo>
                  <a:pt x="243987" y="106299"/>
                  <a:pt x="237480" y="125466"/>
                  <a:pt x="226402" y="141117"/>
                </a:cubicBezTo>
                <a:cubicBezTo>
                  <a:pt x="234491" y="144985"/>
                  <a:pt x="243283" y="147271"/>
                  <a:pt x="252779" y="14727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182759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513" name="Google Shape;513;p59"/>
          <p:cNvSpPr txBox="1"/>
          <p:nvPr>
            <p:ph idx="4294967295" type="body"/>
          </p:nvPr>
        </p:nvSpPr>
        <p:spPr>
          <a:xfrm>
            <a:off x="3492000" y="2385425"/>
            <a:ext cx="2160000" cy="6966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ctr">
              <a:spcBef>
                <a:spcPts val="800"/>
              </a:spcBef>
              <a:spcAft>
                <a:spcPts val="0"/>
              </a:spcAft>
              <a:buNone/>
            </a:pPr>
            <a:r>
              <a:rPr lang="fr"/>
              <a:t>VAE</a:t>
            </a:r>
            <a:endParaRPr/>
          </a:p>
          <a:p>
            <a:pPr indent="0" lvl="0" marL="0" rtl="0" algn="ctr">
              <a:spcBef>
                <a:spcPts val="800"/>
              </a:spcBef>
              <a:spcAft>
                <a:spcPts val="0"/>
              </a:spcAft>
              <a:buNone/>
            </a:pPr>
            <a:r>
              <a:rPr lang="fr"/>
              <a:t>collective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7" name="Shape 5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8" name="Google Shape;518;p60"/>
          <p:cNvSpPr txBox="1"/>
          <p:nvPr>
            <p:ph idx="1" type="body"/>
          </p:nvPr>
        </p:nvSpPr>
        <p:spPr>
          <a:xfrm>
            <a:off x="503039" y="6248"/>
            <a:ext cx="8568900" cy="304200"/>
          </a:xfrm>
          <a:prstGeom prst="rect">
            <a:avLst/>
          </a:prstGeom>
        </p:spPr>
        <p:txBody>
          <a:bodyPr anchorCtr="0" anchor="ctr" bIns="0" lIns="68575" spcFirstLastPara="1" rIns="68575" wrap="square" tIns="0">
            <a:no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fr"/>
              <a:t>PARCOURS CANDIDAT</a:t>
            </a:r>
            <a:endParaRPr/>
          </a:p>
        </p:txBody>
      </p:sp>
      <p:sp>
        <p:nvSpPr>
          <p:cNvPr id="519" name="Google Shape;519;p60"/>
          <p:cNvSpPr txBox="1"/>
          <p:nvPr>
            <p:ph idx="2" type="body"/>
          </p:nvPr>
        </p:nvSpPr>
        <p:spPr>
          <a:xfrm>
            <a:off x="502541" y="360587"/>
            <a:ext cx="8569500" cy="3261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fr"/>
              <a:t>Un parcours simple, balisé, efficace</a:t>
            </a:r>
            <a:endParaRPr/>
          </a:p>
        </p:txBody>
      </p:sp>
      <p:sp>
        <p:nvSpPr>
          <p:cNvPr id="520" name="Google Shape;520;p60"/>
          <p:cNvSpPr txBox="1"/>
          <p:nvPr>
            <p:ph idx="3" type="subTitle"/>
          </p:nvPr>
        </p:nvSpPr>
        <p:spPr>
          <a:xfrm>
            <a:off x="521600" y="2935300"/>
            <a:ext cx="1744500" cy="3165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fr">
                <a:solidFill>
                  <a:srgbClr val="1041BE"/>
                </a:solidFill>
              </a:rPr>
              <a:t>Lancement projet collectif</a:t>
            </a:r>
            <a:endParaRPr>
              <a:solidFill>
                <a:srgbClr val="1041BE"/>
              </a:solidFill>
            </a:endParaRPr>
          </a:p>
        </p:txBody>
      </p:sp>
      <p:sp>
        <p:nvSpPr>
          <p:cNvPr id="521" name="Google Shape;521;p60"/>
          <p:cNvSpPr txBox="1"/>
          <p:nvPr>
            <p:ph idx="5" type="subTitle"/>
          </p:nvPr>
        </p:nvSpPr>
        <p:spPr>
          <a:xfrm>
            <a:off x="2415350" y="1457475"/>
            <a:ext cx="2034600" cy="3261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fr">
                <a:solidFill>
                  <a:srgbClr val="1041BE"/>
                </a:solidFill>
              </a:rPr>
              <a:t>Inscription des salariés</a:t>
            </a:r>
            <a:endParaRPr>
              <a:solidFill>
                <a:srgbClr val="1041BE"/>
              </a:solidFill>
            </a:endParaRPr>
          </a:p>
        </p:txBody>
      </p:sp>
      <p:sp>
        <p:nvSpPr>
          <p:cNvPr id="522" name="Google Shape;522;p60"/>
          <p:cNvSpPr txBox="1"/>
          <p:nvPr>
            <p:ph idx="7" type="subTitle"/>
          </p:nvPr>
        </p:nvSpPr>
        <p:spPr>
          <a:xfrm>
            <a:off x="4280300" y="2935300"/>
            <a:ext cx="1744500" cy="9525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fr">
                <a:solidFill>
                  <a:srgbClr val="1041BE"/>
                </a:solidFill>
              </a:rPr>
              <a:t>Accompagnement personnalisé</a:t>
            </a:r>
            <a:endParaRPr>
              <a:solidFill>
                <a:srgbClr val="1041BE"/>
              </a:solidFill>
            </a:endParaRPr>
          </a:p>
        </p:txBody>
      </p:sp>
      <p:sp>
        <p:nvSpPr>
          <p:cNvPr id="523" name="Google Shape;523;p60"/>
          <p:cNvSpPr txBox="1"/>
          <p:nvPr>
            <p:ph idx="9" type="subTitle"/>
          </p:nvPr>
        </p:nvSpPr>
        <p:spPr>
          <a:xfrm>
            <a:off x="5960025" y="1457475"/>
            <a:ext cx="1921800" cy="3261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fr">
                <a:solidFill>
                  <a:srgbClr val="1041BE"/>
                </a:solidFill>
              </a:rPr>
              <a:t>Dépôt dossier et jury</a:t>
            </a:r>
            <a:endParaRPr>
              <a:solidFill>
                <a:srgbClr val="1041BE"/>
              </a:solidFill>
            </a:endParaRPr>
          </a:p>
        </p:txBody>
      </p:sp>
      <p:sp>
        <p:nvSpPr>
          <p:cNvPr id="524" name="Google Shape;524;p60"/>
          <p:cNvSpPr txBox="1"/>
          <p:nvPr>
            <p:ph idx="14" type="subTitle"/>
          </p:nvPr>
        </p:nvSpPr>
        <p:spPr>
          <a:xfrm>
            <a:off x="7353175" y="2935300"/>
            <a:ext cx="1744500" cy="2901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fr">
                <a:solidFill>
                  <a:srgbClr val="1041BE"/>
                </a:solidFill>
              </a:rPr>
              <a:t>Certification obtenue</a:t>
            </a:r>
            <a:endParaRPr>
              <a:solidFill>
                <a:srgbClr val="1041BE"/>
              </a:solidFill>
            </a:endParaRPr>
          </a:p>
        </p:txBody>
      </p:sp>
      <p:pic>
        <p:nvPicPr>
          <p:cNvPr id="525" name="Google Shape;525;p60" title="losange bleu roi fvae@2x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491550" y="2311150"/>
            <a:ext cx="432200" cy="483723"/>
          </a:xfrm>
          <a:prstGeom prst="rect">
            <a:avLst/>
          </a:prstGeom>
          <a:noFill/>
          <a:ln>
            <a:noFill/>
          </a:ln>
        </p:spPr>
      </p:pic>
      <p:pic>
        <p:nvPicPr>
          <p:cNvPr id="526" name="Google Shape;526;p60" title="losange bleu roi fvae@2x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352525" y="2311150"/>
            <a:ext cx="432200" cy="483723"/>
          </a:xfrm>
          <a:prstGeom prst="rect">
            <a:avLst/>
          </a:prstGeom>
          <a:noFill/>
          <a:ln>
            <a:noFill/>
          </a:ln>
        </p:spPr>
      </p:pic>
      <p:pic>
        <p:nvPicPr>
          <p:cNvPr id="527" name="Google Shape;527;p60" title="losange bleu roi fvae@2x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011150" y="2311150"/>
            <a:ext cx="432200" cy="483723"/>
          </a:xfrm>
          <a:prstGeom prst="rect">
            <a:avLst/>
          </a:prstGeom>
          <a:noFill/>
          <a:ln>
            <a:noFill/>
          </a:ln>
        </p:spPr>
      </p:pic>
      <p:pic>
        <p:nvPicPr>
          <p:cNvPr id="528" name="Google Shape;528;p60" title="losange bleu roi fvae@2x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704525" y="2311150"/>
            <a:ext cx="432200" cy="483723"/>
          </a:xfrm>
          <a:prstGeom prst="rect">
            <a:avLst/>
          </a:prstGeom>
          <a:noFill/>
          <a:ln>
            <a:noFill/>
          </a:ln>
        </p:spPr>
      </p:pic>
      <p:sp>
        <p:nvSpPr>
          <p:cNvPr id="529" name="Google Shape;529;p60"/>
          <p:cNvSpPr txBox="1"/>
          <p:nvPr>
            <p:ph idx="3" type="subTitle"/>
          </p:nvPr>
        </p:nvSpPr>
        <p:spPr>
          <a:xfrm>
            <a:off x="521600" y="3425800"/>
            <a:ext cx="1744500" cy="6342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fr" sz="1000"/>
              <a:t>Définition des objectifs et des certifications visées.</a:t>
            </a:r>
            <a:endParaRPr sz="1000"/>
          </a:p>
        </p:txBody>
      </p:sp>
      <p:sp>
        <p:nvSpPr>
          <p:cNvPr id="530" name="Google Shape;530;p60"/>
          <p:cNvSpPr txBox="1"/>
          <p:nvPr>
            <p:ph idx="6" type="body"/>
          </p:nvPr>
        </p:nvSpPr>
        <p:spPr>
          <a:xfrm>
            <a:off x="2415350" y="1740975"/>
            <a:ext cx="1744500" cy="4287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fr" sz="1000">
                <a:solidFill>
                  <a:schemeClr val="dk1"/>
                </a:solidFill>
              </a:rPr>
              <a:t>Via un lien ou code dédié à votre entreprise.</a:t>
            </a:r>
            <a:endParaRPr sz="1000">
              <a:solidFill>
                <a:schemeClr val="dk1"/>
              </a:solidFill>
            </a:endParaRPr>
          </a:p>
        </p:txBody>
      </p:sp>
      <p:sp>
        <p:nvSpPr>
          <p:cNvPr id="531" name="Google Shape;531;p60"/>
          <p:cNvSpPr txBox="1"/>
          <p:nvPr>
            <p:ph idx="8" type="body"/>
          </p:nvPr>
        </p:nvSpPr>
        <p:spPr>
          <a:xfrm>
            <a:off x="5960025" y="1740975"/>
            <a:ext cx="1744500" cy="3261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fr" sz="1000">
                <a:solidFill>
                  <a:schemeClr val="dk1"/>
                </a:solidFill>
              </a:rPr>
              <a:t>Évaluation des compétences acquises.</a:t>
            </a:r>
            <a:endParaRPr sz="1000">
              <a:solidFill>
                <a:schemeClr val="dk1"/>
              </a:solidFill>
            </a:endParaRPr>
          </a:p>
        </p:txBody>
      </p:sp>
      <p:sp>
        <p:nvSpPr>
          <p:cNvPr id="532" name="Google Shape;532;p60"/>
          <p:cNvSpPr txBox="1"/>
          <p:nvPr>
            <p:ph idx="3" type="subTitle"/>
          </p:nvPr>
        </p:nvSpPr>
        <p:spPr>
          <a:xfrm>
            <a:off x="7353175" y="3425800"/>
            <a:ext cx="1744500" cy="6342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fr" sz="1000"/>
              <a:t>Reconnaissance officielle des compétences.</a:t>
            </a:r>
            <a:endParaRPr sz="1000"/>
          </a:p>
        </p:txBody>
      </p:sp>
      <p:pic>
        <p:nvPicPr>
          <p:cNvPr id="533" name="Google Shape;533;p60" title="losange bleu roi fvae@2x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5075" y="2311150"/>
            <a:ext cx="432200" cy="483723"/>
          </a:xfrm>
          <a:prstGeom prst="rect">
            <a:avLst/>
          </a:prstGeom>
          <a:noFill/>
          <a:ln>
            <a:noFill/>
          </a:ln>
        </p:spPr>
      </p:pic>
      <p:sp>
        <p:nvSpPr>
          <p:cNvPr id="534" name="Google Shape;534;p60"/>
          <p:cNvSpPr/>
          <p:nvPr/>
        </p:nvSpPr>
        <p:spPr>
          <a:xfrm>
            <a:off x="4449927" y="2407939"/>
            <a:ext cx="237392" cy="290146"/>
          </a:xfrm>
          <a:custGeom>
            <a:rect b="b" l="l" r="r" t="t"/>
            <a:pathLst>
              <a:path extrusionOk="0" h="386861" w="316523">
                <a:moveTo>
                  <a:pt x="200025" y="24179"/>
                </a:moveTo>
                <a:lnTo>
                  <a:pt x="59348" y="24179"/>
                </a:lnTo>
                <a:cubicBezTo>
                  <a:pt x="40005" y="24179"/>
                  <a:pt x="24355" y="40005"/>
                  <a:pt x="24355" y="59348"/>
                </a:cubicBezTo>
                <a:lnTo>
                  <a:pt x="24179" y="340702"/>
                </a:lnTo>
                <a:cubicBezTo>
                  <a:pt x="24179" y="360045"/>
                  <a:pt x="39829" y="375871"/>
                  <a:pt x="59172" y="375871"/>
                </a:cubicBezTo>
                <a:lnTo>
                  <a:pt x="270364" y="375871"/>
                </a:lnTo>
                <a:cubicBezTo>
                  <a:pt x="289707" y="375871"/>
                  <a:pt x="305533" y="360045"/>
                  <a:pt x="305533" y="340702"/>
                </a:cubicBezTo>
                <a:lnTo>
                  <a:pt x="305533" y="129687"/>
                </a:lnTo>
                <a:lnTo>
                  <a:pt x="200025" y="24179"/>
                </a:lnTo>
                <a:close/>
                <a:moveTo>
                  <a:pt x="59348" y="340702"/>
                </a:moveTo>
                <a:lnTo>
                  <a:pt x="59348" y="59348"/>
                </a:lnTo>
                <a:lnTo>
                  <a:pt x="182440" y="59348"/>
                </a:lnTo>
                <a:lnTo>
                  <a:pt x="182440" y="147271"/>
                </a:lnTo>
                <a:lnTo>
                  <a:pt x="270364" y="147271"/>
                </a:lnTo>
                <a:lnTo>
                  <a:pt x="270364" y="340702"/>
                </a:lnTo>
                <a:lnTo>
                  <a:pt x="59348" y="340702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535" name="Google Shape;535;p60"/>
          <p:cNvSpPr/>
          <p:nvPr/>
        </p:nvSpPr>
        <p:spPr>
          <a:xfrm>
            <a:off x="7762355" y="2394753"/>
            <a:ext cx="316523" cy="316523"/>
          </a:xfrm>
          <a:custGeom>
            <a:rect b="b" l="l" r="r" t="t"/>
            <a:pathLst>
              <a:path extrusionOk="0" h="422031" w="422031">
                <a:moveTo>
                  <a:pt x="217610" y="147271"/>
                </a:moveTo>
                <a:cubicBezTo>
                  <a:pt x="178748" y="147271"/>
                  <a:pt x="147271" y="178748"/>
                  <a:pt x="147271" y="217610"/>
                </a:cubicBezTo>
                <a:cubicBezTo>
                  <a:pt x="147271" y="256472"/>
                  <a:pt x="178748" y="287948"/>
                  <a:pt x="217610" y="287948"/>
                </a:cubicBezTo>
                <a:cubicBezTo>
                  <a:pt x="256472" y="287948"/>
                  <a:pt x="287948" y="256472"/>
                  <a:pt x="287948" y="217610"/>
                </a:cubicBezTo>
                <a:cubicBezTo>
                  <a:pt x="287948" y="178748"/>
                  <a:pt x="256472" y="147271"/>
                  <a:pt x="217610" y="147271"/>
                </a:cubicBezTo>
                <a:close/>
                <a:moveTo>
                  <a:pt x="374816" y="200025"/>
                </a:moveTo>
                <a:cubicBezTo>
                  <a:pt x="366727" y="126697"/>
                  <a:pt x="308522" y="68492"/>
                  <a:pt x="235194" y="60403"/>
                </a:cubicBezTo>
                <a:lnTo>
                  <a:pt x="235194" y="24179"/>
                </a:lnTo>
                <a:lnTo>
                  <a:pt x="200025" y="24179"/>
                </a:lnTo>
                <a:lnTo>
                  <a:pt x="200025" y="60403"/>
                </a:lnTo>
                <a:cubicBezTo>
                  <a:pt x="126697" y="68492"/>
                  <a:pt x="68492" y="126697"/>
                  <a:pt x="60403" y="200025"/>
                </a:cubicBezTo>
                <a:lnTo>
                  <a:pt x="24179" y="200025"/>
                </a:lnTo>
                <a:lnTo>
                  <a:pt x="24179" y="235194"/>
                </a:lnTo>
                <a:lnTo>
                  <a:pt x="60403" y="235194"/>
                </a:lnTo>
                <a:cubicBezTo>
                  <a:pt x="68492" y="308522"/>
                  <a:pt x="126697" y="366727"/>
                  <a:pt x="200025" y="374816"/>
                </a:cubicBezTo>
                <a:lnTo>
                  <a:pt x="200025" y="411041"/>
                </a:lnTo>
                <a:lnTo>
                  <a:pt x="235194" y="411041"/>
                </a:lnTo>
                <a:lnTo>
                  <a:pt x="235194" y="374816"/>
                </a:lnTo>
                <a:cubicBezTo>
                  <a:pt x="308522" y="366727"/>
                  <a:pt x="366727" y="308522"/>
                  <a:pt x="374816" y="235194"/>
                </a:cubicBezTo>
                <a:lnTo>
                  <a:pt x="411041" y="235194"/>
                </a:lnTo>
                <a:lnTo>
                  <a:pt x="411041" y="200025"/>
                </a:lnTo>
                <a:lnTo>
                  <a:pt x="374816" y="200025"/>
                </a:lnTo>
                <a:close/>
                <a:moveTo>
                  <a:pt x="217610" y="340702"/>
                </a:moveTo>
                <a:cubicBezTo>
                  <a:pt x="149557" y="340702"/>
                  <a:pt x="94517" y="285662"/>
                  <a:pt x="94517" y="217610"/>
                </a:cubicBezTo>
                <a:cubicBezTo>
                  <a:pt x="94517" y="149557"/>
                  <a:pt x="149557" y="94517"/>
                  <a:pt x="217610" y="94517"/>
                </a:cubicBezTo>
                <a:cubicBezTo>
                  <a:pt x="285662" y="94517"/>
                  <a:pt x="340702" y="149557"/>
                  <a:pt x="340702" y="217610"/>
                </a:cubicBezTo>
                <a:cubicBezTo>
                  <a:pt x="340702" y="285662"/>
                  <a:pt x="285662" y="340702"/>
                  <a:pt x="217610" y="340702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536" name="Google Shape;536;p60"/>
          <p:cNvSpPr/>
          <p:nvPr/>
        </p:nvSpPr>
        <p:spPr>
          <a:xfrm>
            <a:off x="652697" y="2407939"/>
            <a:ext cx="276958" cy="290146"/>
          </a:xfrm>
          <a:custGeom>
            <a:rect b="b" l="l" r="r" t="t"/>
            <a:pathLst>
              <a:path extrusionOk="0" h="386861" w="369277">
                <a:moveTo>
                  <a:pt x="358287" y="270364"/>
                </a:moveTo>
                <a:lnTo>
                  <a:pt x="358287" y="235194"/>
                </a:lnTo>
                <a:lnTo>
                  <a:pt x="217610" y="147271"/>
                </a:lnTo>
                <a:lnTo>
                  <a:pt x="217610" y="50556"/>
                </a:lnTo>
                <a:cubicBezTo>
                  <a:pt x="217610" y="35961"/>
                  <a:pt x="205828" y="24179"/>
                  <a:pt x="191233" y="24179"/>
                </a:cubicBezTo>
                <a:cubicBezTo>
                  <a:pt x="176638" y="24179"/>
                  <a:pt x="164856" y="35961"/>
                  <a:pt x="164856" y="50556"/>
                </a:cubicBezTo>
                <a:lnTo>
                  <a:pt x="164856" y="147271"/>
                </a:lnTo>
                <a:lnTo>
                  <a:pt x="24179" y="235194"/>
                </a:lnTo>
                <a:lnTo>
                  <a:pt x="24179" y="270364"/>
                </a:lnTo>
                <a:lnTo>
                  <a:pt x="164856" y="226402"/>
                </a:lnTo>
                <a:lnTo>
                  <a:pt x="164856" y="323118"/>
                </a:lnTo>
                <a:lnTo>
                  <a:pt x="129687" y="349494"/>
                </a:lnTo>
                <a:lnTo>
                  <a:pt x="129687" y="375871"/>
                </a:lnTo>
                <a:lnTo>
                  <a:pt x="191233" y="358287"/>
                </a:lnTo>
                <a:lnTo>
                  <a:pt x="252779" y="375871"/>
                </a:lnTo>
                <a:lnTo>
                  <a:pt x="252779" y="349494"/>
                </a:lnTo>
                <a:lnTo>
                  <a:pt x="217610" y="323118"/>
                </a:lnTo>
                <a:lnTo>
                  <a:pt x="217610" y="226402"/>
                </a:lnTo>
                <a:lnTo>
                  <a:pt x="358287" y="270364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537" name="Google Shape;537;p60"/>
          <p:cNvSpPr/>
          <p:nvPr/>
        </p:nvSpPr>
        <p:spPr>
          <a:xfrm>
            <a:off x="2588954" y="2407958"/>
            <a:ext cx="237392" cy="237392"/>
          </a:xfrm>
          <a:custGeom>
            <a:rect b="b" l="l" r="r" t="t"/>
            <a:pathLst>
              <a:path extrusionOk="0" h="316523" w="316523">
                <a:moveTo>
                  <a:pt x="164856" y="59348"/>
                </a:moveTo>
                <a:cubicBezTo>
                  <a:pt x="184199" y="59348"/>
                  <a:pt x="200025" y="75174"/>
                  <a:pt x="200025" y="94517"/>
                </a:cubicBezTo>
                <a:cubicBezTo>
                  <a:pt x="200025" y="113860"/>
                  <a:pt x="184199" y="129687"/>
                  <a:pt x="164856" y="129687"/>
                </a:cubicBezTo>
                <a:cubicBezTo>
                  <a:pt x="145513" y="129687"/>
                  <a:pt x="129687" y="113860"/>
                  <a:pt x="129687" y="94517"/>
                </a:cubicBezTo>
                <a:cubicBezTo>
                  <a:pt x="129687" y="75174"/>
                  <a:pt x="145513" y="59348"/>
                  <a:pt x="164856" y="59348"/>
                </a:cubicBezTo>
                <a:moveTo>
                  <a:pt x="164856" y="235194"/>
                </a:moveTo>
                <a:cubicBezTo>
                  <a:pt x="212334" y="235194"/>
                  <a:pt x="266847" y="257879"/>
                  <a:pt x="270364" y="270364"/>
                </a:cubicBezTo>
                <a:lnTo>
                  <a:pt x="59348" y="270364"/>
                </a:lnTo>
                <a:cubicBezTo>
                  <a:pt x="63393" y="257703"/>
                  <a:pt x="117553" y="235194"/>
                  <a:pt x="164856" y="235194"/>
                </a:cubicBezTo>
                <a:moveTo>
                  <a:pt x="164856" y="24179"/>
                </a:moveTo>
                <a:cubicBezTo>
                  <a:pt x="125994" y="24179"/>
                  <a:pt x="94517" y="55655"/>
                  <a:pt x="94517" y="94517"/>
                </a:cubicBezTo>
                <a:cubicBezTo>
                  <a:pt x="94517" y="133379"/>
                  <a:pt x="125994" y="164856"/>
                  <a:pt x="164856" y="164856"/>
                </a:cubicBezTo>
                <a:cubicBezTo>
                  <a:pt x="203718" y="164856"/>
                  <a:pt x="235194" y="133379"/>
                  <a:pt x="235194" y="94517"/>
                </a:cubicBezTo>
                <a:cubicBezTo>
                  <a:pt x="235194" y="55655"/>
                  <a:pt x="203718" y="24179"/>
                  <a:pt x="164856" y="24179"/>
                </a:cubicBezTo>
                <a:close/>
                <a:moveTo>
                  <a:pt x="164856" y="200025"/>
                </a:moveTo>
                <a:cubicBezTo>
                  <a:pt x="117905" y="200025"/>
                  <a:pt x="24179" y="223589"/>
                  <a:pt x="24179" y="270364"/>
                </a:cubicBezTo>
                <a:lnTo>
                  <a:pt x="24179" y="305533"/>
                </a:lnTo>
                <a:lnTo>
                  <a:pt x="305533" y="305533"/>
                </a:lnTo>
                <a:lnTo>
                  <a:pt x="305533" y="270364"/>
                </a:lnTo>
                <a:cubicBezTo>
                  <a:pt x="305533" y="223589"/>
                  <a:pt x="211807" y="200025"/>
                  <a:pt x="164856" y="200025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538" name="Google Shape;538;p60"/>
          <p:cNvSpPr/>
          <p:nvPr/>
        </p:nvSpPr>
        <p:spPr>
          <a:xfrm>
            <a:off x="6082177" y="2447504"/>
            <a:ext cx="290146" cy="211015"/>
          </a:xfrm>
          <a:custGeom>
            <a:rect b="b" l="l" r="r" t="t"/>
            <a:pathLst>
              <a:path extrusionOk="0" h="281354" w="386861">
                <a:moveTo>
                  <a:pt x="147271" y="178044"/>
                </a:moveTo>
                <a:cubicBezTo>
                  <a:pt x="106123" y="178044"/>
                  <a:pt x="24179" y="198618"/>
                  <a:pt x="24179" y="239591"/>
                </a:cubicBezTo>
                <a:lnTo>
                  <a:pt x="24179" y="270364"/>
                </a:lnTo>
                <a:lnTo>
                  <a:pt x="270364" y="270364"/>
                </a:lnTo>
                <a:lnTo>
                  <a:pt x="270364" y="239591"/>
                </a:lnTo>
                <a:cubicBezTo>
                  <a:pt x="270364" y="198618"/>
                  <a:pt x="188419" y="178044"/>
                  <a:pt x="147271" y="178044"/>
                </a:cubicBezTo>
                <a:close/>
                <a:moveTo>
                  <a:pt x="65327" y="235194"/>
                </a:moveTo>
                <a:cubicBezTo>
                  <a:pt x="80098" y="224995"/>
                  <a:pt x="115795" y="213214"/>
                  <a:pt x="147271" y="213214"/>
                </a:cubicBezTo>
                <a:cubicBezTo>
                  <a:pt x="178748" y="213214"/>
                  <a:pt x="214445" y="224995"/>
                  <a:pt x="229216" y="235194"/>
                </a:cubicBezTo>
                <a:lnTo>
                  <a:pt x="65327" y="235194"/>
                </a:lnTo>
                <a:close/>
                <a:moveTo>
                  <a:pt x="147271" y="147271"/>
                </a:moveTo>
                <a:cubicBezTo>
                  <a:pt x="181210" y="147271"/>
                  <a:pt x="208817" y="119663"/>
                  <a:pt x="208817" y="85725"/>
                </a:cubicBezTo>
                <a:cubicBezTo>
                  <a:pt x="208817" y="51787"/>
                  <a:pt x="181210" y="24179"/>
                  <a:pt x="147271" y="24179"/>
                </a:cubicBezTo>
                <a:cubicBezTo>
                  <a:pt x="113333" y="24179"/>
                  <a:pt x="85725" y="51787"/>
                  <a:pt x="85725" y="85725"/>
                </a:cubicBezTo>
                <a:cubicBezTo>
                  <a:pt x="85725" y="119663"/>
                  <a:pt x="113333" y="147271"/>
                  <a:pt x="147271" y="147271"/>
                </a:cubicBezTo>
                <a:close/>
                <a:moveTo>
                  <a:pt x="147271" y="59348"/>
                </a:moveTo>
                <a:cubicBezTo>
                  <a:pt x="161866" y="59348"/>
                  <a:pt x="173648" y="71130"/>
                  <a:pt x="173648" y="85725"/>
                </a:cubicBezTo>
                <a:cubicBezTo>
                  <a:pt x="173648" y="100320"/>
                  <a:pt x="161866" y="112102"/>
                  <a:pt x="147271" y="112102"/>
                </a:cubicBezTo>
                <a:cubicBezTo>
                  <a:pt x="132676" y="112102"/>
                  <a:pt x="120894" y="100320"/>
                  <a:pt x="120894" y="85725"/>
                </a:cubicBezTo>
                <a:cubicBezTo>
                  <a:pt x="120894" y="71130"/>
                  <a:pt x="132676" y="59348"/>
                  <a:pt x="147271" y="59348"/>
                </a:cubicBezTo>
                <a:close/>
                <a:moveTo>
                  <a:pt x="271067" y="179099"/>
                </a:moveTo>
                <a:cubicBezTo>
                  <a:pt x="291465" y="193870"/>
                  <a:pt x="305533" y="213565"/>
                  <a:pt x="305533" y="239591"/>
                </a:cubicBezTo>
                <a:lnTo>
                  <a:pt x="305533" y="270364"/>
                </a:lnTo>
                <a:lnTo>
                  <a:pt x="375871" y="270364"/>
                </a:lnTo>
                <a:lnTo>
                  <a:pt x="375871" y="239591"/>
                </a:lnTo>
                <a:cubicBezTo>
                  <a:pt x="375871" y="204070"/>
                  <a:pt x="314325" y="183847"/>
                  <a:pt x="271067" y="179099"/>
                </a:cubicBezTo>
                <a:close/>
                <a:moveTo>
                  <a:pt x="252779" y="147271"/>
                </a:moveTo>
                <a:cubicBezTo>
                  <a:pt x="286717" y="147271"/>
                  <a:pt x="314325" y="119663"/>
                  <a:pt x="314325" y="85725"/>
                </a:cubicBezTo>
                <a:cubicBezTo>
                  <a:pt x="314325" y="51787"/>
                  <a:pt x="286717" y="24179"/>
                  <a:pt x="252779" y="24179"/>
                </a:cubicBezTo>
                <a:cubicBezTo>
                  <a:pt x="243283" y="24179"/>
                  <a:pt x="234491" y="26465"/>
                  <a:pt x="226402" y="30333"/>
                </a:cubicBezTo>
                <a:cubicBezTo>
                  <a:pt x="237480" y="45984"/>
                  <a:pt x="243987" y="65151"/>
                  <a:pt x="243987" y="85725"/>
                </a:cubicBezTo>
                <a:cubicBezTo>
                  <a:pt x="243987" y="106299"/>
                  <a:pt x="237480" y="125466"/>
                  <a:pt x="226402" y="141117"/>
                </a:cubicBezTo>
                <a:cubicBezTo>
                  <a:pt x="234491" y="144985"/>
                  <a:pt x="243283" y="147271"/>
                  <a:pt x="252779" y="14727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539" name="Google Shape;539;p60"/>
          <p:cNvSpPr txBox="1"/>
          <p:nvPr>
            <p:ph idx="6" type="body"/>
          </p:nvPr>
        </p:nvSpPr>
        <p:spPr>
          <a:xfrm>
            <a:off x="4280300" y="3425800"/>
            <a:ext cx="1744500" cy="4287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fr" sz="1000">
                <a:solidFill>
                  <a:schemeClr val="dk1"/>
                </a:solidFill>
              </a:rPr>
              <a:t>Suivi individuel et collectif des candidats</a:t>
            </a:r>
            <a:endParaRPr sz="10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3" name="Shape 5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4" name="Google Shape;544;p61"/>
          <p:cNvSpPr txBox="1"/>
          <p:nvPr>
            <p:ph idx="1" type="body"/>
          </p:nvPr>
        </p:nvSpPr>
        <p:spPr>
          <a:xfrm>
            <a:off x="503039" y="6248"/>
            <a:ext cx="8568900" cy="304200"/>
          </a:xfrm>
          <a:prstGeom prst="rect">
            <a:avLst/>
          </a:prstGeom>
        </p:spPr>
        <p:txBody>
          <a:bodyPr anchorCtr="0" anchor="ctr" bIns="0" lIns="68575" spcFirstLastPara="1" rIns="68575" wrap="square" tIns="0">
            <a:no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fr"/>
              <a:t>PARCOURS CANDIDAT</a:t>
            </a:r>
            <a:endParaRPr/>
          </a:p>
        </p:txBody>
      </p:sp>
      <p:sp>
        <p:nvSpPr>
          <p:cNvPr id="545" name="Google Shape;545;p61"/>
          <p:cNvSpPr txBox="1"/>
          <p:nvPr>
            <p:ph idx="2" type="body"/>
          </p:nvPr>
        </p:nvSpPr>
        <p:spPr>
          <a:xfrm>
            <a:off x="502541" y="360587"/>
            <a:ext cx="8569500" cy="3261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fr"/>
              <a:t>Un parcours simple, balisé, efficace</a:t>
            </a:r>
            <a:endParaRPr/>
          </a:p>
        </p:txBody>
      </p:sp>
      <p:sp>
        <p:nvSpPr>
          <p:cNvPr id="546" name="Google Shape;546;p61"/>
          <p:cNvSpPr txBox="1"/>
          <p:nvPr>
            <p:ph idx="3" type="subTitle"/>
          </p:nvPr>
        </p:nvSpPr>
        <p:spPr>
          <a:xfrm>
            <a:off x="521600" y="2935300"/>
            <a:ext cx="1744500" cy="3165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fr">
                <a:solidFill>
                  <a:srgbClr val="1041BE"/>
                </a:solidFill>
              </a:rPr>
              <a:t>Lancement projet collectif</a:t>
            </a:r>
            <a:endParaRPr>
              <a:solidFill>
                <a:srgbClr val="1041BE"/>
              </a:solidFill>
            </a:endParaRPr>
          </a:p>
        </p:txBody>
      </p:sp>
      <p:sp>
        <p:nvSpPr>
          <p:cNvPr id="547" name="Google Shape;547;p61"/>
          <p:cNvSpPr txBox="1"/>
          <p:nvPr>
            <p:ph idx="5" type="subTitle"/>
          </p:nvPr>
        </p:nvSpPr>
        <p:spPr>
          <a:xfrm>
            <a:off x="1924775" y="1457475"/>
            <a:ext cx="2034600" cy="3261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fr">
                <a:solidFill>
                  <a:srgbClr val="1041BE"/>
                </a:solidFill>
              </a:rPr>
              <a:t>Appel à candidature</a:t>
            </a:r>
            <a:endParaRPr>
              <a:solidFill>
                <a:srgbClr val="1041BE"/>
              </a:solidFill>
            </a:endParaRPr>
          </a:p>
        </p:txBody>
      </p:sp>
      <p:sp>
        <p:nvSpPr>
          <p:cNvPr id="548" name="Google Shape;548;p61"/>
          <p:cNvSpPr txBox="1"/>
          <p:nvPr>
            <p:ph idx="7" type="subTitle"/>
          </p:nvPr>
        </p:nvSpPr>
        <p:spPr>
          <a:xfrm>
            <a:off x="6202425" y="2930600"/>
            <a:ext cx="1744500" cy="9525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fr">
                <a:solidFill>
                  <a:srgbClr val="1041BE"/>
                </a:solidFill>
              </a:rPr>
              <a:t>Accompagnement personnalisé</a:t>
            </a:r>
            <a:endParaRPr>
              <a:solidFill>
                <a:srgbClr val="1041BE"/>
              </a:solidFill>
            </a:endParaRPr>
          </a:p>
        </p:txBody>
      </p:sp>
      <p:sp>
        <p:nvSpPr>
          <p:cNvPr id="549" name="Google Shape;549;p61"/>
          <p:cNvSpPr txBox="1"/>
          <p:nvPr>
            <p:ph idx="9" type="subTitle"/>
          </p:nvPr>
        </p:nvSpPr>
        <p:spPr>
          <a:xfrm>
            <a:off x="4776550" y="1457475"/>
            <a:ext cx="1921800" cy="3261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fr">
                <a:solidFill>
                  <a:srgbClr val="1041BE"/>
                </a:solidFill>
              </a:rPr>
              <a:t>Dépôt dossier et jury</a:t>
            </a:r>
            <a:endParaRPr>
              <a:solidFill>
                <a:srgbClr val="1041BE"/>
              </a:solidFill>
            </a:endParaRPr>
          </a:p>
        </p:txBody>
      </p:sp>
      <p:sp>
        <p:nvSpPr>
          <p:cNvPr id="550" name="Google Shape;550;p61"/>
          <p:cNvSpPr txBox="1"/>
          <p:nvPr>
            <p:ph idx="14" type="subTitle"/>
          </p:nvPr>
        </p:nvSpPr>
        <p:spPr>
          <a:xfrm>
            <a:off x="7353175" y="1457475"/>
            <a:ext cx="2066700" cy="2901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fr">
                <a:solidFill>
                  <a:srgbClr val="1041BE"/>
                </a:solidFill>
              </a:rPr>
              <a:t>Certification obtenue</a:t>
            </a:r>
            <a:endParaRPr>
              <a:solidFill>
                <a:srgbClr val="1041BE"/>
              </a:solidFill>
            </a:endParaRPr>
          </a:p>
        </p:txBody>
      </p:sp>
      <p:pic>
        <p:nvPicPr>
          <p:cNvPr id="551" name="Google Shape;551;p61" title="losange bleu roi fvae@2x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26855" y="2311150"/>
            <a:ext cx="432200" cy="483723"/>
          </a:xfrm>
          <a:prstGeom prst="rect">
            <a:avLst/>
          </a:prstGeom>
          <a:noFill/>
          <a:ln>
            <a:noFill/>
          </a:ln>
        </p:spPr>
      </p:pic>
      <p:pic>
        <p:nvPicPr>
          <p:cNvPr id="552" name="Google Shape;552;p61" title="losange bleu roi fvae@2x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52745" y="2311150"/>
            <a:ext cx="432200" cy="483723"/>
          </a:xfrm>
          <a:prstGeom prst="rect">
            <a:avLst/>
          </a:prstGeom>
          <a:noFill/>
          <a:ln>
            <a:noFill/>
          </a:ln>
        </p:spPr>
      </p:pic>
      <p:pic>
        <p:nvPicPr>
          <p:cNvPr id="553" name="Google Shape;553;p61" title="losange bleu roi fvae@2x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78635" y="2311150"/>
            <a:ext cx="432200" cy="483723"/>
          </a:xfrm>
          <a:prstGeom prst="rect">
            <a:avLst/>
          </a:prstGeom>
          <a:noFill/>
          <a:ln>
            <a:noFill/>
          </a:ln>
        </p:spPr>
      </p:pic>
      <p:pic>
        <p:nvPicPr>
          <p:cNvPr id="554" name="Google Shape;554;p61" title="losange bleu roi fvae@2x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704525" y="2311150"/>
            <a:ext cx="432200" cy="483723"/>
          </a:xfrm>
          <a:prstGeom prst="rect">
            <a:avLst/>
          </a:prstGeom>
          <a:noFill/>
          <a:ln>
            <a:noFill/>
          </a:ln>
        </p:spPr>
      </p:pic>
      <p:sp>
        <p:nvSpPr>
          <p:cNvPr id="555" name="Google Shape;555;p61"/>
          <p:cNvSpPr txBox="1"/>
          <p:nvPr>
            <p:ph idx="3" type="subTitle"/>
          </p:nvPr>
        </p:nvSpPr>
        <p:spPr>
          <a:xfrm>
            <a:off x="521600" y="3372250"/>
            <a:ext cx="1744500" cy="6342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fr" sz="1000"/>
              <a:t>Définition des objectifs, des certifications visées et typologie d’emplois ciblés.</a:t>
            </a:r>
            <a:endParaRPr sz="1000"/>
          </a:p>
        </p:txBody>
      </p:sp>
      <p:sp>
        <p:nvSpPr>
          <p:cNvPr id="556" name="Google Shape;556;p61"/>
          <p:cNvSpPr txBox="1"/>
          <p:nvPr>
            <p:ph idx="6" type="body"/>
          </p:nvPr>
        </p:nvSpPr>
        <p:spPr>
          <a:xfrm>
            <a:off x="1924775" y="1740975"/>
            <a:ext cx="1744500" cy="4287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fr" sz="1000">
                <a:solidFill>
                  <a:schemeClr val="dk1"/>
                </a:solidFill>
              </a:rPr>
              <a:t>de vos salariés sur base du volontariat</a:t>
            </a:r>
            <a:endParaRPr sz="1000">
              <a:solidFill>
                <a:schemeClr val="dk1"/>
              </a:solidFill>
            </a:endParaRPr>
          </a:p>
        </p:txBody>
      </p:sp>
      <p:sp>
        <p:nvSpPr>
          <p:cNvPr id="557" name="Google Shape;557;p61"/>
          <p:cNvSpPr txBox="1"/>
          <p:nvPr>
            <p:ph idx="8" type="body"/>
          </p:nvPr>
        </p:nvSpPr>
        <p:spPr>
          <a:xfrm>
            <a:off x="4776550" y="1740975"/>
            <a:ext cx="1744500" cy="3261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fr" sz="1000">
                <a:solidFill>
                  <a:schemeClr val="dk1"/>
                </a:solidFill>
              </a:rPr>
              <a:t>Évaluation des compétences acquises.</a:t>
            </a:r>
            <a:endParaRPr sz="1000">
              <a:solidFill>
                <a:schemeClr val="dk1"/>
              </a:solidFill>
            </a:endParaRPr>
          </a:p>
        </p:txBody>
      </p:sp>
      <p:sp>
        <p:nvSpPr>
          <p:cNvPr id="558" name="Google Shape;558;p61"/>
          <p:cNvSpPr txBox="1"/>
          <p:nvPr>
            <p:ph idx="3" type="subTitle"/>
          </p:nvPr>
        </p:nvSpPr>
        <p:spPr>
          <a:xfrm>
            <a:off x="7353175" y="1740975"/>
            <a:ext cx="1744500" cy="6342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fr" sz="1000"/>
              <a:t>Reconnaissance officielle des compétences.</a:t>
            </a:r>
            <a:endParaRPr sz="1000"/>
          </a:p>
        </p:txBody>
      </p:sp>
      <p:pic>
        <p:nvPicPr>
          <p:cNvPr id="559" name="Google Shape;559;p61" title="losange bleu roi fvae@2x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5075" y="2311150"/>
            <a:ext cx="432200" cy="483723"/>
          </a:xfrm>
          <a:prstGeom prst="rect">
            <a:avLst/>
          </a:prstGeom>
          <a:noFill/>
          <a:ln>
            <a:noFill/>
          </a:ln>
        </p:spPr>
      </p:pic>
      <p:sp>
        <p:nvSpPr>
          <p:cNvPr id="560" name="Google Shape;560;p61"/>
          <p:cNvSpPr/>
          <p:nvPr/>
        </p:nvSpPr>
        <p:spPr>
          <a:xfrm>
            <a:off x="4950149" y="2407939"/>
            <a:ext cx="237392" cy="290146"/>
          </a:xfrm>
          <a:custGeom>
            <a:rect b="b" l="l" r="r" t="t"/>
            <a:pathLst>
              <a:path extrusionOk="0" h="386861" w="316523">
                <a:moveTo>
                  <a:pt x="200025" y="24179"/>
                </a:moveTo>
                <a:lnTo>
                  <a:pt x="59348" y="24179"/>
                </a:lnTo>
                <a:cubicBezTo>
                  <a:pt x="40005" y="24179"/>
                  <a:pt x="24355" y="40005"/>
                  <a:pt x="24355" y="59348"/>
                </a:cubicBezTo>
                <a:lnTo>
                  <a:pt x="24179" y="340702"/>
                </a:lnTo>
                <a:cubicBezTo>
                  <a:pt x="24179" y="360045"/>
                  <a:pt x="39829" y="375871"/>
                  <a:pt x="59172" y="375871"/>
                </a:cubicBezTo>
                <a:lnTo>
                  <a:pt x="270364" y="375871"/>
                </a:lnTo>
                <a:cubicBezTo>
                  <a:pt x="289707" y="375871"/>
                  <a:pt x="305533" y="360045"/>
                  <a:pt x="305533" y="340702"/>
                </a:cubicBezTo>
                <a:lnTo>
                  <a:pt x="305533" y="129687"/>
                </a:lnTo>
                <a:lnTo>
                  <a:pt x="200025" y="24179"/>
                </a:lnTo>
                <a:close/>
                <a:moveTo>
                  <a:pt x="59348" y="340702"/>
                </a:moveTo>
                <a:lnTo>
                  <a:pt x="59348" y="59348"/>
                </a:lnTo>
                <a:lnTo>
                  <a:pt x="182440" y="59348"/>
                </a:lnTo>
                <a:lnTo>
                  <a:pt x="182440" y="147271"/>
                </a:lnTo>
                <a:lnTo>
                  <a:pt x="270364" y="147271"/>
                </a:lnTo>
                <a:lnTo>
                  <a:pt x="270364" y="340702"/>
                </a:lnTo>
                <a:lnTo>
                  <a:pt x="59348" y="340702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561" name="Google Shape;561;p61"/>
          <p:cNvSpPr/>
          <p:nvPr/>
        </p:nvSpPr>
        <p:spPr>
          <a:xfrm>
            <a:off x="7762355" y="2394753"/>
            <a:ext cx="316523" cy="316523"/>
          </a:xfrm>
          <a:custGeom>
            <a:rect b="b" l="l" r="r" t="t"/>
            <a:pathLst>
              <a:path extrusionOk="0" h="422031" w="422031">
                <a:moveTo>
                  <a:pt x="217610" y="147271"/>
                </a:moveTo>
                <a:cubicBezTo>
                  <a:pt x="178748" y="147271"/>
                  <a:pt x="147271" y="178748"/>
                  <a:pt x="147271" y="217610"/>
                </a:cubicBezTo>
                <a:cubicBezTo>
                  <a:pt x="147271" y="256472"/>
                  <a:pt x="178748" y="287948"/>
                  <a:pt x="217610" y="287948"/>
                </a:cubicBezTo>
                <a:cubicBezTo>
                  <a:pt x="256472" y="287948"/>
                  <a:pt x="287948" y="256472"/>
                  <a:pt x="287948" y="217610"/>
                </a:cubicBezTo>
                <a:cubicBezTo>
                  <a:pt x="287948" y="178748"/>
                  <a:pt x="256472" y="147271"/>
                  <a:pt x="217610" y="147271"/>
                </a:cubicBezTo>
                <a:close/>
                <a:moveTo>
                  <a:pt x="374816" y="200025"/>
                </a:moveTo>
                <a:cubicBezTo>
                  <a:pt x="366727" y="126697"/>
                  <a:pt x="308522" y="68492"/>
                  <a:pt x="235194" y="60403"/>
                </a:cubicBezTo>
                <a:lnTo>
                  <a:pt x="235194" y="24179"/>
                </a:lnTo>
                <a:lnTo>
                  <a:pt x="200025" y="24179"/>
                </a:lnTo>
                <a:lnTo>
                  <a:pt x="200025" y="60403"/>
                </a:lnTo>
                <a:cubicBezTo>
                  <a:pt x="126697" y="68492"/>
                  <a:pt x="68492" y="126697"/>
                  <a:pt x="60403" y="200025"/>
                </a:cubicBezTo>
                <a:lnTo>
                  <a:pt x="24179" y="200025"/>
                </a:lnTo>
                <a:lnTo>
                  <a:pt x="24179" y="235194"/>
                </a:lnTo>
                <a:lnTo>
                  <a:pt x="60403" y="235194"/>
                </a:lnTo>
                <a:cubicBezTo>
                  <a:pt x="68492" y="308522"/>
                  <a:pt x="126697" y="366727"/>
                  <a:pt x="200025" y="374816"/>
                </a:cubicBezTo>
                <a:lnTo>
                  <a:pt x="200025" y="411041"/>
                </a:lnTo>
                <a:lnTo>
                  <a:pt x="235194" y="411041"/>
                </a:lnTo>
                <a:lnTo>
                  <a:pt x="235194" y="374816"/>
                </a:lnTo>
                <a:cubicBezTo>
                  <a:pt x="308522" y="366727"/>
                  <a:pt x="366727" y="308522"/>
                  <a:pt x="374816" y="235194"/>
                </a:cubicBezTo>
                <a:lnTo>
                  <a:pt x="411041" y="235194"/>
                </a:lnTo>
                <a:lnTo>
                  <a:pt x="411041" y="200025"/>
                </a:lnTo>
                <a:lnTo>
                  <a:pt x="374816" y="200025"/>
                </a:lnTo>
                <a:close/>
                <a:moveTo>
                  <a:pt x="217610" y="340702"/>
                </a:moveTo>
                <a:cubicBezTo>
                  <a:pt x="149557" y="340702"/>
                  <a:pt x="94517" y="285662"/>
                  <a:pt x="94517" y="217610"/>
                </a:cubicBezTo>
                <a:cubicBezTo>
                  <a:pt x="94517" y="149557"/>
                  <a:pt x="149557" y="94517"/>
                  <a:pt x="217610" y="94517"/>
                </a:cubicBezTo>
                <a:cubicBezTo>
                  <a:pt x="285662" y="94517"/>
                  <a:pt x="340702" y="149557"/>
                  <a:pt x="340702" y="217610"/>
                </a:cubicBezTo>
                <a:cubicBezTo>
                  <a:pt x="340702" y="285662"/>
                  <a:pt x="285662" y="340702"/>
                  <a:pt x="217610" y="340702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562" name="Google Shape;562;p61"/>
          <p:cNvSpPr/>
          <p:nvPr/>
        </p:nvSpPr>
        <p:spPr>
          <a:xfrm>
            <a:off x="652697" y="2407939"/>
            <a:ext cx="276958" cy="290146"/>
          </a:xfrm>
          <a:custGeom>
            <a:rect b="b" l="l" r="r" t="t"/>
            <a:pathLst>
              <a:path extrusionOk="0" h="386861" w="369277">
                <a:moveTo>
                  <a:pt x="358287" y="270364"/>
                </a:moveTo>
                <a:lnTo>
                  <a:pt x="358287" y="235194"/>
                </a:lnTo>
                <a:lnTo>
                  <a:pt x="217610" y="147271"/>
                </a:lnTo>
                <a:lnTo>
                  <a:pt x="217610" y="50556"/>
                </a:lnTo>
                <a:cubicBezTo>
                  <a:pt x="217610" y="35961"/>
                  <a:pt x="205828" y="24179"/>
                  <a:pt x="191233" y="24179"/>
                </a:cubicBezTo>
                <a:cubicBezTo>
                  <a:pt x="176638" y="24179"/>
                  <a:pt x="164856" y="35961"/>
                  <a:pt x="164856" y="50556"/>
                </a:cubicBezTo>
                <a:lnTo>
                  <a:pt x="164856" y="147271"/>
                </a:lnTo>
                <a:lnTo>
                  <a:pt x="24179" y="235194"/>
                </a:lnTo>
                <a:lnTo>
                  <a:pt x="24179" y="270364"/>
                </a:lnTo>
                <a:lnTo>
                  <a:pt x="164856" y="226402"/>
                </a:lnTo>
                <a:lnTo>
                  <a:pt x="164856" y="323118"/>
                </a:lnTo>
                <a:lnTo>
                  <a:pt x="129687" y="349494"/>
                </a:lnTo>
                <a:lnTo>
                  <a:pt x="129687" y="375871"/>
                </a:lnTo>
                <a:lnTo>
                  <a:pt x="191233" y="358287"/>
                </a:lnTo>
                <a:lnTo>
                  <a:pt x="252779" y="375871"/>
                </a:lnTo>
                <a:lnTo>
                  <a:pt x="252779" y="349494"/>
                </a:lnTo>
                <a:lnTo>
                  <a:pt x="217610" y="323118"/>
                </a:lnTo>
                <a:lnTo>
                  <a:pt x="217610" y="226402"/>
                </a:lnTo>
                <a:lnTo>
                  <a:pt x="358287" y="270364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563" name="Google Shape;563;p61"/>
          <p:cNvSpPr/>
          <p:nvPr/>
        </p:nvSpPr>
        <p:spPr>
          <a:xfrm>
            <a:off x="3512204" y="2407958"/>
            <a:ext cx="237392" cy="237392"/>
          </a:xfrm>
          <a:custGeom>
            <a:rect b="b" l="l" r="r" t="t"/>
            <a:pathLst>
              <a:path extrusionOk="0" h="316523" w="316523">
                <a:moveTo>
                  <a:pt x="164856" y="59348"/>
                </a:moveTo>
                <a:cubicBezTo>
                  <a:pt x="184199" y="59348"/>
                  <a:pt x="200025" y="75174"/>
                  <a:pt x="200025" y="94517"/>
                </a:cubicBezTo>
                <a:cubicBezTo>
                  <a:pt x="200025" y="113860"/>
                  <a:pt x="184199" y="129687"/>
                  <a:pt x="164856" y="129687"/>
                </a:cubicBezTo>
                <a:cubicBezTo>
                  <a:pt x="145513" y="129687"/>
                  <a:pt x="129687" y="113860"/>
                  <a:pt x="129687" y="94517"/>
                </a:cubicBezTo>
                <a:cubicBezTo>
                  <a:pt x="129687" y="75174"/>
                  <a:pt x="145513" y="59348"/>
                  <a:pt x="164856" y="59348"/>
                </a:cubicBezTo>
                <a:moveTo>
                  <a:pt x="164856" y="235194"/>
                </a:moveTo>
                <a:cubicBezTo>
                  <a:pt x="212334" y="235194"/>
                  <a:pt x="266847" y="257879"/>
                  <a:pt x="270364" y="270364"/>
                </a:cubicBezTo>
                <a:lnTo>
                  <a:pt x="59348" y="270364"/>
                </a:lnTo>
                <a:cubicBezTo>
                  <a:pt x="63393" y="257703"/>
                  <a:pt x="117553" y="235194"/>
                  <a:pt x="164856" y="235194"/>
                </a:cubicBezTo>
                <a:moveTo>
                  <a:pt x="164856" y="24179"/>
                </a:moveTo>
                <a:cubicBezTo>
                  <a:pt x="125994" y="24179"/>
                  <a:pt x="94517" y="55655"/>
                  <a:pt x="94517" y="94517"/>
                </a:cubicBezTo>
                <a:cubicBezTo>
                  <a:pt x="94517" y="133379"/>
                  <a:pt x="125994" y="164856"/>
                  <a:pt x="164856" y="164856"/>
                </a:cubicBezTo>
                <a:cubicBezTo>
                  <a:pt x="203718" y="164856"/>
                  <a:pt x="235194" y="133379"/>
                  <a:pt x="235194" y="94517"/>
                </a:cubicBezTo>
                <a:cubicBezTo>
                  <a:pt x="235194" y="55655"/>
                  <a:pt x="203718" y="24179"/>
                  <a:pt x="164856" y="24179"/>
                </a:cubicBezTo>
                <a:close/>
                <a:moveTo>
                  <a:pt x="164856" y="200025"/>
                </a:moveTo>
                <a:cubicBezTo>
                  <a:pt x="117905" y="200025"/>
                  <a:pt x="24179" y="223589"/>
                  <a:pt x="24179" y="270364"/>
                </a:cubicBezTo>
                <a:lnTo>
                  <a:pt x="24179" y="305533"/>
                </a:lnTo>
                <a:lnTo>
                  <a:pt x="305533" y="305533"/>
                </a:lnTo>
                <a:lnTo>
                  <a:pt x="305533" y="270364"/>
                </a:lnTo>
                <a:cubicBezTo>
                  <a:pt x="305533" y="223589"/>
                  <a:pt x="211807" y="200025"/>
                  <a:pt x="164856" y="200025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564" name="Google Shape;564;p61"/>
          <p:cNvSpPr/>
          <p:nvPr/>
        </p:nvSpPr>
        <p:spPr>
          <a:xfrm>
            <a:off x="6349665" y="2447504"/>
            <a:ext cx="290146" cy="211015"/>
          </a:xfrm>
          <a:custGeom>
            <a:rect b="b" l="l" r="r" t="t"/>
            <a:pathLst>
              <a:path extrusionOk="0" h="281354" w="386861">
                <a:moveTo>
                  <a:pt x="147271" y="178044"/>
                </a:moveTo>
                <a:cubicBezTo>
                  <a:pt x="106123" y="178044"/>
                  <a:pt x="24179" y="198618"/>
                  <a:pt x="24179" y="239591"/>
                </a:cubicBezTo>
                <a:lnTo>
                  <a:pt x="24179" y="270364"/>
                </a:lnTo>
                <a:lnTo>
                  <a:pt x="270364" y="270364"/>
                </a:lnTo>
                <a:lnTo>
                  <a:pt x="270364" y="239591"/>
                </a:lnTo>
                <a:cubicBezTo>
                  <a:pt x="270364" y="198618"/>
                  <a:pt x="188419" y="178044"/>
                  <a:pt x="147271" y="178044"/>
                </a:cubicBezTo>
                <a:close/>
                <a:moveTo>
                  <a:pt x="65327" y="235194"/>
                </a:moveTo>
                <a:cubicBezTo>
                  <a:pt x="80098" y="224995"/>
                  <a:pt x="115795" y="213214"/>
                  <a:pt x="147271" y="213214"/>
                </a:cubicBezTo>
                <a:cubicBezTo>
                  <a:pt x="178748" y="213214"/>
                  <a:pt x="214445" y="224995"/>
                  <a:pt x="229216" y="235194"/>
                </a:cubicBezTo>
                <a:lnTo>
                  <a:pt x="65327" y="235194"/>
                </a:lnTo>
                <a:close/>
                <a:moveTo>
                  <a:pt x="147271" y="147271"/>
                </a:moveTo>
                <a:cubicBezTo>
                  <a:pt x="181210" y="147271"/>
                  <a:pt x="208817" y="119663"/>
                  <a:pt x="208817" y="85725"/>
                </a:cubicBezTo>
                <a:cubicBezTo>
                  <a:pt x="208817" y="51787"/>
                  <a:pt x="181210" y="24179"/>
                  <a:pt x="147271" y="24179"/>
                </a:cubicBezTo>
                <a:cubicBezTo>
                  <a:pt x="113333" y="24179"/>
                  <a:pt x="85725" y="51787"/>
                  <a:pt x="85725" y="85725"/>
                </a:cubicBezTo>
                <a:cubicBezTo>
                  <a:pt x="85725" y="119663"/>
                  <a:pt x="113333" y="147271"/>
                  <a:pt x="147271" y="147271"/>
                </a:cubicBezTo>
                <a:close/>
                <a:moveTo>
                  <a:pt x="147271" y="59348"/>
                </a:moveTo>
                <a:cubicBezTo>
                  <a:pt x="161866" y="59348"/>
                  <a:pt x="173648" y="71130"/>
                  <a:pt x="173648" y="85725"/>
                </a:cubicBezTo>
                <a:cubicBezTo>
                  <a:pt x="173648" y="100320"/>
                  <a:pt x="161866" y="112102"/>
                  <a:pt x="147271" y="112102"/>
                </a:cubicBezTo>
                <a:cubicBezTo>
                  <a:pt x="132676" y="112102"/>
                  <a:pt x="120894" y="100320"/>
                  <a:pt x="120894" y="85725"/>
                </a:cubicBezTo>
                <a:cubicBezTo>
                  <a:pt x="120894" y="71130"/>
                  <a:pt x="132676" y="59348"/>
                  <a:pt x="147271" y="59348"/>
                </a:cubicBezTo>
                <a:close/>
                <a:moveTo>
                  <a:pt x="271067" y="179099"/>
                </a:moveTo>
                <a:cubicBezTo>
                  <a:pt x="291465" y="193870"/>
                  <a:pt x="305533" y="213565"/>
                  <a:pt x="305533" y="239591"/>
                </a:cubicBezTo>
                <a:lnTo>
                  <a:pt x="305533" y="270364"/>
                </a:lnTo>
                <a:lnTo>
                  <a:pt x="375871" y="270364"/>
                </a:lnTo>
                <a:lnTo>
                  <a:pt x="375871" y="239591"/>
                </a:lnTo>
                <a:cubicBezTo>
                  <a:pt x="375871" y="204070"/>
                  <a:pt x="314325" y="183847"/>
                  <a:pt x="271067" y="179099"/>
                </a:cubicBezTo>
                <a:close/>
                <a:moveTo>
                  <a:pt x="252779" y="147271"/>
                </a:moveTo>
                <a:cubicBezTo>
                  <a:pt x="286717" y="147271"/>
                  <a:pt x="314325" y="119663"/>
                  <a:pt x="314325" y="85725"/>
                </a:cubicBezTo>
                <a:cubicBezTo>
                  <a:pt x="314325" y="51787"/>
                  <a:pt x="286717" y="24179"/>
                  <a:pt x="252779" y="24179"/>
                </a:cubicBezTo>
                <a:cubicBezTo>
                  <a:pt x="243283" y="24179"/>
                  <a:pt x="234491" y="26465"/>
                  <a:pt x="226402" y="30333"/>
                </a:cubicBezTo>
                <a:cubicBezTo>
                  <a:pt x="237480" y="45984"/>
                  <a:pt x="243987" y="65151"/>
                  <a:pt x="243987" y="85725"/>
                </a:cubicBezTo>
                <a:cubicBezTo>
                  <a:pt x="243987" y="106299"/>
                  <a:pt x="237480" y="125466"/>
                  <a:pt x="226402" y="141117"/>
                </a:cubicBezTo>
                <a:cubicBezTo>
                  <a:pt x="234491" y="144985"/>
                  <a:pt x="243283" y="147271"/>
                  <a:pt x="252779" y="14727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565" name="Google Shape;565;p61"/>
          <p:cNvSpPr txBox="1"/>
          <p:nvPr>
            <p:ph idx="6" type="body"/>
          </p:nvPr>
        </p:nvSpPr>
        <p:spPr>
          <a:xfrm>
            <a:off x="6202425" y="3366500"/>
            <a:ext cx="1744500" cy="4287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fr" sz="1000">
                <a:solidFill>
                  <a:schemeClr val="dk1"/>
                </a:solidFill>
              </a:rPr>
              <a:t>Suivi individuel et collectif des candidats</a:t>
            </a:r>
            <a:endParaRPr sz="1000">
              <a:solidFill>
                <a:schemeClr val="dk1"/>
              </a:solidFill>
            </a:endParaRPr>
          </a:p>
        </p:txBody>
      </p:sp>
      <p:pic>
        <p:nvPicPr>
          <p:cNvPr id="566" name="Google Shape;566;p61" title="losange bleu roi fvae@2x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00965" y="2311150"/>
            <a:ext cx="432200" cy="483723"/>
          </a:xfrm>
          <a:prstGeom prst="rect">
            <a:avLst/>
          </a:prstGeom>
          <a:noFill/>
          <a:ln>
            <a:noFill/>
          </a:ln>
        </p:spPr>
      </p:pic>
      <p:sp>
        <p:nvSpPr>
          <p:cNvPr id="567" name="Google Shape;567;p61"/>
          <p:cNvSpPr/>
          <p:nvPr/>
        </p:nvSpPr>
        <p:spPr>
          <a:xfrm>
            <a:off x="2071992" y="2433279"/>
            <a:ext cx="290146" cy="276958"/>
          </a:xfrm>
          <a:custGeom>
            <a:rect b="b" l="l" r="r" t="t"/>
            <a:pathLst>
              <a:path extrusionOk="0" h="369277" w="386861">
                <a:moveTo>
                  <a:pt x="279156" y="24179"/>
                </a:moveTo>
                <a:cubicBezTo>
                  <a:pt x="248559" y="24179"/>
                  <a:pt x="219192" y="38422"/>
                  <a:pt x="200025" y="60931"/>
                </a:cubicBezTo>
                <a:cubicBezTo>
                  <a:pt x="180858" y="38422"/>
                  <a:pt x="151492" y="24179"/>
                  <a:pt x="120894" y="24179"/>
                </a:cubicBezTo>
                <a:cubicBezTo>
                  <a:pt x="66734" y="24179"/>
                  <a:pt x="24179" y="66734"/>
                  <a:pt x="24179" y="120894"/>
                </a:cubicBezTo>
                <a:cubicBezTo>
                  <a:pt x="24179" y="187364"/>
                  <a:pt x="83967" y="241525"/>
                  <a:pt x="174527" y="323821"/>
                </a:cubicBezTo>
                <a:lnTo>
                  <a:pt x="200025" y="346857"/>
                </a:lnTo>
                <a:lnTo>
                  <a:pt x="225523" y="323645"/>
                </a:lnTo>
                <a:cubicBezTo>
                  <a:pt x="316084" y="241525"/>
                  <a:pt x="375871" y="187364"/>
                  <a:pt x="375871" y="120894"/>
                </a:cubicBezTo>
                <a:cubicBezTo>
                  <a:pt x="375871" y="66734"/>
                  <a:pt x="333317" y="24179"/>
                  <a:pt x="279156" y="24179"/>
                </a:cubicBezTo>
                <a:close/>
                <a:moveTo>
                  <a:pt x="201784" y="297620"/>
                </a:moveTo>
                <a:lnTo>
                  <a:pt x="200025" y="299378"/>
                </a:lnTo>
                <a:lnTo>
                  <a:pt x="198267" y="297620"/>
                </a:lnTo>
                <a:cubicBezTo>
                  <a:pt x="114564" y="221830"/>
                  <a:pt x="59348" y="171714"/>
                  <a:pt x="59348" y="120894"/>
                </a:cubicBezTo>
                <a:cubicBezTo>
                  <a:pt x="59348" y="85725"/>
                  <a:pt x="85725" y="59348"/>
                  <a:pt x="120894" y="59348"/>
                </a:cubicBezTo>
                <a:cubicBezTo>
                  <a:pt x="147975" y="59348"/>
                  <a:pt x="174352" y="76757"/>
                  <a:pt x="183671" y="100848"/>
                </a:cubicBezTo>
                <a:lnTo>
                  <a:pt x="216555" y="100848"/>
                </a:lnTo>
                <a:cubicBezTo>
                  <a:pt x="225699" y="76757"/>
                  <a:pt x="252076" y="59348"/>
                  <a:pt x="279156" y="59348"/>
                </a:cubicBezTo>
                <a:cubicBezTo>
                  <a:pt x="314325" y="59348"/>
                  <a:pt x="340702" y="85725"/>
                  <a:pt x="340702" y="120894"/>
                </a:cubicBezTo>
                <a:cubicBezTo>
                  <a:pt x="340702" y="171714"/>
                  <a:pt x="285486" y="221830"/>
                  <a:pt x="201784" y="29762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182759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568" name="Google Shape;568;p61"/>
          <p:cNvSpPr txBox="1"/>
          <p:nvPr>
            <p:ph idx="5" type="subTitle"/>
          </p:nvPr>
        </p:nvSpPr>
        <p:spPr>
          <a:xfrm>
            <a:off x="3338600" y="2936350"/>
            <a:ext cx="2034600" cy="3261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fr">
                <a:solidFill>
                  <a:srgbClr val="1041BE"/>
                </a:solidFill>
              </a:rPr>
              <a:t>Inscription des salariés</a:t>
            </a:r>
            <a:endParaRPr>
              <a:solidFill>
                <a:srgbClr val="1041BE"/>
              </a:solidFill>
            </a:endParaRPr>
          </a:p>
        </p:txBody>
      </p:sp>
      <p:sp>
        <p:nvSpPr>
          <p:cNvPr id="569" name="Google Shape;569;p61"/>
          <p:cNvSpPr txBox="1"/>
          <p:nvPr>
            <p:ph idx="6" type="body"/>
          </p:nvPr>
        </p:nvSpPr>
        <p:spPr>
          <a:xfrm>
            <a:off x="3338600" y="3219850"/>
            <a:ext cx="1744500" cy="4287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fr" sz="1000">
                <a:solidFill>
                  <a:schemeClr val="dk1"/>
                </a:solidFill>
              </a:rPr>
              <a:t>Via un lien ou code dédié à votre entreprise.</a:t>
            </a:r>
            <a:endParaRPr sz="10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3" name="Shape 5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4" name="Google Shape;574;p62"/>
          <p:cNvSpPr txBox="1"/>
          <p:nvPr>
            <p:ph idx="2" type="body"/>
          </p:nvPr>
        </p:nvSpPr>
        <p:spPr>
          <a:xfrm>
            <a:off x="502542" y="380901"/>
            <a:ext cx="2523000" cy="2682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1" lang="fr" sz="2300">
                <a:latin typeface="Roboto"/>
                <a:ea typeface="Roboto"/>
                <a:cs typeface="Roboto"/>
                <a:sym typeface="Roboto"/>
              </a:rPr>
              <a:t>Un portail pour piloter vos actions VAE</a:t>
            </a:r>
            <a:endParaRPr b="1" sz="2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75" name="Google Shape;575;p62"/>
          <p:cNvSpPr txBox="1"/>
          <p:nvPr>
            <p:ph idx="4" type="body"/>
          </p:nvPr>
        </p:nvSpPr>
        <p:spPr>
          <a:xfrm>
            <a:off x="503039" y="6248"/>
            <a:ext cx="8568900" cy="304200"/>
          </a:xfrm>
          <a:prstGeom prst="rect">
            <a:avLst/>
          </a:prstGeom>
        </p:spPr>
        <p:txBody>
          <a:bodyPr anchorCtr="0" anchor="ctr" bIns="0" lIns="68575" spcFirstLastPara="1" rIns="68575" wrap="square" tIns="0">
            <a:norm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576" name="Google Shape;576;p62" title="interface commanditaires cible@2x.png"/>
          <p:cNvPicPr preferRelativeResize="0"/>
          <p:nvPr>
            <p:ph idx="5" type="pic"/>
          </p:nvPr>
        </p:nvPicPr>
        <p:blipFill rotWithShape="1">
          <a:blip r:embed="rId4">
            <a:alphaModFix/>
          </a:blip>
          <a:srcRect b="0" l="475" r="475" t="0"/>
          <a:stretch/>
        </p:blipFill>
        <p:spPr>
          <a:xfrm>
            <a:off x="3703179" y="873140"/>
            <a:ext cx="5419199" cy="3077100"/>
          </a:xfrm>
          <a:prstGeom prst="rect">
            <a:avLst/>
          </a:prstGeom>
        </p:spPr>
      </p:pic>
      <p:sp>
        <p:nvSpPr>
          <p:cNvPr id="577" name="Google Shape;577;p62"/>
          <p:cNvSpPr txBox="1"/>
          <p:nvPr>
            <p:ph idx="2" type="body"/>
          </p:nvPr>
        </p:nvSpPr>
        <p:spPr>
          <a:xfrm>
            <a:off x="502560" y="1641975"/>
            <a:ext cx="5325600" cy="3042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fr" sz="1600"/>
              <a:t>Espace dédié</a:t>
            </a:r>
            <a:endParaRPr sz="1600"/>
          </a:p>
        </p:txBody>
      </p:sp>
      <p:sp>
        <p:nvSpPr>
          <p:cNvPr id="578" name="Google Shape;578;p62"/>
          <p:cNvSpPr txBox="1"/>
          <p:nvPr>
            <p:ph idx="3" type="body"/>
          </p:nvPr>
        </p:nvSpPr>
        <p:spPr>
          <a:xfrm>
            <a:off x="502550" y="1881350"/>
            <a:ext cx="5325600" cy="5883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1200"/>
              <a:t>Accédez à un espace personnalisé</a:t>
            </a:r>
            <a:endParaRPr sz="12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1200"/>
              <a:t>pour vos salariés.</a:t>
            </a:r>
            <a:endParaRPr sz="1200"/>
          </a:p>
        </p:txBody>
      </p:sp>
      <p:sp>
        <p:nvSpPr>
          <p:cNvPr id="579" name="Google Shape;579;p62"/>
          <p:cNvSpPr txBox="1"/>
          <p:nvPr>
            <p:ph idx="2" type="body"/>
          </p:nvPr>
        </p:nvSpPr>
        <p:spPr>
          <a:xfrm>
            <a:off x="502550" y="2498100"/>
            <a:ext cx="5325600" cy="7809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fr" sz="1600"/>
              <a:t>Suivi</a:t>
            </a:r>
            <a:endParaRPr sz="1600"/>
          </a:p>
        </p:txBody>
      </p:sp>
      <p:sp>
        <p:nvSpPr>
          <p:cNvPr id="580" name="Google Shape;580;p62"/>
          <p:cNvSpPr txBox="1"/>
          <p:nvPr>
            <p:ph idx="3" type="body"/>
          </p:nvPr>
        </p:nvSpPr>
        <p:spPr>
          <a:xfrm>
            <a:off x="502550" y="2737475"/>
            <a:ext cx="5325600" cy="5883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1200"/>
              <a:t>Suivez vos candidats en formation,</a:t>
            </a:r>
            <a:endParaRPr sz="12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1200"/>
              <a:t>vos certifications.</a:t>
            </a:r>
            <a:endParaRPr sz="1200"/>
          </a:p>
        </p:txBody>
      </p:sp>
      <p:sp>
        <p:nvSpPr>
          <p:cNvPr id="581" name="Google Shape;581;p62"/>
          <p:cNvSpPr txBox="1"/>
          <p:nvPr>
            <p:ph idx="2" type="body"/>
          </p:nvPr>
        </p:nvSpPr>
        <p:spPr>
          <a:xfrm>
            <a:off x="502560" y="3358700"/>
            <a:ext cx="5325600" cy="3042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fr" sz="1600"/>
              <a:t>Données clés</a:t>
            </a:r>
            <a:endParaRPr sz="1600"/>
          </a:p>
        </p:txBody>
      </p:sp>
      <p:sp>
        <p:nvSpPr>
          <p:cNvPr id="582" name="Google Shape;582;p62"/>
          <p:cNvSpPr txBox="1"/>
          <p:nvPr>
            <p:ph idx="3" type="body"/>
          </p:nvPr>
        </p:nvSpPr>
        <p:spPr>
          <a:xfrm>
            <a:off x="502550" y="3598075"/>
            <a:ext cx="2523000" cy="9588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1200"/>
              <a:t>Obtenez des indicateurs sur l’avancement, la diplomation de vos candidats (v1 - via un tableau de bord Metabase.)</a:t>
            </a:r>
            <a:endParaRPr sz="1200"/>
          </a:p>
        </p:txBody>
      </p:sp>
      <p:sp>
        <p:nvSpPr>
          <p:cNvPr id="583" name="Google Shape;583;p62"/>
          <p:cNvSpPr txBox="1"/>
          <p:nvPr>
            <p:ph idx="3" type="body"/>
          </p:nvPr>
        </p:nvSpPr>
        <p:spPr>
          <a:xfrm>
            <a:off x="3210825" y="4677975"/>
            <a:ext cx="2523000" cy="3936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800">
                <a:solidFill>
                  <a:srgbClr val="999999"/>
                </a:solidFill>
              </a:rPr>
              <a:t>TAbleau de bord du candidat sur France VAE.</a:t>
            </a:r>
            <a:endParaRPr b="1" sz="800">
              <a:solidFill>
                <a:srgbClr val="999999"/>
              </a:solidFill>
            </a:endParaRPr>
          </a:p>
        </p:txBody>
      </p:sp>
      <p:pic>
        <p:nvPicPr>
          <p:cNvPr id="584" name="Google Shape;584;p62"/>
          <p:cNvPicPr preferRelativeResize="0"/>
          <p:nvPr/>
        </p:nvPicPr>
        <p:blipFill rotWithShape="1">
          <a:blip r:embed="rId5">
            <a:alphaModFix/>
          </a:blip>
          <a:srcRect b="12724" l="0" r="0" t="19048"/>
          <a:stretch/>
        </p:blipFill>
        <p:spPr>
          <a:xfrm>
            <a:off x="3703175" y="873150"/>
            <a:ext cx="5440826" cy="328128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8" name="Shape 5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9" name="Google Shape;589;p63"/>
          <p:cNvSpPr txBox="1"/>
          <p:nvPr>
            <p:ph idx="2" type="body"/>
          </p:nvPr>
        </p:nvSpPr>
        <p:spPr>
          <a:xfrm>
            <a:off x="502542" y="380901"/>
            <a:ext cx="2523000" cy="2682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1" lang="fr" sz="2300">
                <a:latin typeface="Roboto"/>
                <a:ea typeface="Roboto"/>
                <a:cs typeface="Roboto"/>
                <a:sym typeface="Roboto"/>
              </a:rPr>
              <a:t>Demain, un cockpit RH stratégique</a:t>
            </a:r>
            <a:endParaRPr b="1" sz="2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90" name="Google Shape;590;p63"/>
          <p:cNvSpPr txBox="1"/>
          <p:nvPr>
            <p:ph idx="4" type="body"/>
          </p:nvPr>
        </p:nvSpPr>
        <p:spPr>
          <a:xfrm>
            <a:off x="503039" y="6248"/>
            <a:ext cx="8568900" cy="304200"/>
          </a:xfrm>
          <a:prstGeom prst="rect">
            <a:avLst/>
          </a:prstGeom>
        </p:spPr>
        <p:txBody>
          <a:bodyPr anchorCtr="0" anchor="ctr" bIns="0" lIns="68575" spcFirstLastPara="1" rIns="68575" wrap="square" tIns="0">
            <a:norm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591" name="Google Shape;591;p63" title="interface commanditaires cible@2x.png"/>
          <p:cNvPicPr preferRelativeResize="0"/>
          <p:nvPr>
            <p:ph idx="5" type="pic"/>
          </p:nvPr>
        </p:nvPicPr>
        <p:blipFill rotWithShape="1">
          <a:blip r:embed="rId3">
            <a:alphaModFix/>
          </a:blip>
          <a:srcRect b="0" l="475" r="475" t="0"/>
          <a:stretch/>
        </p:blipFill>
        <p:spPr>
          <a:xfrm>
            <a:off x="3703179" y="873140"/>
            <a:ext cx="5419199" cy="3077100"/>
          </a:xfrm>
          <a:prstGeom prst="rect">
            <a:avLst/>
          </a:prstGeom>
        </p:spPr>
      </p:pic>
      <p:sp>
        <p:nvSpPr>
          <p:cNvPr id="592" name="Google Shape;592;p63"/>
          <p:cNvSpPr txBox="1"/>
          <p:nvPr>
            <p:ph idx="3" type="body"/>
          </p:nvPr>
        </p:nvSpPr>
        <p:spPr>
          <a:xfrm>
            <a:off x="3210825" y="4677975"/>
            <a:ext cx="2523000" cy="3936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800">
                <a:solidFill>
                  <a:srgbClr val="999999"/>
                </a:solidFill>
              </a:rPr>
              <a:t>Vision cible du tableau de bord commanditaire. Non contractuel par rapport au produit fini.</a:t>
            </a:r>
            <a:endParaRPr b="1" sz="800">
              <a:solidFill>
                <a:srgbClr val="999999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6" name="Shape 5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7" name="Google Shape;597;p64"/>
          <p:cNvSpPr txBox="1"/>
          <p:nvPr>
            <p:ph idx="1" type="body"/>
          </p:nvPr>
        </p:nvSpPr>
        <p:spPr>
          <a:xfrm>
            <a:off x="503039" y="6248"/>
            <a:ext cx="8568900" cy="304200"/>
          </a:xfrm>
          <a:prstGeom prst="rect">
            <a:avLst/>
          </a:prstGeom>
        </p:spPr>
        <p:txBody>
          <a:bodyPr anchorCtr="0" anchor="ctr" bIns="0" lIns="68575" spcFirstLastPara="1" rIns="68575" wrap="square" tIns="0">
            <a:norm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8" name="Google Shape;598;p64"/>
          <p:cNvSpPr txBox="1"/>
          <p:nvPr>
            <p:ph idx="2" type="body"/>
          </p:nvPr>
        </p:nvSpPr>
        <p:spPr>
          <a:xfrm>
            <a:off x="502542" y="310438"/>
            <a:ext cx="6120600" cy="3261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fr"/>
              <a:t>Des entreprises déjà engagées</a:t>
            </a:r>
            <a:endParaRPr/>
          </a:p>
        </p:txBody>
      </p:sp>
      <p:graphicFrame>
        <p:nvGraphicFramePr>
          <p:cNvPr id="599" name="Google Shape;599;p64"/>
          <p:cNvGraphicFramePr/>
          <p:nvPr/>
        </p:nvGraphicFramePr>
        <p:xfrm>
          <a:off x="575072" y="917341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{92C4A174-04C3-4203-A523-032BD5CE9514}</a:tableStyleId>
              </a:tblPr>
              <a:tblGrid>
                <a:gridCol w="1504800"/>
                <a:gridCol w="1051450"/>
                <a:gridCol w="1225175"/>
                <a:gridCol w="1107025"/>
                <a:gridCol w="1314575"/>
                <a:gridCol w="1790825"/>
              </a:tblGrid>
              <a:tr h="253800">
                <a:tc gridSpan="6"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800">
                          <a:solidFill>
                            <a:srgbClr val="FFFFFF"/>
                          </a:solidFill>
                          <a:latin typeface="Roboto Medium"/>
                          <a:ea typeface="Roboto Medium"/>
                          <a:cs typeface="Roboto Medium"/>
                          <a:sym typeface="Roboto Medium"/>
                        </a:rPr>
                        <a:t>PROJETS PILOTE</a:t>
                      </a:r>
                      <a:endParaRPr sz="11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67500" marB="67500" marR="108000" marL="108000">
                    <a:lnL cap="flat" cmpd="sng" w="9525">
                      <a:solidFill>
                        <a:srgbClr val="F0F1F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0F1F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0F1F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0F1F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82759"/>
                    </a:solidFill>
                  </a:tcPr>
                </a:tc>
                <a:tc hMerge="1"/>
                <a:tc hMerge="1"/>
                <a:tc hMerge="1"/>
                <a:tc hMerge="1"/>
                <a:tc hMerge="1"/>
              </a:tr>
              <a:tr h="2538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800">
                          <a:solidFill>
                            <a:srgbClr val="182759"/>
                          </a:solidFill>
                          <a:latin typeface="Roboto Medium"/>
                          <a:ea typeface="Roboto Medium"/>
                          <a:cs typeface="Roboto Medium"/>
                          <a:sym typeface="Roboto Medium"/>
                        </a:rPr>
                        <a:t>Entreprise</a:t>
                      </a:r>
                      <a:endParaRPr sz="1100"/>
                    </a:p>
                  </a:txBody>
                  <a:tcPr marT="67500" marB="67500" marR="108000" marL="1080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0F1F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0F1F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1F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800">
                          <a:solidFill>
                            <a:srgbClr val="182759"/>
                          </a:solidFill>
                          <a:latin typeface="Roboto Medium"/>
                          <a:ea typeface="Roboto Medium"/>
                          <a:cs typeface="Roboto Medium"/>
                          <a:sym typeface="Roboto Medium"/>
                        </a:rPr>
                        <a:t>Type de VAE</a:t>
                      </a:r>
                      <a:endParaRPr sz="800">
                        <a:solidFill>
                          <a:srgbClr val="182759"/>
                        </a:solidFill>
                        <a:latin typeface="Roboto Medium"/>
                        <a:ea typeface="Roboto Medium"/>
                        <a:cs typeface="Roboto Medium"/>
                        <a:sym typeface="Roboto Medium"/>
                      </a:endParaRPr>
                    </a:p>
                  </a:txBody>
                  <a:tcPr marT="67500" marB="67500" marR="108000" marL="1080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0F1F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0F1F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1F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800">
                          <a:solidFill>
                            <a:srgbClr val="182759"/>
                          </a:solidFill>
                          <a:latin typeface="Roboto Medium"/>
                          <a:ea typeface="Roboto Medium"/>
                          <a:cs typeface="Roboto Medium"/>
                          <a:sym typeface="Roboto Medium"/>
                        </a:rPr>
                        <a:t>Certifications visées</a:t>
                      </a:r>
                      <a:endParaRPr b="0" i="0" sz="800">
                        <a:solidFill>
                          <a:srgbClr val="182759"/>
                        </a:solidFill>
                        <a:latin typeface="Roboto Medium"/>
                        <a:ea typeface="Roboto Medium"/>
                        <a:cs typeface="Roboto Medium"/>
                        <a:sym typeface="Roboto Medium"/>
                      </a:endParaRPr>
                    </a:p>
                  </a:txBody>
                  <a:tcPr marT="67500" marB="67500" marR="108000" marL="1080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0F1F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0F1F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1F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800">
                          <a:solidFill>
                            <a:srgbClr val="182759"/>
                          </a:solidFill>
                          <a:latin typeface="Roboto Medium"/>
                          <a:ea typeface="Roboto Medium"/>
                          <a:cs typeface="Roboto Medium"/>
                          <a:sym typeface="Roboto Medium"/>
                        </a:rPr>
                        <a:t>Accompagnateur</a:t>
                      </a:r>
                      <a:endParaRPr sz="1100"/>
                    </a:p>
                  </a:txBody>
                  <a:tcPr marT="67500" marB="67500" marR="108000" marL="1080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0F1F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0F1F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1F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800">
                          <a:solidFill>
                            <a:srgbClr val="182759"/>
                          </a:solidFill>
                          <a:latin typeface="Roboto Medium"/>
                          <a:ea typeface="Roboto Medium"/>
                          <a:cs typeface="Roboto Medium"/>
                          <a:sym typeface="Roboto Medium"/>
                        </a:rPr>
                        <a:t>Volume candidats</a:t>
                      </a:r>
                      <a:endParaRPr sz="1100"/>
                    </a:p>
                  </a:txBody>
                  <a:tcPr marT="67500" marB="67500" marR="108000" marL="1080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0F1F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0F1F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1F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800">
                          <a:solidFill>
                            <a:srgbClr val="182759"/>
                          </a:solidFill>
                          <a:latin typeface="Roboto Medium"/>
                          <a:ea typeface="Roboto Medium"/>
                          <a:cs typeface="Roboto Medium"/>
                          <a:sym typeface="Roboto Medium"/>
                        </a:rPr>
                        <a:t>Particularités</a:t>
                      </a:r>
                      <a:endParaRPr sz="800">
                        <a:solidFill>
                          <a:srgbClr val="182759"/>
                        </a:solidFill>
                        <a:latin typeface="Roboto Medium"/>
                        <a:ea typeface="Roboto Medium"/>
                        <a:cs typeface="Roboto Medium"/>
                        <a:sym typeface="Roboto Medium"/>
                      </a:endParaRPr>
                    </a:p>
                  </a:txBody>
                  <a:tcPr marT="67500" marB="67500" marR="108000" marL="1080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0F1F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0F1F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1F1"/>
                    </a:solidFill>
                  </a:tcPr>
                </a:tc>
              </a:tr>
              <a:tr h="388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800">
                          <a:solidFill>
                            <a:srgbClr val="182759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Groupe VYV</a:t>
                      </a:r>
                      <a:endParaRPr sz="800">
                        <a:solidFill>
                          <a:srgbClr val="182759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35000" marB="135000" marR="108000" marL="1080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0F1F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0F1F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800">
                          <a:solidFill>
                            <a:srgbClr val="182759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Inversée</a:t>
                      </a:r>
                      <a:endParaRPr sz="800">
                        <a:solidFill>
                          <a:srgbClr val="182759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35000" marB="135000" marR="108000" marL="1080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0F1F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0F1F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8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DEAS</a:t>
                      </a:r>
                      <a:endParaRPr sz="1100"/>
                    </a:p>
                  </a:txBody>
                  <a:tcPr marT="135000" marB="135000" marR="108000" marL="1080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0F1F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0F1F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800">
                          <a:solidFill>
                            <a:srgbClr val="182759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Croix Rouge Compétences</a:t>
                      </a:r>
                      <a:endParaRPr sz="800">
                        <a:solidFill>
                          <a:srgbClr val="182759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35000" marB="135000" marR="108000" marL="1080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0F1F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0F1F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800">
                          <a:solidFill>
                            <a:srgbClr val="182759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90</a:t>
                      </a:r>
                      <a:endParaRPr sz="1100"/>
                    </a:p>
                  </a:txBody>
                  <a:tcPr marT="135000" marB="135000" marR="108000" marL="1080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0F1F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0F1F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800">
                          <a:solidFill>
                            <a:srgbClr val="182759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7 groupes, 7 AP distincts, pilotage central employeur + Croix-Rouge</a:t>
                      </a:r>
                      <a:endParaRPr sz="800">
                        <a:solidFill>
                          <a:srgbClr val="182759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35000" marB="135000" marR="108000" marL="1080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0F1F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0F1F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88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800">
                          <a:solidFill>
                            <a:srgbClr val="182759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Non-connu</a:t>
                      </a:r>
                      <a:endParaRPr sz="800">
                        <a:solidFill>
                          <a:srgbClr val="182759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35000" marB="135000" marR="108000" marL="1080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0F1F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0F1F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800">
                          <a:solidFill>
                            <a:srgbClr val="182759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Collective</a:t>
                      </a:r>
                      <a:endParaRPr sz="800">
                        <a:solidFill>
                          <a:srgbClr val="182759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35000" marB="135000" marR="108000" marL="1080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0F1F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0F1F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8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DEAS</a:t>
                      </a:r>
                      <a:endParaRPr sz="800">
                        <a:solidFill>
                          <a:srgbClr val="182759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35000" marB="135000" marR="108000" marL="1080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0F1F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0F1F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800">
                          <a:solidFill>
                            <a:srgbClr val="182759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Croix Rouge Compétences</a:t>
                      </a:r>
                      <a:endParaRPr sz="800">
                        <a:solidFill>
                          <a:srgbClr val="182759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35000" marB="135000" marR="108000" marL="1080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0F1F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0F1F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800">
                          <a:solidFill>
                            <a:srgbClr val="182759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60</a:t>
                      </a:r>
                      <a:endParaRPr sz="800">
                        <a:solidFill>
                          <a:srgbClr val="182759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35000" marB="135000" marR="108000" marL="1080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0F1F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0F1F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800">
                          <a:solidFill>
                            <a:srgbClr val="182759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7 groupes - 3 groupes en 2025, puis 4 en 2026</a:t>
                      </a:r>
                      <a:endParaRPr sz="800">
                        <a:solidFill>
                          <a:srgbClr val="182759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35000" marB="135000" marR="108000" marL="1080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0F1F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0F1F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88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800">
                          <a:solidFill>
                            <a:srgbClr val="182759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Leroy Merlin</a:t>
                      </a:r>
                      <a:endParaRPr sz="800">
                        <a:solidFill>
                          <a:srgbClr val="182759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35000" marB="135000" marR="108000" marL="1080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0F1F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0F1F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800">
                          <a:solidFill>
                            <a:srgbClr val="182759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Collective</a:t>
                      </a:r>
                      <a:endParaRPr sz="800">
                        <a:solidFill>
                          <a:srgbClr val="182759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35000" marB="135000" marR="108000" marL="1080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0F1F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0F1F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800">
                          <a:solidFill>
                            <a:srgbClr val="182759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TP ARH, Bac Pro Logistique, TSMEL</a:t>
                      </a:r>
                      <a:endParaRPr sz="800">
                        <a:solidFill>
                          <a:srgbClr val="182759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35000" marB="135000" marR="108000" marL="1080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0F1F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0F1F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800">
                          <a:solidFill>
                            <a:srgbClr val="182759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En cours de définition</a:t>
                      </a:r>
                      <a:endParaRPr sz="800">
                        <a:solidFill>
                          <a:srgbClr val="182759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35000" marB="135000" marR="108000" marL="1080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0F1F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0F1F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8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En cours de définition</a:t>
                      </a:r>
                      <a:endParaRPr sz="800">
                        <a:solidFill>
                          <a:srgbClr val="182759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35000" marB="135000" marR="108000" marL="1080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0F1F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0F1F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800">
                          <a:solidFill>
                            <a:srgbClr val="182759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Multi-métier, RH/logistique</a:t>
                      </a:r>
                      <a:endParaRPr sz="800">
                        <a:solidFill>
                          <a:srgbClr val="182759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35000" marB="135000" marR="108000" marL="1080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0F1F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0F1F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88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800">
                          <a:solidFill>
                            <a:srgbClr val="182759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Clariane</a:t>
                      </a:r>
                      <a:endParaRPr sz="800">
                        <a:solidFill>
                          <a:srgbClr val="182759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35000" marB="135000" marR="108000" marL="1080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0F1F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0F1F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800">
                          <a:solidFill>
                            <a:srgbClr val="182759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Collective</a:t>
                      </a:r>
                      <a:endParaRPr sz="800">
                        <a:solidFill>
                          <a:srgbClr val="182759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35000" marB="135000" marR="108000" marL="1080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0F1F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0F1F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800">
                          <a:solidFill>
                            <a:srgbClr val="182759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DEAS, DEAES, CAP Cuisine</a:t>
                      </a:r>
                      <a:endParaRPr sz="800">
                        <a:solidFill>
                          <a:srgbClr val="182759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35000" marB="135000" marR="108000" marL="1080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0F1F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0F1F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8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En cours de définition</a:t>
                      </a:r>
                      <a:endParaRPr sz="800">
                        <a:solidFill>
                          <a:srgbClr val="182759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35000" marB="135000" marR="108000" marL="1080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0F1F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0F1F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8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En cours de définition</a:t>
                      </a:r>
                      <a:endParaRPr sz="8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35000" marB="135000" marR="108000" marL="1080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0F1F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0F1F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800">
                          <a:solidFill>
                            <a:srgbClr val="182759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Plusieurs sites, profils divers</a:t>
                      </a:r>
                      <a:endParaRPr sz="800">
                        <a:solidFill>
                          <a:srgbClr val="182759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35000" marB="135000" marR="108000" marL="1080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0F1F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0F1F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88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800">
                          <a:solidFill>
                            <a:srgbClr val="182759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SOS / Vie au Grand Air</a:t>
                      </a:r>
                      <a:endParaRPr sz="800">
                        <a:solidFill>
                          <a:srgbClr val="182759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35000" marB="135000" marR="108000" marL="1080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0F1F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0F1F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800">
                          <a:solidFill>
                            <a:srgbClr val="182759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Collective</a:t>
                      </a:r>
                      <a:endParaRPr sz="800">
                        <a:solidFill>
                          <a:srgbClr val="182759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35000" marB="135000" marR="108000" marL="1080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0F1F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0F1F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800">
                          <a:solidFill>
                            <a:srgbClr val="182759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DEME, DEES</a:t>
                      </a:r>
                      <a:endParaRPr sz="800">
                        <a:solidFill>
                          <a:srgbClr val="182759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35000" marB="135000" marR="108000" marL="1080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0F1F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0F1F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solidFill>
                          <a:srgbClr val="182759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35000" marB="135000" marR="108000" marL="1080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0F1F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0F1F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8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30</a:t>
                      </a:r>
                      <a:endParaRPr sz="8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35000" marB="135000" marR="108000" marL="1080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0F1F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0F1F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800">
                          <a:solidFill>
                            <a:srgbClr val="182759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Educateurs, protection de l’enfance</a:t>
                      </a:r>
                      <a:endParaRPr sz="800">
                        <a:solidFill>
                          <a:srgbClr val="182759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35000" marB="135000" marR="108000" marL="1080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0F1F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0F1F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600" name="Google Shape;600;p6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25350" y="4161574"/>
            <a:ext cx="1307324" cy="729574"/>
          </a:xfrm>
          <a:prstGeom prst="rect">
            <a:avLst/>
          </a:prstGeom>
          <a:noFill/>
          <a:ln>
            <a:noFill/>
          </a:ln>
        </p:spPr>
      </p:pic>
      <p:pic>
        <p:nvPicPr>
          <p:cNvPr id="601" name="Google Shape;601;p6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531500" y="4161575"/>
            <a:ext cx="1039644" cy="729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602" name="Google Shape;602;p64"/>
          <p:cNvPicPr preferRelativeResize="0"/>
          <p:nvPr/>
        </p:nvPicPr>
        <p:blipFill rotWithShape="1">
          <a:blip r:embed="rId5">
            <a:alphaModFix/>
          </a:blip>
          <a:srcRect b="25501" l="0" r="0" t="26015"/>
          <a:stretch/>
        </p:blipFill>
        <p:spPr>
          <a:xfrm>
            <a:off x="3974425" y="4239675"/>
            <a:ext cx="1195150" cy="579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603" name="Google Shape;603;p6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572850" y="4385013"/>
            <a:ext cx="1255752" cy="43412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La Vie au Grand Air I Priorité Enfance" id="604" name="Google Shape;604;p64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7286775" y="4281075"/>
            <a:ext cx="642000" cy="642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05" name="Google Shape;605;p64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9" name="Shape 6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0" name="Google Shape;610;p65"/>
          <p:cNvSpPr txBox="1"/>
          <p:nvPr>
            <p:ph idx="1" type="body"/>
          </p:nvPr>
        </p:nvSpPr>
        <p:spPr>
          <a:xfrm>
            <a:off x="503039" y="6248"/>
            <a:ext cx="85689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68575" spcFirstLastPara="1" rIns="68575" wrap="square" tIns="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None/>
            </a:pPr>
            <a:r>
              <a:rPr lang="fr"/>
              <a:t>RÔLE EMPLOYEUR</a:t>
            </a:r>
            <a:endParaRPr/>
          </a:p>
        </p:txBody>
      </p:sp>
      <p:sp>
        <p:nvSpPr>
          <p:cNvPr id="611" name="Google Shape;611;p65"/>
          <p:cNvSpPr txBox="1"/>
          <p:nvPr>
            <p:ph idx="4294967295" type="body"/>
          </p:nvPr>
        </p:nvSpPr>
        <p:spPr>
          <a:xfrm>
            <a:off x="502541" y="362537"/>
            <a:ext cx="8569500" cy="3261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1" lang="fr" sz="2300">
                <a:latin typeface="Roboto"/>
                <a:ea typeface="Roboto"/>
                <a:cs typeface="Roboto"/>
                <a:sym typeface="Roboto"/>
              </a:rPr>
              <a:t>Prochaines étapes pour votre entreprise</a:t>
            </a:r>
            <a:endParaRPr b="1" sz="2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12" name="Google Shape;612;p65"/>
          <p:cNvSpPr txBox="1"/>
          <p:nvPr>
            <p:ph idx="2" type="body"/>
          </p:nvPr>
        </p:nvSpPr>
        <p:spPr>
          <a:xfrm>
            <a:off x="502560" y="961625"/>
            <a:ext cx="5325600" cy="3042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fr" sz="1600"/>
              <a:t>Lancer votre projet de VAE Collective</a:t>
            </a:r>
            <a:endParaRPr sz="1600"/>
          </a:p>
        </p:txBody>
      </p:sp>
      <p:sp>
        <p:nvSpPr>
          <p:cNvPr id="613" name="Google Shape;613;p65"/>
          <p:cNvSpPr txBox="1"/>
          <p:nvPr>
            <p:ph idx="3" type="body"/>
          </p:nvPr>
        </p:nvSpPr>
        <p:spPr>
          <a:xfrm>
            <a:off x="502550" y="1201000"/>
            <a:ext cx="5325600" cy="5883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1200"/>
              <a:t>Possibilité de figurer parmi les premières entreprises à embarquer</a:t>
            </a:r>
            <a:endParaRPr sz="1200"/>
          </a:p>
        </p:txBody>
      </p:sp>
      <p:sp>
        <p:nvSpPr>
          <p:cNvPr id="614" name="Google Shape;614;p65"/>
          <p:cNvSpPr txBox="1"/>
          <p:nvPr>
            <p:ph idx="2" type="body"/>
          </p:nvPr>
        </p:nvSpPr>
        <p:spPr>
          <a:xfrm>
            <a:off x="502560" y="1817750"/>
            <a:ext cx="5325600" cy="3042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fr" sz="1600"/>
              <a:t>Accompagnement</a:t>
            </a:r>
            <a:endParaRPr sz="1600"/>
          </a:p>
        </p:txBody>
      </p:sp>
      <p:sp>
        <p:nvSpPr>
          <p:cNvPr id="615" name="Google Shape;615;p65"/>
          <p:cNvSpPr txBox="1"/>
          <p:nvPr>
            <p:ph idx="3" type="body"/>
          </p:nvPr>
        </p:nvSpPr>
        <p:spPr>
          <a:xfrm>
            <a:off x="502550" y="2057125"/>
            <a:ext cx="5325600" cy="5883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1200"/>
              <a:t>Nous vous accompagnons pour planifier l’intégration progressive vos titres</a:t>
            </a:r>
            <a:endParaRPr sz="1200"/>
          </a:p>
        </p:txBody>
      </p:sp>
      <p:sp>
        <p:nvSpPr>
          <p:cNvPr id="616" name="Google Shape;616;p65"/>
          <p:cNvSpPr txBox="1"/>
          <p:nvPr>
            <p:ph idx="2" type="body"/>
          </p:nvPr>
        </p:nvSpPr>
        <p:spPr>
          <a:xfrm>
            <a:off x="502560" y="2678350"/>
            <a:ext cx="5325600" cy="3042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fr" sz="1600"/>
              <a:t>Co-conception</a:t>
            </a:r>
            <a:endParaRPr sz="1600"/>
          </a:p>
        </p:txBody>
      </p:sp>
      <p:sp>
        <p:nvSpPr>
          <p:cNvPr id="617" name="Google Shape;617;p65"/>
          <p:cNvSpPr txBox="1"/>
          <p:nvPr>
            <p:ph idx="3" type="body"/>
          </p:nvPr>
        </p:nvSpPr>
        <p:spPr>
          <a:xfrm>
            <a:off x="502550" y="2917725"/>
            <a:ext cx="5325600" cy="9588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1200"/>
              <a:t>Intégrez notre programme de co-conception de l’offre Commanditaire</a:t>
            </a:r>
            <a:endParaRPr sz="12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1" name="Shape 6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2" name="Google Shape;622;p66"/>
          <p:cNvSpPr txBox="1"/>
          <p:nvPr>
            <p:ph idx="1" type="body"/>
          </p:nvPr>
        </p:nvSpPr>
        <p:spPr>
          <a:xfrm>
            <a:off x="503039" y="6248"/>
            <a:ext cx="85689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68575" spcFirstLastPara="1" rIns="68575" wrap="square" tIns="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None/>
            </a:pPr>
            <a:r>
              <a:rPr lang="fr"/>
              <a:t>PROCHAINES ÉTAPES</a:t>
            </a:r>
            <a:endParaRPr/>
          </a:p>
        </p:txBody>
      </p:sp>
      <p:sp>
        <p:nvSpPr>
          <p:cNvPr id="623" name="Google Shape;623;p66"/>
          <p:cNvSpPr txBox="1"/>
          <p:nvPr>
            <p:ph idx="2" type="body"/>
          </p:nvPr>
        </p:nvSpPr>
        <p:spPr>
          <a:xfrm>
            <a:off x="474225" y="457200"/>
            <a:ext cx="3996900" cy="326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100"/>
              <a:buNone/>
            </a:pPr>
            <a:r>
              <a:rPr lang="fr"/>
              <a:t>Passez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100"/>
              <a:buNone/>
            </a:pPr>
            <a:r>
              <a:rPr lang="fr"/>
              <a:t>à l’action</a:t>
            </a:r>
            <a:endParaRPr/>
          </a:p>
        </p:txBody>
      </p:sp>
      <p:sp>
        <p:nvSpPr>
          <p:cNvPr id="624" name="Google Shape;624;p66"/>
          <p:cNvSpPr txBox="1"/>
          <p:nvPr>
            <p:ph idx="3" type="body"/>
          </p:nvPr>
        </p:nvSpPr>
        <p:spPr>
          <a:xfrm>
            <a:off x="6093050" y="755850"/>
            <a:ext cx="2979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</a:pPr>
            <a:r>
              <a:rPr lang="fr"/>
              <a:t>Atelier d’embarquement</a:t>
            </a:r>
            <a:endParaRPr/>
          </a:p>
        </p:txBody>
      </p:sp>
      <p:sp>
        <p:nvSpPr>
          <p:cNvPr id="625" name="Google Shape;625;p66"/>
          <p:cNvSpPr txBox="1"/>
          <p:nvPr>
            <p:ph idx="4" type="body"/>
          </p:nvPr>
        </p:nvSpPr>
        <p:spPr>
          <a:xfrm>
            <a:off x="6093056" y="1114226"/>
            <a:ext cx="2475900" cy="856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</a:pPr>
            <a:r>
              <a:rPr lang="fr"/>
              <a:t>Participez à un atelier d’introduction à la VAE collective.</a:t>
            </a:r>
            <a:endParaRPr/>
          </a:p>
        </p:txBody>
      </p:sp>
      <p:sp>
        <p:nvSpPr>
          <p:cNvPr id="626" name="Google Shape;626;p66"/>
          <p:cNvSpPr txBox="1"/>
          <p:nvPr>
            <p:ph idx="5" type="body"/>
          </p:nvPr>
        </p:nvSpPr>
        <p:spPr>
          <a:xfrm>
            <a:off x="6093056" y="2095283"/>
            <a:ext cx="2475900" cy="324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</a:pPr>
            <a:r>
              <a:rPr lang="fr"/>
              <a:t>Préfiguration</a:t>
            </a:r>
            <a:endParaRPr/>
          </a:p>
        </p:txBody>
      </p:sp>
      <p:sp>
        <p:nvSpPr>
          <p:cNvPr id="627" name="Google Shape;627;p66"/>
          <p:cNvSpPr txBox="1"/>
          <p:nvPr>
            <p:ph idx="6" type="body"/>
          </p:nvPr>
        </p:nvSpPr>
        <p:spPr>
          <a:xfrm>
            <a:off x="6093056" y="2453661"/>
            <a:ext cx="2475900" cy="858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</a:pPr>
            <a:r>
              <a:rPr lang="fr"/>
              <a:t>Testez la solution avec un groupe pilote.</a:t>
            </a:r>
            <a:endParaRPr/>
          </a:p>
        </p:txBody>
      </p:sp>
      <p:sp>
        <p:nvSpPr>
          <p:cNvPr id="628" name="Google Shape;628;p66"/>
          <p:cNvSpPr txBox="1"/>
          <p:nvPr>
            <p:ph idx="7" type="body"/>
          </p:nvPr>
        </p:nvSpPr>
        <p:spPr>
          <a:xfrm>
            <a:off x="6093056" y="3463976"/>
            <a:ext cx="2475900" cy="324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</a:pPr>
            <a:r>
              <a:rPr lang="fr"/>
              <a:t>Déploiement</a:t>
            </a:r>
            <a:endParaRPr/>
          </a:p>
        </p:txBody>
      </p:sp>
      <p:sp>
        <p:nvSpPr>
          <p:cNvPr id="629" name="Google Shape;629;p66"/>
          <p:cNvSpPr txBox="1"/>
          <p:nvPr>
            <p:ph idx="8" type="body"/>
          </p:nvPr>
        </p:nvSpPr>
        <p:spPr>
          <a:xfrm>
            <a:off x="6093056" y="3822355"/>
            <a:ext cx="2475900" cy="855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</a:pPr>
            <a:r>
              <a:rPr lang="fr"/>
              <a:t>Lancez votre projet à grande échelle</a:t>
            </a:r>
            <a:endParaRPr/>
          </a:p>
        </p:txBody>
      </p:sp>
      <p:sp>
        <p:nvSpPr>
          <p:cNvPr id="630" name="Google Shape;630;p66"/>
          <p:cNvSpPr txBox="1"/>
          <p:nvPr/>
        </p:nvSpPr>
        <p:spPr>
          <a:xfrm>
            <a:off x="474225" y="2823025"/>
            <a:ext cx="3179100" cy="131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165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Contactez-nous dès aujourd'hui pour commencer votre parcours VAE collective et transformer votre stratégie RH.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31" name="Google Shape;631;p66"/>
          <p:cNvSpPr/>
          <p:nvPr/>
        </p:nvSpPr>
        <p:spPr>
          <a:xfrm>
            <a:off x="4082175" y="-658150"/>
            <a:ext cx="3858600" cy="11154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>
                <a:solidFill>
                  <a:schemeClr val="lt1"/>
                </a:solidFill>
                <a:latin typeface="Roboto Medium"/>
                <a:ea typeface="Roboto Medium"/>
                <a:cs typeface="Roboto Medium"/>
                <a:sym typeface="Roboto Medium"/>
              </a:rPr>
              <a:t>Après atelier d’embarquement</a:t>
            </a:r>
            <a:endParaRPr>
              <a:solidFill>
                <a:schemeClr val="lt1"/>
              </a:solidFill>
              <a:latin typeface="Roboto Medium"/>
              <a:ea typeface="Roboto Medium"/>
              <a:cs typeface="Roboto Medium"/>
              <a:sym typeface="Roboto Medium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>
                <a:solidFill>
                  <a:schemeClr val="lt1"/>
                </a:solidFill>
                <a:latin typeface="Roboto Medium"/>
                <a:ea typeface="Roboto Medium"/>
                <a:cs typeface="Roboto Medium"/>
                <a:sym typeface="Roboto Medium"/>
              </a:rPr>
              <a:t>passez à l’action</a:t>
            </a:r>
            <a:endParaRPr>
              <a:solidFill>
                <a:schemeClr val="lt1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5" name="Shape 6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6" name="Google Shape;636;p67"/>
          <p:cNvSpPr txBox="1"/>
          <p:nvPr>
            <p:ph idx="4294967295" type="body"/>
          </p:nvPr>
        </p:nvSpPr>
        <p:spPr>
          <a:xfrm>
            <a:off x="502450" y="2344500"/>
            <a:ext cx="8066400" cy="7620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fr">
                <a:solidFill>
                  <a:schemeClr val="lt1"/>
                </a:solidFill>
              </a:rPr>
              <a:t>Nom Prénom</a:t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fr" sz="1400">
                <a:solidFill>
                  <a:schemeClr val="accent6"/>
                </a:solidFill>
              </a:rPr>
              <a:t>Titre</a:t>
            </a:r>
            <a:endParaRPr sz="1400">
              <a:solidFill>
                <a:schemeClr val="accent6"/>
              </a:solidFill>
            </a:endParaRPr>
          </a:p>
        </p:txBody>
      </p:sp>
      <p:sp>
        <p:nvSpPr>
          <p:cNvPr id="637" name="Google Shape;637;p67"/>
          <p:cNvSpPr txBox="1"/>
          <p:nvPr>
            <p:ph idx="4294967295" type="body"/>
          </p:nvPr>
        </p:nvSpPr>
        <p:spPr>
          <a:xfrm>
            <a:off x="502450" y="3106500"/>
            <a:ext cx="8066400" cy="15714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fr" sz="1200">
                <a:solidFill>
                  <a:schemeClr val="lt1"/>
                </a:solidFill>
              </a:rPr>
              <a:t>06 12 34 56 78</a:t>
            </a:r>
            <a:endParaRPr sz="12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fr" sz="1200">
                <a:solidFill>
                  <a:schemeClr val="lt1"/>
                </a:solidFill>
              </a:rPr>
              <a:t>nom.prénom@beta.gouv.fr</a:t>
            </a:r>
            <a:endParaRPr sz="12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fr" sz="1200">
                <a:solidFill>
                  <a:schemeClr val="lt1"/>
                </a:solidFill>
              </a:rPr>
              <a:t>https://vae.gouv.fr</a:t>
            </a:r>
            <a:endParaRPr sz="12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FVAE">
  <a:themeElements>
    <a:clrScheme name="Personnalisé 1">
      <a:dk1>
        <a:srgbClr val="182759"/>
      </a:dk1>
      <a:lt1>
        <a:srgbClr val="FFFFFF"/>
      </a:lt1>
      <a:dk2>
        <a:srgbClr val="434749"/>
      </a:dk2>
      <a:lt2>
        <a:srgbClr val="E8EBF5"/>
      </a:lt2>
      <a:accent1>
        <a:srgbClr val="E1010F"/>
      </a:accent1>
      <a:accent2>
        <a:srgbClr val="3BB649"/>
      </a:accent2>
      <a:accent3>
        <a:srgbClr val="00929D"/>
      </a:accent3>
      <a:accent4>
        <a:srgbClr val="FE993F"/>
      </a:accent4>
      <a:accent5>
        <a:srgbClr val="A82586"/>
      </a:accent5>
      <a:accent6>
        <a:srgbClr val="7AB1E8"/>
      </a:accent6>
      <a:hlink>
        <a:srgbClr val="3838E7"/>
      </a:hlink>
      <a:folHlink>
        <a:srgbClr val="7F0424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