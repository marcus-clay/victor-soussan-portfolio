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Medium"/>
      <p:regular r:id="rId25"/>
      <p:bold r:id="rId26"/>
      <p:italic r:id="rId27"/>
      <p:boldItalic r:id="rId28"/>
    </p:embeddedFont>
    <p:embeddedFont>
      <p:font typeface="Roboto"/>
      <p:regular r:id="rId29"/>
      <p:bold r:id="rId30"/>
      <p:italic r:id="rId31"/>
      <p:boldItalic r:id="rId32"/>
    </p:embeddedFont>
    <p:embeddedFont>
      <p:font typeface="Heebo"/>
      <p:regular r:id="rId33"/>
      <p:bold r:id="rId34"/>
    </p:embeddedFont>
    <p:embeddedFont>
      <p:font typeface="Helvetica Neue"/>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Mélanie Bard"/>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88B64A-4502-4A9C-B517-71BE5DAC0E4B}">
  <a:tblStyle styleId="{5B88B64A-4502-4A9C-B517-71BE5DAC0E4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italic.fntdata"/><Relationship Id="rId30" Type="http://schemas.openxmlformats.org/officeDocument/2006/relationships/font" Target="fonts/Roboto-bold.fntdata"/><Relationship Id="rId33" Type="http://schemas.openxmlformats.org/officeDocument/2006/relationships/font" Target="fonts/Heebo-regular.fntdata"/><Relationship Id="rId32" Type="http://schemas.openxmlformats.org/officeDocument/2006/relationships/font" Target="fonts/Roboto-boldItalic.fntdata"/><Relationship Id="rId35" Type="http://schemas.openxmlformats.org/officeDocument/2006/relationships/font" Target="fonts/HelveticaNeue-regular.fntdata"/><Relationship Id="rId34" Type="http://schemas.openxmlformats.org/officeDocument/2006/relationships/font" Target="fonts/Heebo-bold.fntdata"/><Relationship Id="rId37" Type="http://schemas.openxmlformats.org/officeDocument/2006/relationships/font" Target="fonts/HelveticaNeue-italic.fntdata"/><Relationship Id="rId36" Type="http://schemas.openxmlformats.org/officeDocument/2006/relationships/font" Target="fonts/HelveticaNeue-bold.fntdata"/><Relationship Id="rId38" Type="http://schemas.openxmlformats.org/officeDocument/2006/relationships/font" Target="fonts/HelveticaNeue-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font" Target="fonts/RobotoMedium-bold.fntdata"/><Relationship Id="rId25" Type="http://schemas.openxmlformats.org/officeDocument/2006/relationships/font" Target="fonts/RobotoMedium-regular.fntdata"/><Relationship Id="rId28" Type="http://schemas.openxmlformats.org/officeDocument/2006/relationships/font" Target="fonts/RobotoMedium-boldItalic.fntdata"/><Relationship Id="rId27" Type="http://schemas.openxmlformats.org/officeDocument/2006/relationships/font" Target="fonts/RobotoMedium-italic.fntdata"/><Relationship Id="rId29" Type="http://schemas.openxmlformats.org/officeDocument/2006/relationships/font" Target="fonts/Roboto-regular.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05T09:33:45.550">
    <p:pos x="316" y="1532"/>
    <p:text>les hypothèses de certifications pertinentes (mais ils ne sont pas forcément en capacité de le faire &gt; rôle PRC ou AAP pour confirmation)</p:text>
  </p:cm>
  <p:cm authorId="0" idx="2" dt="2025-05-05T09:33:45.550">
    <p:pos x="316" y="1532"/>
    <p:text>je t'ai ping sur le schéma en bas de cette page pour proposition à la place de cette liste https://www.notion.so/fabnummas/notes-VAE-Collective-M-lanie-d2567550cfc1416cabb1b216d8ac652a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5-05T09:34:59.298">
    <p:pos x="316" y="204"/>
    <p:text>ici introduire clairement sur les étapes pour lesquelles FVAE apporte un appui opérationnel effectif</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5-05T09:44:24.303">
    <p:pos x="316" y="228"/>
    <p:text>il me semble qu'ETAM serait la cible de l'autre prez, ici on serait plutôt sur une entreprise qui s'engage sur un beta test non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4bb9a457c6_2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4bb9a457c6_2_3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5399cd43e0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5399cd43e0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554ddd39c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554ddd39c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554ddd39cf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554ddd39cf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554ddd39c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554ddd39c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5399cd43e0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g35399cd43e0_2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554ddd39c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3554ddd39cf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554ddd39cf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g3554ddd39cf_0_10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5399cd43e0_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5399cd43e0_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55bb7bd7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55bb7bd7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5399cd43e0_2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g35399cd43e0_2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55bb7bd72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g355bb7bd726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5399cd43e0_2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5399cd43e0_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53b1c0dcb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53b1c0dcb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53b1c0dcb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g353b1c0dcb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53b1c0dcb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53b1c0dcb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5399cd43e0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35399cd43e0_2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presentation">
  <p:cSld name="Titre de presentation">
    <p:bg>
      <p:bgPr>
        <a:solidFill>
          <a:schemeClr val="lt1"/>
        </a:solid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477147" y="2179745"/>
            <a:ext cx="7210369" cy="2399162"/>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4100"/>
              <a:buFont typeface="Roboto Medium"/>
              <a:buNone/>
              <a:defRPr b="0" i="0" sz="4100">
                <a:latin typeface="Roboto Medium"/>
                <a:ea typeface="Roboto Medium"/>
                <a:cs typeface="Roboto Medium"/>
                <a:sym typeface="Roboto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 name="Google Shape;12;p2"/>
          <p:cNvSpPr txBox="1"/>
          <p:nvPr>
            <p:ph idx="1" type="subTitle"/>
          </p:nvPr>
        </p:nvSpPr>
        <p:spPr>
          <a:xfrm>
            <a:off x="503191" y="1888825"/>
            <a:ext cx="7184324" cy="273844"/>
          </a:xfrm>
          <a:prstGeom prst="rect">
            <a:avLst/>
          </a:prstGeom>
          <a:noFill/>
          <a:ln>
            <a:noFill/>
          </a:ln>
        </p:spPr>
        <p:txBody>
          <a:bodyPr anchorCtr="0" anchor="t" bIns="34275" lIns="68575" spcFirstLastPara="1" rIns="68575" wrap="square" tIns="34275">
            <a:noAutofit/>
          </a:bodyPr>
          <a:lstStyle>
            <a:lvl1pPr lvl="0" algn="l">
              <a:lnSpc>
                <a:spcPct val="90000"/>
              </a:lnSpc>
              <a:spcBef>
                <a:spcPts val="800"/>
              </a:spcBef>
              <a:spcAft>
                <a:spcPts val="0"/>
              </a:spcAft>
              <a:buClr>
                <a:srgbClr val="1041BE"/>
              </a:buClr>
              <a:buSzPts val="1100"/>
              <a:buNone/>
              <a:defRPr sz="1100">
                <a:solidFill>
                  <a:srgbClr val="1041BE"/>
                </a:solidFill>
                <a:latin typeface="Roboto"/>
                <a:ea typeface="Roboto"/>
                <a:cs typeface="Roboto"/>
                <a:sym typeface="Roboto"/>
              </a:defRPr>
            </a:lvl1pPr>
            <a:lvl2pPr lvl="1" algn="ctr">
              <a:lnSpc>
                <a:spcPct val="90000"/>
              </a:lnSpc>
              <a:spcBef>
                <a:spcPts val="400"/>
              </a:spcBef>
              <a:spcAft>
                <a:spcPts val="0"/>
              </a:spcAft>
              <a:buClr>
                <a:srgbClr val="1041BE"/>
              </a:buClr>
              <a:buSzPts val="1500"/>
              <a:buNone/>
              <a:defRPr sz="1500">
                <a:solidFill>
                  <a:srgbClr val="1041BE"/>
                </a:solidFill>
              </a:defRPr>
            </a:lvl2pPr>
            <a:lvl3pPr lvl="2" algn="ctr">
              <a:lnSpc>
                <a:spcPct val="120000"/>
              </a:lnSpc>
              <a:spcBef>
                <a:spcPts val="400"/>
              </a:spcBef>
              <a:spcAft>
                <a:spcPts val="0"/>
              </a:spcAft>
              <a:buClr>
                <a:srgbClr val="1041BE"/>
              </a:buClr>
              <a:buSzPts val="1400"/>
              <a:buNone/>
              <a:defRPr sz="1400">
                <a:solidFill>
                  <a:srgbClr val="1041BE"/>
                </a:solidFill>
              </a:defRPr>
            </a:lvl3pPr>
            <a:lvl4pPr lvl="3" algn="ctr">
              <a:lnSpc>
                <a:spcPct val="90000"/>
              </a:lnSpc>
              <a:spcBef>
                <a:spcPts val="400"/>
              </a:spcBef>
              <a:spcAft>
                <a:spcPts val="0"/>
              </a:spcAft>
              <a:buClr>
                <a:srgbClr val="1041BE"/>
              </a:buClr>
              <a:buSzPts val="1200"/>
              <a:buNone/>
              <a:defRPr sz="1200">
                <a:solidFill>
                  <a:srgbClr val="1041BE"/>
                </a:solidFill>
              </a:defRPr>
            </a:lvl4pPr>
            <a:lvl5pPr lvl="4" algn="ctr">
              <a:lnSpc>
                <a:spcPct val="90000"/>
              </a:lnSpc>
              <a:spcBef>
                <a:spcPts val="400"/>
              </a:spcBef>
              <a:spcAft>
                <a:spcPts val="0"/>
              </a:spcAft>
              <a:buClr>
                <a:srgbClr val="1041BE"/>
              </a:buClr>
              <a:buSzPts val="1200"/>
              <a:buNone/>
              <a:defRPr sz="1200">
                <a:solidFill>
                  <a:srgbClr val="1041BE"/>
                </a:solidFill>
              </a:defRPr>
            </a:lvl5pPr>
            <a:lvl6pPr lvl="5" algn="ctr">
              <a:lnSpc>
                <a:spcPct val="90000"/>
              </a:lnSpc>
              <a:spcBef>
                <a:spcPts val="400"/>
              </a:spcBef>
              <a:spcAft>
                <a:spcPts val="0"/>
              </a:spcAft>
              <a:buClr>
                <a:srgbClr val="1041BE"/>
              </a:buClr>
              <a:buSzPts val="1200"/>
              <a:buNone/>
              <a:defRPr sz="1200">
                <a:solidFill>
                  <a:srgbClr val="1041BE"/>
                </a:solidFill>
              </a:defRPr>
            </a:lvl6pPr>
            <a:lvl7pPr lvl="6" algn="ctr">
              <a:lnSpc>
                <a:spcPct val="90000"/>
              </a:lnSpc>
              <a:spcBef>
                <a:spcPts val="400"/>
              </a:spcBef>
              <a:spcAft>
                <a:spcPts val="0"/>
              </a:spcAft>
              <a:buClr>
                <a:srgbClr val="1041BE"/>
              </a:buClr>
              <a:buSzPts val="1200"/>
              <a:buNone/>
              <a:defRPr sz="1200">
                <a:solidFill>
                  <a:srgbClr val="1041BE"/>
                </a:solidFill>
              </a:defRPr>
            </a:lvl7pPr>
            <a:lvl8pPr lvl="7" algn="ctr">
              <a:lnSpc>
                <a:spcPct val="90000"/>
              </a:lnSpc>
              <a:spcBef>
                <a:spcPts val="400"/>
              </a:spcBef>
              <a:spcAft>
                <a:spcPts val="0"/>
              </a:spcAft>
              <a:buClr>
                <a:srgbClr val="1041BE"/>
              </a:buClr>
              <a:buSzPts val="1200"/>
              <a:buNone/>
              <a:defRPr sz="1200">
                <a:solidFill>
                  <a:srgbClr val="1041BE"/>
                </a:solidFill>
              </a:defRPr>
            </a:lvl8pPr>
            <a:lvl9pPr lvl="8" algn="ctr">
              <a:lnSpc>
                <a:spcPct val="90000"/>
              </a:lnSpc>
              <a:spcBef>
                <a:spcPts val="400"/>
              </a:spcBef>
              <a:spcAft>
                <a:spcPts val="0"/>
              </a:spcAft>
              <a:buClr>
                <a:srgbClr val="1041BE"/>
              </a:buClr>
              <a:buSzPts val="1200"/>
              <a:buNone/>
              <a:defRPr sz="1200">
                <a:solidFill>
                  <a:srgbClr val="1041BE"/>
                </a:solidFill>
              </a:defRPr>
            </a:lvl9pPr>
          </a:lstStyle>
          <a:p/>
        </p:txBody>
      </p:sp>
      <p:sp>
        <p:nvSpPr>
          <p:cNvPr id="13" name="Google Shape;13;p2"/>
          <p:cNvSpPr/>
          <p:nvPr/>
        </p:nvSpPr>
        <p:spPr>
          <a:xfrm>
            <a:off x="252248" y="4406462"/>
            <a:ext cx="1174531" cy="737038"/>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descr="Une image contenant texte, Police, logo, Graphique&#10;&#10;Description générée automatiquement" id="14" name="Google Shape;14;p2"/>
          <p:cNvPicPr preferRelativeResize="0"/>
          <p:nvPr/>
        </p:nvPicPr>
        <p:blipFill rotWithShape="1">
          <a:blip r:embed="rId2">
            <a:alphaModFix/>
          </a:blip>
          <a:srcRect b="0" l="0" r="0" t="0"/>
          <a:stretch/>
        </p:blipFill>
        <p:spPr>
          <a:xfrm>
            <a:off x="366602" y="289750"/>
            <a:ext cx="2171372" cy="1279900"/>
          </a:xfrm>
          <a:prstGeom prst="rect">
            <a:avLst/>
          </a:prstGeom>
          <a:noFill/>
          <a:ln>
            <a:noFill/>
          </a:ln>
        </p:spPr>
      </p:pic>
      <p:pic>
        <p:nvPicPr>
          <p:cNvPr descr="Une image contenant Graphique, graphisme, Police, logo&#10;&#10;Description générée automatiquement" id="15" name="Google Shape;15;p2"/>
          <p:cNvPicPr preferRelativeResize="0"/>
          <p:nvPr/>
        </p:nvPicPr>
        <p:blipFill rotWithShape="1">
          <a:blip r:embed="rId3">
            <a:alphaModFix/>
          </a:blip>
          <a:srcRect b="0" l="0" r="0" t="0"/>
          <a:stretch/>
        </p:blipFill>
        <p:spPr>
          <a:xfrm>
            <a:off x="2461775" y="289747"/>
            <a:ext cx="2103124" cy="1143950"/>
          </a:xfrm>
          <a:prstGeom prst="rect">
            <a:avLst/>
          </a:prstGeom>
          <a:noFill/>
          <a:ln>
            <a:noFill/>
          </a:ln>
        </p:spPr>
      </p:pic>
      <p:sp>
        <p:nvSpPr>
          <p:cNvPr id="16" name="Google Shape;16;p2"/>
          <p:cNvSpPr txBox="1"/>
          <p:nvPr>
            <p:ph idx="2" type="body"/>
          </p:nvPr>
        </p:nvSpPr>
        <p:spPr>
          <a:xfrm>
            <a:off x="575075" y="4684150"/>
            <a:ext cx="3281400" cy="459300"/>
          </a:xfrm>
          <a:prstGeom prst="rect">
            <a:avLst/>
          </a:prstGeom>
        </p:spPr>
        <p:txBody>
          <a:bodyPr anchorCtr="0" anchor="ctr" bIns="34275" lIns="68575" spcFirstLastPara="1" rIns="68575" wrap="square" tIns="34275">
            <a:normAutofit/>
          </a:bodyPr>
          <a:lstStyle>
            <a:lvl1pPr indent="-269875" lvl="0" marL="457200">
              <a:spcBef>
                <a:spcPts val="800"/>
              </a:spcBef>
              <a:spcAft>
                <a:spcPts val="0"/>
              </a:spcAft>
              <a:buClr>
                <a:srgbClr val="7A869A"/>
              </a:buClr>
              <a:buSzPts val="650"/>
              <a:buFont typeface="Roboto"/>
              <a:buChar char="•"/>
              <a:defRPr sz="650">
                <a:solidFill>
                  <a:srgbClr val="7A869A"/>
                </a:solidFill>
                <a:latin typeface="Roboto"/>
                <a:ea typeface="Roboto"/>
                <a:cs typeface="Roboto"/>
                <a:sym typeface="Roboto"/>
              </a:defRPr>
            </a:lvl1pPr>
            <a:lvl2pPr indent="-279400" lvl="1" marL="914400">
              <a:spcBef>
                <a:spcPts val="400"/>
              </a:spcBef>
              <a:spcAft>
                <a:spcPts val="0"/>
              </a:spcAft>
              <a:buClr>
                <a:srgbClr val="7A869A"/>
              </a:buClr>
              <a:buSzPts val="800"/>
              <a:buFont typeface="Roboto"/>
              <a:buChar char="•"/>
              <a:defRPr sz="800">
                <a:solidFill>
                  <a:srgbClr val="7A869A"/>
                </a:solidFill>
              </a:defRPr>
            </a:lvl2pPr>
            <a:lvl3pPr indent="-279400" lvl="2" marL="1371600">
              <a:spcBef>
                <a:spcPts val="400"/>
              </a:spcBef>
              <a:spcAft>
                <a:spcPts val="0"/>
              </a:spcAft>
              <a:buClr>
                <a:srgbClr val="7A869A"/>
              </a:buClr>
              <a:buSzPts val="800"/>
              <a:buFont typeface="Roboto"/>
              <a:buChar char="•"/>
              <a:defRPr sz="800">
                <a:solidFill>
                  <a:srgbClr val="7A869A"/>
                </a:solidFill>
              </a:defRPr>
            </a:lvl3pPr>
            <a:lvl4pPr indent="-279400" lvl="3" marL="1828800">
              <a:spcBef>
                <a:spcPts val="400"/>
              </a:spcBef>
              <a:spcAft>
                <a:spcPts val="0"/>
              </a:spcAft>
              <a:buClr>
                <a:srgbClr val="7A869A"/>
              </a:buClr>
              <a:buSzPts val="800"/>
              <a:buFont typeface="Roboto"/>
              <a:buChar char="•"/>
              <a:defRPr sz="800">
                <a:solidFill>
                  <a:srgbClr val="7A869A"/>
                </a:solidFill>
              </a:defRPr>
            </a:lvl4pPr>
            <a:lvl5pPr indent="-279400" lvl="4" marL="2286000">
              <a:spcBef>
                <a:spcPts val="400"/>
              </a:spcBef>
              <a:spcAft>
                <a:spcPts val="0"/>
              </a:spcAft>
              <a:buClr>
                <a:srgbClr val="7A869A"/>
              </a:buClr>
              <a:buSzPts val="800"/>
              <a:buFont typeface="Roboto"/>
              <a:buChar char="•"/>
              <a:defRPr sz="800">
                <a:solidFill>
                  <a:srgbClr val="7A869A"/>
                </a:solidFill>
              </a:defRPr>
            </a:lvl5pPr>
            <a:lvl6pPr indent="-279400" lvl="5" marL="2743200">
              <a:spcBef>
                <a:spcPts val="400"/>
              </a:spcBef>
              <a:spcAft>
                <a:spcPts val="0"/>
              </a:spcAft>
              <a:buClr>
                <a:srgbClr val="7A869A"/>
              </a:buClr>
              <a:buSzPts val="800"/>
              <a:buFont typeface="Roboto"/>
              <a:buChar char="•"/>
              <a:defRPr sz="800">
                <a:solidFill>
                  <a:srgbClr val="7A869A"/>
                </a:solidFill>
                <a:latin typeface="Roboto"/>
                <a:ea typeface="Roboto"/>
                <a:cs typeface="Roboto"/>
                <a:sym typeface="Roboto"/>
              </a:defRPr>
            </a:lvl6pPr>
            <a:lvl7pPr indent="-279400" lvl="6" marL="3200400">
              <a:spcBef>
                <a:spcPts val="400"/>
              </a:spcBef>
              <a:spcAft>
                <a:spcPts val="0"/>
              </a:spcAft>
              <a:buClr>
                <a:srgbClr val="7A869A"/>
              </a:buClr>
              <a:buSzPts val="800"/>
              <a:buFont typeface="Roboto"/>
              <a:buChar char="•"/>
              <a:defRPr sz="800">
                <a:solidFill>
                  <a:srgbClr val="7A869A"/>
                </a:solidFill>
                <a:latin typeface="Roboto"/>
                <a:ea typeface="Roboto"/>
                <a:cs typeface="Roboto"/>
                <a:sym typeface="Roboto"/>
              </a:defRPr>
            </a:lvl7pPr>
            <a:lvl8pPr indent="-279400" lvl="7" marL="3657600">
              <a:spcBef>
                <a:spcPts val="400"/>
              </a:spcBef>
              <a:spcAft>
                <a:spcPts val="0"/>
              </a:spcAft>
              <a:buClr>
                <a:srgbClr val="7A869A"/>
              </a:buClr>
              <a:buSzPts val="800"/>
              <a:buFont typeface="Roboto"/>
              <a:buChar char="•"/>
              <a:defRPr sz="800">
                <a:solidFill>
                  <a:srgbClr val="7A869A"/>
                </a:solidFill>
                <a:latin typeface="Roboto"/>
                <a:ea typeface="Roboto"/>
                <a:cs typeface="Roboto"/>
                <a:sym typeface="Roboto"/>
              </a:defRPr>
            </a:lvl8pPr>
            <a:lvl9pPr indent="-279400" lvl="8" marL="4114800">
              <a:spcBef>
                <a:spcPts val="400"/>
              </a:spcBef>
              <a:spcAft>
                <a:spcPts val="0"/>
              </a:spcAft>
              <a:buClr>
                <a:srgbClr val="7A869A"/>
              </a:buClr>
              <a:buSzPts val="800"/>
              <a:buFont typeface="Roboto"/>
              <a:buChar char="•"/>
              <a:defRPr sz="800">
                <a:solidFill>
                  <a:srgbClr val="7A869A"/>
                </a:solidFill>
                <a:latin typeface="Roboto"/>
                <a:ea typeface="Roboto"/>
                <a:cs typeface="Roboto"/>
                <a:sym typeface="Roboto"/>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maire">
  <p:cSld name="Sommaire4">
    <p:spTree>
      <p:nvGrpSpPr>
        <p:cNvPr id="17" name="Shape 17"/>
        <p:cNvGrpSpPr/>
        <p:nvPr/>
      </p:nvGrpSpPr>
      <p:grpSpPr>
        <a:xfrm>
          <a:off x="0" y="0"/>
          <a:ext cx="0" cy="0"/>
          <a:chOff x="0" y="0"/>
          <a:chExt cx="0" cy="0"/>
        </a:xfrm>
      </p:grpSpPr>
      <p:sp>
        <p:nvSpPr>
          <p:cNvPr id="18" name="Google Shape;18;p3"/>
          <p:cNvSpPr/>
          <p:nvPr/>
        </p:nvSpPr>
        <p:spPr>
          <a:xfrm>
            <a:off x="575072" y="1977271"/>
            <a:ext cx="8568928" cy="1352913"/>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19" name="Google Shape;19;p3"/>
          <p:cNvSpPr/>
          <p:nvPr/>
        </p:nvSpPr>
        <p:spPr>
          <a:xfrm>
            <a:off x="0" y="310325"/>
            <a:ext cx="167700" cy="43677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 name="Google Shape;20;p3"/>
          <p:cNvSpPr txBox="1"/>
          <p:nvPr>
            <p:ph idx="1" type="body"/>
          </p:nvPr>
        </p:nvSpPr>
        <p:spPr>
          <a:xfrm>
            <a:off x="931075" y="518000"/>
            <a:ext cx="6750000" cy="54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Font typeface="Roboto"/>
              <a:buNone/>
              <a:defRPr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2400"/>
              <a:buFont typeface="Roboto"/>
              <a:buNone/>
              <a:defRPr sz="2400"/>
            </a:lvl2pPr>
            <a:lvl3pPr indent="-228600" lvl="2" marL="1371600" algn="l">
              <a:lnSpc>
                <a:spcPct val="120000"/>
              </a:lnSpc>
              <a:spcBef>
                <a:spcPts val="400"/>
              </a:spcBef>
              <a:spcAft>
                <a:spcPts val="0"/>
              </a:spcAft>
              <a:buClr>
                <a:schemeClr val="dk1"/>
              </a:buClr>
              <a:buSzPts val="2400"/>
              <a:buFont typeface="Roboto"/>
              <a:buNone/>
              <a:defRPr sz="2400"/>
            </a:lvl3pPr>
            <a:lvl4pPr indent="-228600" lvl="3" marL="1828800" algn="l">
              <a:lnSpc>
                <a:spcPct val="90000"/>
              </a:lnSpc>
              <a:spcBef>
                <a:spcPts val="400"/>
              </a:spcBef>
              <a:spcAft>
                <a:spcPts val="0"/>
              </a:spcAft>
              <a:buClr>
                <a:schemeClr val="dk1"/>
              </a:buClr>
              <a:buSzPts val="2400"/>
              <a:buFont typeface="Roboto"/>
              <a:buNone/>
              <a:defRPr sz="2400"/>
            </a:lvl4pPr>
            <a:lvl5pPr indent="-228600" lvl="4" marL="2286000" algn="l">
              <a:lnSpc>
                <a:spcPct val="90000"/>
              </a:lnSpc>
              <a:spcBef>
                <a:spcPts val="400"/>
              </a:spcBef>
              <a:spcAft>
                <a:spcPts val="0"/>
              </a:spcAft>
              <a:buClr>
                <a:schemeClr val="dk1"/>
              </a:buClr>
              <a:buSzPts val="2400"/>
              <a:buFont typeface="Roboto"/>
              <a:buNone/>
              <a:defRPr sz="2400"/>
            </a:lvl5pPr>
            <a:lvl6pPr indent="-381000" lvl="5" marL="27432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6pPr>
            <a:lvl7pPr indent="-381000" lvl="6" marL="32004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7pPr>
            <a:lvl8pPr indent="-381000" lvl="7" marL="36576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8pPr>
            <a:lvl9pPr indent="-381000" lvl="8" marL="41148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9pPr>
          </a:lstStyle>
          <a:p/>
        </p:txBody>
      </p:sp>
      <p:sp>
        <p:nvSpPr>
          <p:cNvPr id="21" name="Google Shape;21;p3"/>
          <p:cNvSpPr txBox="1"/>
          <p:nvPr>
            <p:ph idx="2" type="body"/>
          </p:nvPr>
        </p:nvSpPr>
        <p:spPr>
          <a:xfrm>
            <a:off x="931075" y="1085975"/>
            <a:ext cx="6750000" cy="54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Font typeface="Roboto"/>
              <a:buNone/>
              <a:defRPr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2400"/>
              <a:buFont typeface="Roboto"/>
              <a:buNone/>
              <a:defRPr sz="2400"/>
            </a:lvl2pPr>
            <a:lvl3pPr indent="-228600" lvl="2" marL="1371600" algn="l">
              <a:lnSpc>
                <a:spcPct val="120000"/>
              </a:lnSpc>
              <a:spcBef>
                <a:spcPts val="400"/>
              </a:spcBef>
              <a:spcAft>
                <a:spcPts val="0"/>
              </a:spcAft>
              <a:buClr>
                <a:schemeClr val="dk1"/>
              </a:buClr>
              <a:buSzPts val="2400"/>
              <a:buFont typeface="Roboto"/>
              <a:buNone/>
              <a:defRPr sz="2400"/>
            </a:lvl3pPr>
            <a:lvl4pPr indent="-228600" lvl="3" marL="1828800" algn="l">
              <a:lnSpc>
                <a:spcPct val="90000"/>
              </a:lnSpc>
              <a:spcBef>
                <a:spcPts val="400"/>
              </a:spcBef>
              <a:spcAft>
                <a:spcPts val="0"/>
              </a:spcAft>
              <a:buClr>
                <a:schemeClr val="dk1"/>
              </a:buClr>
              <a:buSzPts val="2400"/>
              <a:buFont typeface="Roboto"/>
              <a:buNone/>
              <a:defRPr sz="2400"/>
            </a:lvl4pPr>
            <a:lvl5pPr indent="-228600" lvl="4" marL="2286000" algn="l">
              <a:lnSpc>
                <a:spcPct val="90000"/>
              </a:lnSpc>
              <a:spcBef>
                <a:spcPts val="400"/>
              </a:spcBef>
              <a:spcAft>
                <a:spcPts val="0"/>
              </a:spcAft>
              <a:buClr>
                <a:schemeClr val="dk1"/>
              </a:buClr>
              <a:buSzPts val="2400"/>
              <a:buFont typeface="Roboto"/>
              <a:buNone/>
              <a:defRPr sz="2400"/>
            </a:lvl5pPr>
            <a:lvl6pPr indent="-381000" lvl="5" marL="27432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6pPr>
            <a:lvl7pPr indent="-381000" lvl="6" marL="32004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7pPr>
            <a:lvl8pPr indent="-381000" lvl="7" marL="36576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8pPr>
            <a:lvl9pPr indent="-381000" lvl="8" marL="41148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9pPr>
          </a:lstStyle>
          <a:p/>
        </p:txBody>
      </p:sp>
      <p:sp>
        <p:nvSpPr>
          <p:cNvPr id="22" name="Google Shape;22;p3"/>
          <p:cNvSpPr txBox="1"/>
          <p:nvPr>
            <p:ph idx="3" type="body"/>
          </p:nvPr>
        </p:nvSpPr>
        <p:spPr>
          <a:xfrm>
            <a:off x="931075" y="1653949"/>
            <a:ext cx="6750000" cy="54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Font typeface="Roboto"/>
              <a:buNone/>
              <a:defRPr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2400"/>
              <a:buFont typeface="Roboto"/>
              <a:buNone/>
              <a:defRPr sz="2400"/>
            </a:lvl2pPr>
            <a:lvl3pPr indent="-228600" lvl="2" marL="1371600" algn="l">
              <a:lnSpc>
                <a:spcPct val="120000"/>
              </a:lnSpc>
              <a:spcBef>
                <a:spcPts val="400"/>
              </a:spcBef>
              <a:spcAft>
                <a:spcPts val="0"/>
              </a:spcAft>
              <a:buClr>
                <a:schemeClr val="dk1"/>
              </a:buClr>
              <a:buSzPts val="2400"/>
              <a:buFont typeface="Roboto"/>
              <a:buNone/>
              <a:defRPr sz="2400"/>
            </a:lvl3pPr>
            <a:lvl4pPr indent="-228600" lvl="3" marL="1828800" algn="l">
              <a:lnSpc>
                <a:spcPct val="90000"/>
              </a:lnSpc>
              <a:spcBef>
                <a:spcPts val="400"/>
              </a:spcBef>
              <a:spcAft>
                <a:spcPts val="0"/>
              </a:spcAft>
              <a:buClr>
                <a:schemeClr val="dk1"/>
              </a:buClr>
              <a:buSzPts val="2400"/>
              <a:buFont typeface="Roboto"/>
              <a:buNone/>
              <a:defRPr sz="2400"/>
            </a:lvl4pPr>
            <a:lvl5pPr indent="-228600" lvl="4" marL="2286000" algn="l">
              <a:lnSpc>
                <a:spcPct val="90000"/>
              </a:lnSpc>
              <a:spcBef>
                <a:spcPts val="400"/>
              </a:spcBef>
              <a:spcAft>
                <a:spcPts val="0"/>
              </a:spcAft>
              <a:buClr>
                <a:schemeClr val="dk1"/>
              </a:buClr>
              <a:buSzPts val="2400"/>
              <a:buFont typeface="Roboto"/>
              <a:buNone/>
              <a:defRPr sz="2400"/>
            </a:lvl5pPr>
            <a:lvl6pPr indent="-381000" lvl="5" marL="27432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6pPr>
            <a:lvl7pPr indent="-381000" lvl="6" marL="32004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7pPr>
            <a:lvl8pPr indent="-381000" lvl="7" marL="36576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8pPr>
            <a:lvl9pPr indent="-381000" lvl="8" marL="41148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9pPr>
          </a:lstStyle>
          <a:p/>
        </p:txBody>
      </p:sp>
      <p:sp>
        <p:nvSpPr>
          <p:cNvPr id="23" name="Google Shape;23;p3"/>
          <p:cNvSpPr txBox="1"/>
          <p:nvPr>
            <p:ph idx="4" type="body"/>
          </p:nvPr>
        </p:nvSpPr>
        <p:spPr>
          <a:xfrm>
            <a:off x="503043" y="6248"/>
            <a:ext cx="8568900" cy="304200"/>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chemeClr val="accent1"/>
              </a:buClr>
              <a:buSzPts val="900"/>
              <a:buNone/>
              <a:defRPr sz="900">
                <a:solidFill>
                  <a:schemeClr val="accen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 name="Google Shape;24;p3"/>
          <p:cNvSpPr txBox="1"/>
          <p:nvPr>
            <p:ph idx="5" type="body"/>
          </p:nvPr>
        </p:nvSpPr>
        <p:spPr>
          <a:xfrm>
            <a:off x="931075" y="2221924"/>
            <a:ext cx="6750000" cy="54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Font typeface="Roboto"/>
              <a:buNone/>
              <a:defRPr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2400"/>
              <a:buFont typeface="Roboto"/>
              <a:buNone/>
              <a:defRPr sz="2400"/>
            </a:lvl2pPr>
            <a:lvl3pPr indent="-228600" lvl="2" marL="1371600" algn="l">
              <a:lnSpc>
                <a:spcPct val="120000"/>
              </a:lnSpc>
              <a:spcBef>
                <a:spcPts val="400"/>
              </a:spcBef>
              <a:spcAft>
                <a:spcPts val="0"/>
              </a:spcAft>
              <a:buClr>
                <a:schemeClr val="dk1"/>
              </a:buClr>
              <a:buSzPts val="2400"/>
              <a:buFont typeface="Roboto"/>
              <a:buNone/>
              <a:defRPr sz="2400"/>
            </a:lvl3pPr>
            <a:lvl4pPr indent="-228600" lvl="3" marL="1828800" algn="l">
              <a:lnSpc>
                <a:spcPct val="90000"/>
              </a:lnSpc>
              <a:spcBef>
                <a:spcPts val="400"/>
              </a:spcBef>
              <a:spcAft>
                <a:spcPts val="0"/>
              </a:spcAft>
              <a:buClr>
                <a:schemeClr val="dk1"/>
              </a:buClr>
              <a:buSzPts val="2400"/>
              <a:buFont typeface="Roboto"/>
              <a:buNone/>
              <a:defRPr sz="2400"/>
            </a:lvl4pPr>
            <a:lvl5pPr indent="-228600" lvl="4" marL="2286000" algn="l">
              <a:lnSpc>
                <a:spcPct val="90000"/>
              </a:lnSpc>
              <a:spcBef>
                <a:spcPts val="400"/>
              </a:spcBef>
              <a:spcAft>
                <a:spcPts val="0"/>
              </a:spcAft>
              <a:buClr>
                <a:schemeClr val="dk1"/>
              </a:buClr>
              <a:buSzPts val="2400"/>
              <a:buFont typeface="Roboto"/>
              <a:buNone/>
              <a:defRPr sz="2400"/>
            </a:lvl5pPr>
            <a:lvl6pPr indent="-381000" lvl="5" marL="27432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6pPr>
            <a:lvl7pPr indent="-381000" lvl="6" marL="32004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7pPr>
            <a:lvl8pPr indent="-381000" lvl="7" marL="36576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8pPr>
            <a:lvl9pPr indent="-381000" lvl="8" marL="41148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9pPr>
          </a:lstStyle>
          <a:p/>
        </p:txBody>
      </p:sp>
      <p:sp>
        <p:nvSpPr>
          <p:cNvPr id="25" name="Google Shape;25;p3"/>
          <p:cNvSpPr txBox="1"/>
          <p:nvPr>
            <p:ph idx="6" type="body"/>
          </p:nvPr>
        </p:nvSpPr>
        <p:spPr>
          <a:xfrm>
            <a:off x="931075" y="2789899"/>
            <a:ext cx="6750000" cy="54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Font typeface="Roboto"/>
              <a:buNone/>
              <a:defRPr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2400"/>
              <a:buFont typeface="Roboto"/>
              <a:buNone/>
              <a:defRPr sz="2400"/>
            </a:lvl2pPr>
            <a:lvl3pPr indent="-228600" lvl="2" marL="1371600" algn="l">
              <a:lnSpc>
                <a:spcPct val="120000"/>
              </a:lnSpc>
              <a:spcBef>
                <a:spcPts val="400"/>
              </a:spcBef>
              <a:spcAft>
                <a:spcPts val="0"/>
              </a:spcAft>
              <a:buClr>
                <a:schemeClr val="dk1"/>
              </a:buClr>
              <a:buSzPts val="2400"/>
              <a:buFont typeface="Roboto"/>
              <a:buNone/>
              <a:defRPr sz="2400"/>
            </a:lvl3pPr>
            <a:lvl4pPr indent="-228600" lvl="3" marL="1828800" algn="l">
              <a:lnSpc>
                <a:spcPct val="90000"/>
              </a:lnSpc>
              <a:spcBef>
                <a:spcPts val="400"/>
              </a:spcBef>
              <a:spcAft>
                <a:spcPts val="0"/>
              </a:spcAft>
              <a:buClr>
                <a:schemeClr val="dk1"/>
              </a:buClr>
              <a:buSzPts val="2400"/>
              <a:buFont typeface="Roboto"/>
              <a:buNone/>
              <a:defRPr sz="2400"/>
            </a:lvl4pPr>
            <a:lvl5pPr indent="-228600" lvl="4" marL="2286000" algn="l">
              <a:lnSpc>
                <a:spcPct val="90000"/>
              </a:lnSpc>
              <a:spcBef>
                <a:spcPts val="400"/>
              </a:spcBef>
              <a:spcAft>
                <a:spcPts val="0"/>
              </a:spcAft>
              <a:buClr>
                <a:schemeClr val="dk1"/>
              </a:buClr>
              <a:buSzPts val="2400"/>
              <a:buFont typeface="Roboto"/>
              <a:buNone/>
              <a:defRPr sz="2400"/>
            </a:lvl5pPr>
            <a:lvl6pPr indent="-381000" lvl="5" marL="27432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6pPr>
            <a:lvl7pPr indent="-381000" lvl="6" marL="32004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7pPr>
            <a:lvl8pPr indent="-381000" lvl="7" marL="36576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8pPr>
            <a:lvl9pPr indent="-381000" lvl="8" marL="41148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9pPr>
          </a:lstStyle>
          <a:p/>
        </p:txBody>
      </p:sp>
      <p:sp>
        <p:nvSpPr>
          <p:cNvPr id="26" name="Google Shape;26;p3"/>
          <p:cNvSpPr txBox="1"/>
          <p:nvPr>
            <p:ph idx="7" type="body"/>
          </p:nvPr>
        </p:nvSpPr>
        <p:spPr>
          <a:xfrm>
            <a:off x="931075" y="3357873"/>
            <a:ext cx="6750000" cy="54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Font typeface="Roboto"/>
              <a:buNone/>
              <a:defRPr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2400"/>
              <a:buFont typeface="Roboto"/>
              <a:buNone/>
              <a:defRPr sz="2400"/>
            </a:lvl2pPr>
            <a:lvl3pPr indent="-228600" lvl="2" marL="1371600" algn="l">
              <a:lnSpc>
                <a:spcPct val="120000"/>
              </a:lnSpc>
              <a:spcBef>
                <a:spcPts val="400"/>
              </a:spcBef>
              <a:spcAft>
                <a:spcPts val="0"/>
              </a:spcAft>
              <a:buClr>
                <a:schemeClr val="dk1"/>
              </a:buClr>
              <a:buSzPts val="2400"/>
              <a:buFont typeface="Roboto"/>
              <a:buNone/>
              <a:defRPr sz="2400"/>
            </a:lvl3pPr>
            <a:lvl4pPr indent="-228600" lvl="3" marL="1828800" algn="l">
              <a:lnSpc>
                <a:spcPct val="90000"/>
              </a:lnSpc>
              <a:spcBef>
                <a:spcPts val="400"/>
              </a:spcBef>
              <a:spcAft>
                <a:spcPts val="0"/>
              </a:spcAft>
              <a:buClr>
                <a:schemeClr val="dk1"/>
              </a:buClr>
              <a:buSzPts val="2400"/>
              <a:buFont typeface="Roboto"/>
              <a:buNone/>
              <a:defRPr sz="2400"/>
            </a:lvl4pPr>
            <a:lvl5pPr indent="-228600" lvl="4" marL="2286000" algn="l">
              <a:lnSpc>
                <a:spcPct val="90000"/>
              </a:lnSpc>
              <a:spcBef>
                <a:spcPts val="400"/>
              </a:spcBef>
              <a:spcAft>
                <a:spcPts val="0"/>
              </a:spcAft>
              <a:buClr>
                <a:schemeClr val="dk1"/>
              </a:buClr>
              <a:buSzPts val="2400"/>
              <a:buFont typeface="Roboto"/>
              <a:buNone/>
              <a:defRPr sz="2400"/>
            </a:lvl5pPr>
            <a:lvl6pPr indent="-381000" lvl="5" marL="27432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6pPr>
            <a:lvl7pPr indent="-381000" lvl="6" marL="32004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7pPr>
            <a:lvl8pPr indent="-381000" lvl="7" marL="36576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8pPr>
            <a:lvl9pPr indent="-381000" lvl="8" marL="41148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9pPr>
          </a:lstStyle>
          <a:p/>
        </p:txBody>
      </p:sp>
      <p:sp>
        <p:nvSpPr>
          <p:cNvPr id="27" name="Google Shape;27;p3"/>
          <p:cNvSpPr txBox="1"/>
          <p:nvPr>
            <p:ph idx="8" type="body"/>
          </p:nvPr>
        </p:nvSpPr>
        <p:spPr>
          <a:xfrm>
            <a:off x="931075" y="3925849"/>
            <a:ext cx="6750000" cy="540000"/>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2400"/>
              <a:buFont typeface="Roboto"/>
              <a:buNone/>
              <a:defRPr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2400"/>
              <a:buFont typeface="Roboto"/>
              <a:buNone/>
              <a:defRPr sz="2400"/>
            </a:lvl2pPr>
            <a:lvl3pPr indent="-228600" lvl="2" marL="1371600" algn="l">
              <a:lnSpc>
                <a:spcPct val="120000"/>
              </a:lnSpc>
              <a:spcBef>
                <a:spcPts val="400"/>
              </a:spcBef>
              <a:spcAft>
                <a:spcPts val="0"/>
              </a:spcAft>
              <a:buClr>
                <a:schemeClr val="dk1"/>
              </a:buClr>
              <a:buSzPts val="2400"/>
              <a:buFont typeface="Roboto"/>
              <a:buNone/>
              <a:defRPr sz="2400"/>
            </a:lvl3pPr>
            <a:lvl4pPr indent="-228600" lvl="3" marL="1828800" algn="l">
              <a:lnSpc>
                <a:spcPct val="90000"/>
              </a:lnSpc>
              <a:spcBef>
                <a:spcPts val="400"/>
              </a:spcBef>
              <a:spcAft>
                <a:spcPts val="0"/>
              </a:spcAft>
              <a:buClr>
                <a:schemeClr val="dk1"/>
              </a:buClr>
              <a:buSzPts val="2400"/>
              <a:buFont typeface="Roboto"/>
              <a:buNone/>
              <a:defRPr sz="2400"/>
            </a:lvl4pPr>
            <a:lvl5pPr indent="-228600" lvl="4" marL="2286000" algn="l">
              <a:lnSpc>
                <a:spcPct val="90000"/>
              </a:lnSpc>
              <a:spcBef>
                <a:spcPts val="400"/>
              </a:spcBef>
              <a:spcAft>
                <a:spcPts val="0"/>
              </a:spcAft>
              <a:buClr>
                <a:schemeClr val="dk1"/>
              </a:buClr>
              <a:buSzPts val="2400"/>
              <a:buFont typeface="Roboto"/>
              <a:buNone/>
              <a:defRPr sz="2400"/>
            </a:lvl5pPr>
            <a:lvl6pPr indent="-381000" lvl="5" marL="27432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6pPr>
            <a:lvl7pPr indent="-381000" lvl="6" marL="32004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7pPr>
            <a:lvl8pPr indent="-381000" lvl="7" marL="36576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8pPr>
            <a:lvl9pPr indent="-381000" lvl="8" marL="4114800" algn="l">
              <a:lnSpc>
                <a:spcPct val="90000"/>
              </a:lnSpc>
              <a:spcBef>
                <a:spcPts val="400"/>
              </a:spcBef>
              <a:spcAft>
                <a:spcPts val="0"/>
              </a:spcAft>
              <a:buClr>
                <a:schemeClr val="dk1"/>
              </a:buClr>
              <a:buSzPts val="2400"/>
              <a:buFont typeface="Roboto"/>
              <a:buChar char="•"/>
              <a:defRPr sz="2400">
                <a:latin typeface="Roboto"/>
                <a:ea typeface="Roboto"/>
                <a:cs typeface="Roboto"/>
                <a:sym typeface="Roboto"/>
              </a:defRPr>
            </a:lvl9pPr>
          </a:lstStyle>
          <a:p/>
        </p:txBody>
      </p:sp>
      <p:sp>
        <p:nvSpPr>
          <p:cNvPr id="28" name="Google Shape;28;p3"/>
          <p:cNvSpPr txBox="1"/>
          <p:nvPr>
            <p:ph idx="9" type="body"/>
          </p:nvPr>
        </p:nvSpPr>
        <p:spPr>
          <a:xfrm>
            <a:off x="503050" y="518000"/>
            <a:ext cx="504300" cy="540000"/>
          </a:xfrm>
          <a:prstGeom prst="rect">
            <a:avLst/>
          </a:prstGeom>
          <a:noFill/>
          <a:ln>
            <a:noFill/>
          </a:ln>
        </p:spPr>
        <p:txBody>
          <a:bodyPr anchorCtr="0" anchor="ctr" bIns="34275" lIns="68575" spcFirstLastPara="1" rIns="68575" wrap="square" tIns="34275">
            <a:noAutofit/>
          </a:bodyPr>
          <a:lstStyle>
            <a:lvl1pPr indent="-228600" lvl="0" marL="457200" rtl="0" algn="l">
              <a:lnSpc>
                <a:spcPct val="90000"/>
              </a:lnSpc>
              <a:spcBef>
                <a:spcPts val="800"/>
              </a:spcBef>
              <a:spcAft>
                <a:spcPts val="0"/>
              </a:spcAft>
              <a:buClr>
                <a:srgbClr val="1041BE"/>
              </a:buClr>
              <a:buSzPts val="2300"/>
              <a:buFont typeface="Roboto"/>
              <a:buNone/>
              <a:defRPr b="1" i="0" sz="2300">
                <a:solidFill>
                  <a:srgbClr val="1041BE"/>
                </a:solidFill>
                <a:latin typeface="Roboto"/>
                <a:ea typeface="Roboto"/>
                <a:cs typeface="Roboto"/>
                <a:sym typeface="Roboto"/>
              </a:defRPr>
            </a:lvl1pPr>
            <a:lvl2pPr indent="-228600" lvl="1" marL="914400" rtl="0" algn="l">
              <a:lnSpc>
                <a:spcPct val="90000"/>
              </a:lnSpc>
              <a:spcBef>
                <a:spcPts val="400"/>
              </a:spcBef>
              <a:spcAft>
                <a:spcPts val="0"/>
              </a:spcAft>
              <a:buClr>
                <a:srgbClr val="1041BE"/>
              </a:buClr>
              <a:buSzPts val="1400"/>
              <a:buFont typeface="Roboto"/>
              <a:buNone/>
              <a:defRPr b="1" sz="1400">
                <a:solidFill>
                  <a:srgbClr val="1041BE"/>
                </a:solidFill>
                <a:latin typeface="Roboto"/>
                <a:ea typeface="Roboto"/>
                <a:cs typeface="Roboto"/>
                <a:sym typeface="Roboto"/>
              </a:defRPr>
            </a:lvl2pPr>
            <a:lvl3pPr indent="-228600" lvl="2" marL="1371600" rtl="0" algn="l">
              <a:lnSpc>
                <a:spcPct val="120000"/>
              </a:lnSpc>
              <a:spcBef>
                <a:spcPts val="400"/>
              </a:spcBef>
              <a:spcAft>
                <a:spcPts val="0"/>
              </a:spcAft>
              <a:buClr>
                <a:srgbClr val="1041BE"/>
              </a:buClr>
              <a:buSzPts val="1400"/>
              <a:buFont typeface="Roboto"/>
              <a:buNone/>
              <a:defRPr b="1" sz="1400">
                <a:solidFill>
                  <a:srgbClr val="1041BE"/>
                </a:solidFill>
              </a:defRPr>
            </a:lvl3pPr>
            <a:lvl4pPr indent="-228600" lvl="3" marL="1828800" rtl="0" algn="l">
              <a:lnSpc>
                <a:spcPct val="90000"/>
              </a:lnSpc>
              <a:spcBef>
                <a:spcPts val="400"/>
              </a:spcBef>
              <a:spcAft>
                <a:spcPts val="0"/>
              </a:spcAft>
              <a:buClr>
                <a:srgbClr val="1041BE"/>
              </a:buClr>
              <a:buSzPts val="1400"/>
              <a:buFont typeface="Roboto"/>
              <a:buNone/>
              <a:defRPr b="1" sz="1400">
                <a:solidFill>
                  <a:srgbClr val="1041BE"/>
                </a:solidFill>
              </a:defRPr>
            </a:lvl4pPr>
            <a:lvl5pPr indent="-228600" lvl="4" marL="2286000" rtl="0" algn="l">
              <a:lnSpc>
                <a:spcPct val="90000"/>
              </a:lnSpc>
              <a:spcBef>
                <a:spcPts val="400"/>
              </a:spcBef>
              <a:spcAft>
                <a:spcPts val="0"/>
              </a:spcAft>
              <a:buClr>
                <a:srgbClr val="1041BE"/>
              </a:buClr>
              <a:buSzPts val="1400"/>
              <a:buFont typeface="Roboto"/>
              <a:buNone/>
              <a:defRPr b="1" sz="1400">
                <a:solidFill>
                  <a:srgbClr val="1041BE"/>
                </a:solidFill>
              </a:defRPr>
            </a:lvl5pPr>
            <a:lvl6pPr indent="-317500" lvl="5" marL="27432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6pPr>
            <a:lvl7pPr indent="-317500" lvl="6" marL="32004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7pPr>
            <a:lvl8pPr indent="-317500" lvl="7" marL="36576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8pPr>
            <a:lvl9pPr indent="-317500" lvl="8" marL="41148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9pPr>
          </a:lstStyle>
          <a:p/>
        </p:txBody>
      </p:sp>
      <p:sp>
        <p:nvSpPr>
          <p:cNvPr id="29" name="Google Shape;29;p3"/>
          <p:cNvSpPr txBox="1"/>
          <p:nvPr>
            <p:ph idx="13" type="body"/>
          </p:nvPr>
        </p:nvSpPr>
        <p:spPr>
          <a:xfrm>
            <a:off x="503050" y="1085975"/>
            <a:ext cx="504300" cy="540000"/>
          </a:xfrm>
          <a:prstGeom prst="rect">
            <a:avLst/>
          </a:prstGeom>
          <a:noFill/>
          <a:ln>
            <a:noFill/>
          </a:ln>
        </p:spPr>
        <p:txBody>
          <a:bodyPr anchorCtr="0" anchor="ctr" bIns="34275" lIns="68575" spcFirstLastPara="1" rIns="68575" wrap="square" tIns="34275">
            <a:noAutofit/>
          </a:bodyPr>
          <a:lstStyle>
            <a:lvl1pPr indent="-228600" lvl="0" marL="457200" rtl="0" algn="l">
              <a:lnSpc>
                <a:spcPct val="90000"/>
              </a:lnSpc>
              <a:spcBef>
                <a:spcPts val="800"/>
              </a:spcBef>
              <a:spcAft>
                <a:spcPts val="0"/>
              </a:spcAft>
              <a:buClr>
                <a:srgbClr val="1041BE"/>
              </a:buClr>
              <a:buSzPts val="2300"/>
              <a:buFont typeface="Roboto"/>
              <a:buNone/>
              <a:defRPr b="1" i="0" sz="2300">
                <a:solidFill>
                  <a:srgbClr val="1041BE"/>
                </a:solidFill>
                <a:latin typeface="Roboto"/>
                <a:ea typeface="Roboto"/>
                <a:cs typeface="Roboto"/>
                <a:sym typeface="Roboto"/>
              </a:defRPr>
            </a:lvl1pPr>
            <a:lvl2pPr indent="-228600" lvl="1" marL="914400" rtl="0" algn="l">
              <a:lnSpc>
                <a:spcPct val="90000"/>
              </a:lnSpc>
              <a:spcBef>
                <a:spcPts val="400"/>
              </a:spcBef>
              <a:spcAft>
                <a:spcPts val="0"/>
              </a:spcAft>
              <a:buClr>
                <a:srgbClr val="1041BE"/>
              </a:buClr>
              <a:buSzPts val="1400"/>
              <a:buFont typeface="Roboto"/>
              <a:buNone/>
              <a:defRPr b="1" sz="1400">
                <a:solidFill>
                  <a:srgbClr val="1041BE"/>
                </a:solidFill>
                <a:latin typeface="Roboto"/>
                <a:ea typeface="Roboto"/>
                <a:cs typeface="Roboto"/>
                <a:sym typeface="Roboto"/>
              </a:defRPr>
            </a:lvl2pPr>
            <a:lvl3pPr indent="-228600" lvl="2" marL="1371600" rtl="0" algn="l">
              <a:lnSpc>
                <a:spcPct val="120000"/>
              </a:lnSpc>
              <a:spcBef>
                <a:spcPts val="400"/>
              </a:spcBef>
              <a:spcAft>
                <a:spcPts val="0"/>
              </a:spcAft>
              <a:buClr>
                <a:srgbClr val="1041BE"/>
              </a:buClr>
              <a:buSzPts val="1400"/>
              <a:buFont typeface="Roboto"/>
              <a:buNone/>
              <a:defRPr b="1" sz="1400">
                <a:solidFill>
                  <a:srgbClr val="1041BE"/>
                </a:solidFill>
              </a:defRPr>
            </a:lvl3pPr>
            <a:lvl4pPr indent="-228600" lvl="3" marL="1828800" rtl="0" algn="l">
              <a:lnSpc>
                <a:spcPct val="90000"/>
              </a:lnSpc>
              <a:spcBef>
                <a:spcPts val="400"/>
              </a:spcBef>
              <a:spcAft>
                <a:spcPts val="0"/>
              </a:spcAft>
              <a:buClr>
                <a:srgbClr val="1041BE"/>
              </a:buClr>
              <a:buSzPts val="1400"/>
              <a:buFont typeface="Roboto"/>
              <a:buNone/>
              <a:defRPr b="1" sz="1400">
                <a:solidFill>
                  <a:srgbClr val="1041BE"/>
                </a:solidFill>
              </a:defRPr>
            </a:lvl4pPr>
            <a:lvl5pPr indent="-228600" lvl="4" marL="2286000" rtl="0" algn="l">
              <a:lnSpc>
                <a:spcPct val="90000"/>
              </a:lnSpc>
              <a:spcBef>
                <a:spcPts val="400"/>
              </a:spcBef>
              <a:spcAft>
                <a:spcPts val="0"/>
              </a:spcAft>
              <a:buClr>
                <a:srgbClr val="1041BE"/>
              </a:buClr>
              <a:buSzPts val="1400"/>
              <a:buFont typeface="Roboto"/>
              <a:buNone/>
              <a:defRPr b="1" sz="1400">
                <a:solidFill>
                  <a:srgbClr val="1041BE"/>
                </a:solidFill>
              </a:defRPr>
            </a:lvl5pPr>
            <a:lvl6pPr indent="-317500" lvl="5" marL="27432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6pPr>
            <a:lvl7pPr indent="-317500" lvl="6" marL="32004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7pPr>
            <a:lvl8pPr indent="-317500" lvl="7" marL="36576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8pPr>
            <a:lvl9pPr indent="-317500" lvl="8" marL="41148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9pPr>
          </a:lstStyle>
          <a:p/>
        </p:txBody>
      </p:sp>
      <p:sp>
        <p:nvSpPr>
          <p:cNvPr id="30" name="Google Shape;30;p3"/>
          <p:cNvSpPr txBox="1"/>
          <p:nvPr>
            <p:ph idx="14" type="body"/>
          </p:nvPr>
        </p:nvSpPr>
        <p:spPr>
          <a:xfrm>
            <a:off x="503050" y="1653950"/>
            <a:ext cx="504300" cy="540000"/>
          </a:xfrm>
          <a:prstGeom prst="rect">
            <a:avLst/>
          </a:prstGeom>
          <a:noFill/>
          <a:ln>
            <a:noFill/>
          </a:ln>
        </p:spPr>
        <p:txBody>
          <a:bodyPr anchorCtr="0" anchor="ctr" bIns="34275" lIns="68575" spcFirstLastPara="1" rIns="68575" wrap="square" tIns="34275">
            <a:noAutofit/>
          </a:bodyPr>
          <a:lstStyle>
            <a:lvl1pPr indent="-228600" lvl="0" marL="457200" rtl="0" algn="l">
              <a:lnSpc>
                <a:spcPct val="90000"/>
              </a:lnSpc>
              <a:spcBef>
                <a:spcPts val="800"/>
              </a:spcBef>
              <a:spcAft>
                <a:spcPts val="0"/>
              </a:spcAft>
              <a:buClr>
                <a:srgbClr val="1041BE"/>
              </a:buClr>
              <a:buSzPts val="2300"/>
              <a:buFont typeface="Roboto"/>
              <a:buNone/>
              <a:defRPr b="1" i="0" sz="2300">
                <a:solidFill>
                  <a:srgbClr val="1041BE"/>
                </a:solidFill>
                <a:latin typeface="Roboto"/>
                <a:ea typeface="Roboto"/>
                <a:cs typeface="Roboto"/>
                <a:sym typeface="Roboto"/>
              </a:defRPr>
            </a:lvl1pPr>
            <a:lvl2pPr indent="-228600" lvl="1" marL="914400" rtl="0" algn="l">
              <a:lnSpc>
                <a:spcPct val="90000"/>
              </a:lnSpc>
              <a:spcBef>
                <a:spcPts val="400"/>
              </a:spcBef>
              <a:spcAft>
                <a:spcPts val="0"/>
              </a:spcAft>
              <a:buClr>
                <a:srgbClr val="1041BE"/>
              </a:buClr>
              <a:buSzPts val="1400"/>
              <a:buFont typeface="Roboto"/>
              <a:buNone/>
              <a:defRPr b="1" sz="1400">
                <a:solidFill>
                  <a:srgbClr val="1041BE"/>
                </a:solidFill>
                <a:latin typeface="Roboto"/>
                <a:ea typeface="Roboto"/>
                <a:cs typeface="Roboto"/>
                <a:sym typeface="Roboto"/>
              </a:defRPr>
            </a:lvl2pPr>
            <a:lvl3pPr indent="-228600" lvl="2" marL="1371600" rtl="0" algn="l">
              <a:lnSpc>
                <a:spcPct val="120000"/>
              </a:lnSpc>
              <a:spcBef>
                <a:spcPts val="400"/>
              </a:spcBef>
              <a:spcAft>
                <a:spcPts val="0"/>
              </a:spcAft>
              <a:buClr>
                <a:srgbClr val="1041BE"/>
              </a:buClr>
              <a:buSzPts val="1400"/>
              <a:buFont typeface="Roboto"/>
              <a:buNone/>
              <a:defRPr b="1" sz="1400">
                <a:solidFill>
                  <a:srgbClr val="1041BE"/>
                </a:solidFill>
              </a:defRPr>
            </a:lvl3pPr>
            <a:lvl4pPr indent="-228600" lvl="3" marL="1828800" rtl="0" algn="l">
              <a:lnSpc>
                <a:spcPct val="90000"/>
              </a:lnSpc>
              <a:spcBef>
                <a:spcPts val="400"/>
              </a:spcBef>
              <a:spcAft>
                <a:spcPts val="0"/>
              </a:spcAft>
              <a:buClr>
                <a:srgbClr val="1041BE"/>
              </a:buClr>
              <a:buSzPts val="1400"/>
              <a:buFont typeface="Roboto"/>
              <a:buNone/>
              <a:defRPr b="1" sz="1400">
                <a:solidFill>
                  <a:srgbClr val="1041BE"/>
                </a:solidFill>
              </a:defRPr>
            </a:lvl4pPr>
            <a:lvl5pPr indent="-228600" lvl="4" marL="2286000" rtl="0" algn="l">
              <a:lnSpc>
                <a:spcPct val="90000"/>
              </a:lnSpc>
              <a:spcBef>
                <a:spcPts val="400"/>
              </a:spcBef>
              <a:spcAft>
                <a:spcPts val="0"/>
              </a:spcAft>
              <a:buClr>
                <a:srgbClr val="1041BE"/>
              </a:buClr>
              <a:buSzPts val="1400"/>
              <a:buFont typeface="Roboto"/>
              <a:buNone/>
              <a:defRPr b="1" sz="1400">
                <a:solidFill>
                  <a:srgbClr val="1041BE"/>
                </a:solidFill>
              </a:defRPr>
            </a:lvl5pPr>
            <a:lvl6pPr indent="-317500" lvl="5" marL="27432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6pPr>
            <a:lvl7pPr indent="-317500" lvl="6" marL="32004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7pPr>
            <a:lvl8pPr indent="-317500" lvl="7" marL="36576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8pPr>
            <a:lvl9pPr indent="-317500" lvl="8" marL="41148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9pPr>
          </a:lstStyle>
          <a:p/>
        </p:txBody>
      </p:sp>
      <p:sp>
        <p:nvSpPr>
          <p:cNvPr id="31" name="Google Shape;31;p3"/>
          <p:cNvSpPr txBox="1"/>
          <p:nvPr>
            <p:ph idx="15" type="body"/>
          </p:nvPr>
        </p:nvSpPr>
        <p:spPr>
          <a:xfrm>
            <a:off x="503050" y="2221925"/>
            <a:ext cx="504300" cy="540000"/>
          </a:xfrm>
          <a:prstGeom prst="rect">
            <a:avLst/>
          </a:prstGeom>
          <a:noFill/>
          <a:ln>
            <a:noFill/>
          </a:ln>
        </p:spPr>
        <p:txBody>
          <a:bodyPr anchorCtr="0" anchor="ctr" bIns="34275" lIns="68575" spcFirstLastPara="1" rIns="68575" wrap="square" tIns="34275">
            <a:noAutofit/>
          </a:bodyPr>
          <a:lstStyle>
            <a:lvl1pPr indent="-228600" lvl="0" marL="457200" rtl="0" algn="l">
              <a:lnSpc>
                <a:spcPct val="90000"/>
              </a:lnSpc>
              <a:spcBef>
                <a:spcPts val="800"/>
              </a:spcBef>
              <a:spcAft>
                <a:spcPts val="0"/>
              </a:spcAft>
              <a:buClr>
                <a:srgbClr val="1041BE"/>
              </a:buClr>
              <a:buSzPts val="2300"/>
              <a:buFont typeface="Roboto"/>
              <a:buNone/>
              <a:defRPr b="1" i="0" sz="2300">
                <a:solidFill>
                  <a:srgbClr val="1041BE"/>
                </a:solidFill>
                <a:latin typeface="Roboto"/>
                <a:ea typeface="Roboto"/>
                <a:cs typeface="Roboto"/>
                <a:sym typeface="Roboto"/>
              </a:defRPr>
            </a:lvl1pPr>
            <a:lvl2pPr indent="-228600" lvl="1" marL="914400" rtl="0" algn="l">
              <a:lnSpc>
                <a:spcPct val="90000"/>
              </a:lnSpc>
              <a:spcBef>
                <a:spcPts val="400"/>
              </a:spcBef>
              <a:spcAft>
                <a:spcPts val="0"/>
              </a:spcAft>
              <a:buClr>
                <a:srgbClr val="1041BE"/>
              </a:buClr>
              <a:buSzPts val="1400"/>
              <a:buFont typeface="Roboto"/>
              <a:buNone/>
              <a:defRPr b="1" sz="1400">
                <a:solidFill>
                  <a:srgbClr val="1041BE"/>
                </a:solidFill>
                <a:latin typeface="Roboto"/>
                <a:ea typeface="Roboto"/>
                <a:cs typeface="Roboto"/>
                <a:sym typeface="Roboto"/>
              </a:defRPr>
            </a:lvl2pPr>
            <a:lvl3pPr indent="-228600" lvl="2" marL="1371600" rtl="0" algn="l">
              <a:lnSpc>
                <a:spcPct val="120000"/>
              </a:lnSpc>
              <a:spcBef>
                <a:spcPts val="400"/>
              </a:spcBef>
              <a:spcAft>
                <a:spcPts val="0"/>
              </a:spcAft>
              <a:buClr>
                <a:srgbClr val="1041BE"/>
              </a:buClr>
              <a:buSzPts val="1400"/>
              <a:buFont typeface="Roboto"/>
              <a:buNone/>
              <a:defRPr b="1" sz="1400">
                <a:solidFill>
                  <a:srgbClr val="1041BE"/>
                </a:solidFill>
              </a:defRPr>
            </a:lvl3pPr>
            <a:lvl4pPr indent="-228600" lvl="3" marL="1828800" rtl="0" algn="l">
              <a:lnSpc>
                <a:spcPct val="90000"/>
              </a:lnSpc>
              <a:spcBef>
                <a:spcPts val="400"/>
              </a:spcBef>
              <a:spcAft>
                <a:spcPts val="0"/>
              </a:spcAft>
              <a:buClr>
                <a:srgbClr val="1041BE"/>
              </a:buClr>
              <a:buSzPts val="1400"/>
              <a:buFont typeface="Roboto"/>
              <a:buNone/>
              <a:defRPr b="1" sz="1400">
                <a:solidFill>
                  <a:srgbClr val="1041BE"/>
                </a:solidFill>
              </a:defRPr>
            </a:lvl4pPr>
            <a:lvl5pPr indent="-228600" lvl="4" marL="2286000" rtl="0" algn="l">
              <a:lnSpc>
                <a:spcPct val="90000"/>
              </a:lnSpc>
              <a:spcBef>
                <a:spcPts val="400"/>
              </a:spcBef>
              <a:spcAft>
                <a:spcPts val="0"/>
              </a:spcAft>
              <a:buClr>
                <a:srgbClr val="1041BE"/>
              </a:buClr>
              <a:buSzPts val="1400"/>
              <a:buFont typeface="Roboto"/>
              <a:buNone/>
              <a:defRPr b="1" sz="1400">
                <a:solidFill>
                  <a:srgbClr val="1041BE"/>
                </a:solidFill>
              </a:defRPr>
            </a:lvl5pPr>
            <a:lvl6pPr indent="-317500" lvl="5" marL="27432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6pPr>
            <a:lvl7pPr indent="-317500" lvl="6" marL="32004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7pPr>
            <a:lvl8pPr indent="-317500" lvl="7" marL="36576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8pPr>
            <a:lvl9pPr indent="-317500" lvl="8" marL="41148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9pPr>
          </a:lstStyle>
          <a:p/>
        </p:txBody>
      </p:sp>
      <p:sp>
        <p:nvSpPr>
          <p:cNvPr id="32" name="Google Shape;32;p3"/>
          <p:cNvSpPr txBox="1"/>
          <p:nvPr>
            <p:ph idx="16" type="body"/>
          </p:nvPr>
        </p:nvSpPr>
        <p:spPr>
          <a:xfrm>
            <a:off x="503050" y="2789899"/>
            <a:ext cx="504300" cy="540000"/>
          </a:xfrm>
          <a:prstGeom prst="rect">
            <a:avLst/>
          </a:prstGeom>
          <a:noFill/>
          <a:ln>
            <a:noFill/>
          </a:ln>
        </p:spPr>
        <p:txBody>
          <a:bodyPr anchorCtr="0" anchor="ctr" bIns="34275" lIns="68575" spcFirstLastPara="1" rIns="68575" wrap="square" tIns="34275">
            <a:noAutofit/>
          </a:bodyPr>
          <a:lstStyle>
            <a:lvl1pPr indent="-228600" lvl="0" marL="457200" rtl="0" algn="l">
              <a:lnSpc>
                <a:spcPct val="90000"/>
              </a:lnSpc>
              <a:spcBef>
                <a:spcPts val="800"/>
              </a:spcBef>
              <a:spcAft>
                <a:spcPts val="0"/>
              </a:spcAft>
              <a:buClr>
                <a:srgbClr val="1041BE"/>
              </a:buClr>
              <a:buSzPts val="2300"/>
              <a:buFont typeface="Roboto"/>
              <a:buNone/>
              <a:defRPr b="1" i="0" sz="2300">
                <a:solidFill>
                  <a:srgbClr val="1041BE"/>
                </a:solidFill>
                <a:latin typeface="Roboto"/>
                <a:ea typeface="Roboto"/>
                <a:cs typeface="Roboto"/>
                <a:sym typeface="Roboto"/>
              </a:defRPr>
            </a:lvl1pPr>
            <a:lvl2pPr indent="-228600" lvl="1" marL="914400" rtl="0" algn="l">
              <a:lnSpc>
                <a:spcPct val="90000"/>
              </a:lnSpc>
              <a:spcBef>
                <a:spcPts val="400"/>
              </a:spcBef>
              <a:spcAft>
                <a:spcPts val="0"/>
              </a:spcAft>
              <a:buClr>
                <a:srgbClr val="1041BE"/>
              </a:buClr>
              <a:buSzPts val="1400"/>
              <a:buFont typeface="Roboto"/>
              <a:buNone/>
              <a:defRPr b="1" sz="1400">
                <a:solidFill>
                  <a:srgbClr val="1041BE"/>
                </a:solidFill>
                <a:latin typeface="Roboto"/>
                <a:ea typeface="Roboto"/>
                <a:cs typeface="Roboto"/>
                <a:sym typeface="Roboto"/>
              </a:defRPr>
            </a:lvl2pPr>
            <a:lvl3pPr indent="-228600" lvl="2" marL="1371600" rtl="0" algn="l">
              <a:lnSpc>
                <a:spcPct val="120000"/>
              </a:lnSpc>
              <a:spcBef>
                <a:spcPts val="400"/>
              </a:spcBef>
              <a:spcAft>
                <a:spcPts val="0"/>
              </a:spcAft>
              <a:buClr>
                <a:srgbClr val="1041BE"/>
              </a:buClr>
              <a:buSzPts val="1400"/>
              <a:buFont typeface="Roboto"/>
              <a:buNone/>
              <a:defRPr b="1" sz="1400">
                <a:solidFill>
                  <a:srgbClr val="1041BE"/>
                </a:solidFill>
              </a:defRPr>
            </a:lvl3pPr>
            <a:lvl4pPr indent="-228600" lvl="3" marL="1828800" rtl="0" algn="l">
              <a:lnSpc>
                <a:spcPct val="90000"/>
              </a:lnSpc>
              <a:spcBef>
                <a:spcPts val="400"/>
              </a:spcBef>
              <a:spcAft>
                <a:spcPts val="0"/>
              </a:spcAft>
              <a:buClr>
                <a:srgbClr val="1041BE"/>
              </a:buClr>
              <a:buSzPts val="1400"/>
              <a:buFont typeface="Roboto"/>
              <a:buNone/>
              <a:defRPr b="1" sz="1400">
                <a:solidFill>
                  <a:srgbClr val="1041BE"/>
                </a:solidFill>
              </a:defRPr>
            </a:lvl4pPr>
            <a:lvl5pPr indent="-228600" lvl="4" marL="2286000" rtl="0" algn="l">
              <a:lnSpc>
                <a:spcPct val="90000"/>
              </a:lnSpc>
              <a:spcBef>
                <a:spcPts val="400"/>
              </a:spcBef>
              <a:spcAft>
                <a:spcPts val="0"/>
              </a:spcAft>
              <a:buClr>
                <a:srgbClr val="1041BE"/>
              </a:buClr>
              <a:buSzPts val="1400"/>
              <a:buFont typeface="Roboto"/>
              <a:buNone/>
              <a:defRPr b="1" sz="1400">
                <a:solidFill>
                  <a:srgbClr val="1041BE"/>
                </a:solidFill>
              </a:defRPr>
            </a:lvl5pPr>
            <a:lvl6pPr indent="-317500" lvl="5" marL="27432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6pPr>
            <a:lvl7pPr indent="-317500" lvl="6" marL="32004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7pPr>
            <a:lvl8pPr indent="-317500" lvl="7" marL="36576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8pPr>
            <a:lvl9pPr indent="-317500" lvl="8" marL="41148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9pPr>
          </a:lstStyle>
          <a:p/>
        </p:txBody>
      </p:sp>
      <p:sp>
        <p:nvSpPr>
          <p:cNvPr id="33" name="Google Shape;33;p3"/>
          <p:cNvSpPr txBox="1"/>
          <p:nvPr>
            <p:ph idx="17" type="body"/>
          </p:nvPr>
        </p:nvSpPr>
        <p:spPr>
          <a:xfrm>
            <a:off x="503050" y="3357874"/>
            <a:ext cx="504300" cy="540000"/>
          </a:xfrm>
          <a:prstGeom prst="rect">
            <a:avLst/>
          </a:prstGeom>
          <a:noFill/>
          <a:ln>
            <a:noFill/>
          </a:ln>
        </p:spPr>
        <p:txBody>
          <a:bodyPr anchorCtr="0" anchor="ctr" bIns="34275" lIns="68575" spcFirstLastPara="1" rIns="68575" wrap="square" tIns="34275">
            <a:noAutofit/>
          </a:bodyPr>
          <a:lstStyle>
            <a:lvl1pPr indent="-228600" lvl="0" marL="457200" rtl="0" algn="l">
              <a:lnSpc>
                <a:spcPct val="90000"/>
              </a:lnSpc>
              <a:spcBef>
                <a:spcPts val="800"/>
              </a:spcBef>
              <a:spcAft>
                <a:spcPts val="0"/>
              </a:spcAft>
              <a:buClr>
                <a:srgbClr val="1041BE"/>
              </a:buClr>
              <a:buSzPts val="2300"/>
              <a:buFont typeface="Roboto"/>
              <a:buNone/>
              <a:defRPr b="1" i="0" sz="2300">
                <a:solidFill>
                  <a:srgbClr val="1041BE"/>
                </a:solidFill>
                <a:latin typeface="Roboto"/>
                <a:ea typeface="Roboto"/>
                <a:cs typeface="Roboto"/>
                <a:sym typeface="Roboto"/>
              </a:defRPr>
            </a:lvl1pPr>
            <a:lvl2pPr indent="-228600" lvl="1" marL="914400" rtl="0" algn="l">
              <a:lnSpc>
                <a:spcPct val="90000"/>
              </a:lnSpc>
              <a:spcBef>
                <a:spcPts val="400"/>
              </a:spcBef>
              <a:spcAft>
                <a:spcPts val="0"/>
              </a:spcAft>
              <a:buClr>
                <a:srgbClr val="1041BE"/>
              </a:buClr>
              <a:buSzPts val="1400"/>
              <a:buFont typeface="Roboto"/>
              <a:buNone/>
              <a:defRPr b="1" sz="1400">
                <a:solidFill>
                  <a:srgbClr val="1041BE"/>
                </a:solidFill>
                <a:latin typeface="Roboto"/>
                <a:ea typeface="Roboto"/>
                <a:cs typeface="Roboto"/>
                <a:sym typeface="Roboto"/>
              </a:defRPr>
            </a:lvl2pPr>
            <a:lvl3pPr indent="-228600" lvl="2" marL="1371600" rtl="0" algn="l">
              <a:lnSpc>
                <a:spcPct val="120000"/>
              </a:lnSpc>
              <a:spcBef>
                <a:spcPts val="400"/>
              </a:spcBef>
              <a:spcAft>
                <a:spcPts val="0"/>
              </a:spcAft>
              <a:buClr>
                <a:srgbClr val="1041BE"/>
              </a:buClr>
              <a:buSzPts val="1400"/>
              <a:buFont typeface="Roboto"/>
              <a:buNone/>
              <a:defRPr b="1" sz="1400">
                <a:solidFill>
                  <a:srgbClr val="1041BE"/>
                </a:solidFill>
              </a:defRPr>
            </a:lvl3pPr>
            <a:lvl4pPr indent="-228600" lvl="3" marL="1828800" rtl="0" algn="l">
              <a:lnSpc>
                <a:spcPct val="90000"/>
              </a:lnSpc>
              <a:spcBef>
                <a:spcPts val="400"/>
              </a:spcBef>
              <a:spcAft>
                <a:spcPts val="0"/>
              </a:spcAft>
              <a:buClr>
                <a:srgbClr val="1041BE"/>
              </a:buClr>
              <a:buSzPts val="1400"/>
              <a:buFont typeface="Roboto"/>
              <a:buNone/>
              <a:defRPr b="1" sz="1400">
                <a:solidFill>
                  <a:srgbClr val="1041BE"/>
                </a:solidFill>
              </a:defRPr>
            </a:lvl4pPr>
            <a:lvl5pPr indent="-228600" lvl="4" marL="2286000" rtl="0" algn="l">
              <a:lnSpc>
                <a:spcPct val="90000"/>
              </a:lnSpc>
              <a:spcBef>
                <a:spcPts val="400"/>
              </a:spcBef>
              <a:spcAft>
                <a:spcPts val="0"/>
              </a:spcAft>
              <a:buClr>
                <a:srgbClr val="1041BE"/>
              </a:buClr>
              <a:buSzPts val="1400"/>
              <a:buFont typeface="Roboto"/>
              <a:buNone/>
              <a:defRPr b="1" sz="1400">
                <a:solidFill>
                  <a:srgbClr val="1041BE"/>
                </a:solidFill>
              </a:defRPr>
            </a:lvl5pPr>
            <a:lvl6pPr indent="-317500" lvl="5" marL="27432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6pPr>
            <a:lvl7pPr indent="-317500" lvl="6" marL="32004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7pPr>
            <a:lvl8pPr indent="-317500" lvl="7" marL="36576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8pPr>
            <a:lvl9pPr indent="-317500" lvl="8" marL="41148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9pPr>
          </a:lstStyle>
          <a:p/>
        </p:txBody>
      </p:sp>
      <p:sp>
        <p:nvSpPr>
          <p:cNvPr id="34" name="Google Shape;34;p3"/>
          <p:cNvSpPr txBox="1"/>
          <p:nvPr>
            <p:ph idx="18" type="body"/>
          </p:nvPr>
        </p:nvSpPr>
        <p:spPr>
          <a:xfrm>
            <a:off x="503050" y="3925850"/>
            <a:ext cx="504300" cy="540000"/>
          </a:xfrm>
          <a:prstGeom prst="rect">
            <a:avLst/>
          </a:prstGeom>
          <a:noFill/>
          <a:ln>
            <a:noFill/>
          </a:ln>
        </p:spPr>
        <p:txBody>
          <a:bodyPr anchorCtr="0" anchor="ctr" bIns="34275" lIns="68575" spcFirstLastPara="1" rIns="68575" wrap="square" tIns="34275">
            <a:noAutofit/>
          </a:bodyPr>
          <a:lstStyle>
            <a:lvl1pPr indent="-228600" lvl="0" marL="457200" rtl="0" algn="l">
              <a:lnSpc>
                <a:spcPct val="90000"/>
              </a:lnSpc>
              <a:spcBef>
                <a:spcPts val="800"/>
              </a:spcBef>
              <a:spcAft>
                <a:spcPts val="0"/>
              </a:spcAft>
              <a:buClr>
                <a:srgbClr val="1041BE"/>
              </a:buClr>
              <a:buSzPts val="2300"/>
              <a:buFont typeface="Roboto"/>
              <a:buNone/>
              <a:defRPr b="1" i="0" sz="2300">
                <a:solidFill>
                  <a:srgbClr val="1041BE"/>
                </a:solidFill>
                <a:latin typeface="Roboto"/>
                <a:ea typeface="Roboto"/>
                <a:cs typeface="Roboto"/>
                <a:sym typeface="Roboto"/>
              </a:defRPr>
            </a:lvl1pPr>
            <a:lvl2pPr indent="-228600" lvl="1" marL="914400" rtl="0" algn="l">
              <a:lnSpc>
                <a:spcPct val="90000"/>
              </a:lnSpc>
              <a:spcBef>
                <a:spcPts val="400"/>
              </a:spcBef>
              <a:spcAft>
                <a:spcPts val="0"/>
              </a:spcAft>
              <a:buClr>
                <a:srgbClr val="1041BE"/>
              </a:buClr>
              <a:buSzPts val="1400"/>
              <a:buFont typeface="Roboto"/>
              <a:buNone/>
              <a:defRPr b="1" sz="1400">
                <a:solidFill>
                  <a:srgbClr val="1041BE"/>
                </a:solidFill>
                <a:latin typeface="Roboto"/>
                <a:ea typeface="Roboto"/>
                <a:cs typeface="Roboto"/>
                <a:sym typeface="Roboto"/>
              </a:defRPr>
            </a:lvl2pPr>
            <a:lvl3pPr indent="-228600" lvl="2" marL="1371600" rtl="0" algn="l">
              <a:lnSpc>
                <a:spcPct val="120000"/>
              </a:lnSpc>
              <a:spcBef>
                <a:spcPts val="400"/>
              </a:spcBef>
              <a:spcAft>
                <a:spcPts val="0"/>
              </a:spcAft>
              <a:buClr>
                <a:srgbClr val="1041BE"/>
              </a:buClr>
              <a:buSzPts val="1400"/>
              <a:buFont typeface="Roboto"/>
              <a:buNone/>
              <a:defRPr b="1" sz="1400">
                <a:solidFill>
                  <a:srgbClr val="1041BE"/>
                </a:solidFill>
              </a:defRPr>
            </a:lvl3pPr>
            <a:lvl4pPr indent="-228600" lvl="3" marL="1828800" rtl="0" algn="l">
              <a:lnSpc>
                <a:spcPct val="90000"/>
              </a:lnSpc>
              <a:spcBef>
                <a:spcPts val="400"/>
              </a:spcBef>
              <a:spcAft>
                <a:spcPts val="0"/>
              </a:spcAft>
              <a:buClr>
                <a:srgbClr val="1041BE"/>
              </a:buClr>
              <a:buSzPts val="1400"/>
              <a:buFont typeface="Roboto"/>
              <a:buNone/>
              <a:defRPr b="1" sz="1400">
                <a:solidFill>
                  <a:srgbClr val="1041BE"/>
                </a:solidFill>
              </a:defRPr>
            </a:lvl4pPr>
            <a:lvl5pPr indent="-228600" lvl="4" marL="2286000" rtl="0" algn="l">
              <a:lnSpc>
                <a:spcPct val="90000"/>
              </a:lnSpc>
              <a:spcBef>
                <a:spcPts val="400"/>
              </a:spcBef>
              <a:spcAft>
                <a:spcPts val="0"/>
              </a:spcAft>
              <a:buClr>
                <a:srgbClr val="1041BE"/>
              </a:buClr>
              <a:buSzPts val="1400"/>
              <a:buFont typeface="Roboto"/>
              <a:buNone/>
              <a:defRPr b="1" sz="1400">
                <a:solidFill>
                  <a:srgbClr val="1041BE"/>
                </a:solidFill>
              </a:defRPr>
            </a:lvl5pPr>
            <a:lvl6pPr indent="-317500" lvl="5" marL="27432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6pPr>
            <a:lvl7pPr indent="-317500" lvl="6" marL="32004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7pPr>
            <a:lvl8pPr indent="-317500" lvl="7" marL="36576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8pPr>
            <a:lvl9pPr indent="-317500" lvl="8" marL="4114800" rtl="0" algn="l">
              <a:lnSpc>
                <a:spcPct val="90000"/>
              </a:lnSpc>
              <a:spcBef>
                <a:spcPts val="400"/>
              </a:spcBef>
              <a:spcAft>
                <a:spcPts val="0"/>
              </a:spcAft>
              <a:buClr>
                <a:srgbClr val="1041BE"/>
              </a:buClr>
              <a:buSzPts val="1400"/>
              <a:buFont typeface="Roboto"/>
              <a:buChar char="•"/>
              <a:defRPr b="1">
                <a:solidFill>
                  <a:srgbClr val="1041BE"/>
                </a:solidFill>
                <a:latin typeface="Roboto"/>
                <a:ea typeface="Roboto"/>
                <a:cs typeface="Roboto"/>
                <a:sym typeface="Roboto"/>
              </a:defRPr>
            </a:lvl9pPr>
          </a:lstStyle>
          <a:p/>
        </p:txBody>
      </p:sp>
    </p:spTree>
  </p:cSld>
  <p:clrMapOvr>
    <a:masterClrMapping/>
  </p:clrMapOvr>
  <p:extLst>
    <p:ext uri="{DCECCB84-F9BA-43D5-87BE-67443E8EF086}">
      <p15:sldGuideLst>
        <p15:guide id="1" pos="317">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chapitre 1">
  <p:cSld name="Titre de chapitre 1">
    <p:spTree>
      <p:nvGrpSpPr>
        <p:cNvPr id="35" name="Shape 35"/>
        <p:cNvGrpSpPr/>
        <p:nvPr/>
      </p:nvGrpSpPr>
      <p:grpSpPr>
        <a:xfrm>
          <a:off x="0" y="0"/>
          <a:ext cx="0" cy="0"/>
          <a:chOff x="0" y="0"/>
          <a:chExt cx="0" cy="0"/>
        </a:xfrm>
      </p:grpSpPr>
      <p:sp>
        <p:nvSpPr>
          <p:cNvPr id="36" name="Google Shape;36;p4"/>
          <p:cNvSpPr txBox="1"/>
          <p:nvPr>
            <p:ph type="ctrTitle"/>
          </p:nvPr>
        </p:nvSpPr>
        <p:spPr>
          <a:xfrm>
            <a:off x="2863400" y="2125276"/>
            <a:ext cx="5273400" cy="10914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dk1"/>
              </a:buClr>
              <a:buSzPts val="3200"/>
              <a:buFont typeface="Roboto Medium"/>
              <a:buNone/>
              <a:defRPr b="0" i="0" sz="3200">
                <a:solidFill>
                  <a:schemeClr val="dk1"/>
                </a:solidFill>
                <a:latin typeface="Roboto Medium"/>
                <a:ea typeface="Roboto Medium"/>
                <a:cs typeface="Roboto Medium"/>
                <a:sym typeface="Roboto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7" name="Google Shape;37;p4"/>
          <p:cNvSpPr/>
          <p:nvPr/>
        </p:nvSpPr>
        <p:spPr>
          <a:xfrm>
            <a:off x="0" y="0"/>
            <a:ext cx="23544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8" name="Google Shape;38;p4"/>
          <p:cNvSpPr txBox="1"/>
          <p:nvPr>
            <p:ph idx="1" type="subTitle"/>
          </p:nvPr>
        </p:nvSpPr>
        <p:spPr>
          <a:xfrm>
            <a:off x="2880808" y="1834356"/>
            <a:ext cx="4804200" cy="273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rgbClr val="1041BE"/>
              </a:buClr>
              <a:buSzPts val="1100"/>
              <a:buNone/>
              <a:defRPr sz="1100">
                <a:solidFill>
                  <a:srgbClr val="1041BE"/>
                </a:solidFill>
                <a:latin typeface="Roboto"/>
                <a:ea typeface="Roboto"/>
                <a:cs typeface="Roboto"/>
                <a:sym typeface="Roboto"/>
              </a:defRPr>
            </a:lvl1pPr>
            <a:lvl2pPr lvl="1" algn="ctr">
              <a:lnSpc>
                <a:spcPct val="90000"/>
              </a:lnSpc>
              <a:spcBef>
                <a:spcPts val="400"/>
              </a:spcBef>
              <a:spcAft>
                <a:spcPts val="0"/>
              </a:spcAft>
              <a:buClr>
                <a:schemeClr val="dk1"/>
              </a:buClr>
              <a:buSzPts val="1500"/>
              <a:buNone/>
              <a:defRPr sz="1500"/>
            </a:lvl2pPr>
            <a:lvl3pPr lvl="2" algn="ctr">
              <a:lnSpc>
                <a:spcPct val="12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pic>
        <p:nvPicPr>
          <p:cNvPr id="39" name="Google Shape;39;p4"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pic>
        <p:nvPicPr>
          <p:cNvPr id="40" name="Google Shape;40;p4" title="losange blanc fvae@2x.png"/>
          <p:cNvPicPr preferRelativeResize="0"/>
          <p:nvPr/>
        </p:nvPicPr>
        <p:blipFill>
          <a:blip r:embed="rId3">
            <a:alphaModFix/>
          </a:blip>
          <a:stretch>
            <a:fillRect/>
          </a:stretch>
        </p:blipFill>
        <p:spPr>
          <a:xfrm>
            <a:off x="765875" y="2187553"/>
            <a:ext cx="822652" cy="920723"/>
          </a:xfrm>
          <a:prstGeom prst="rect">
            <a:avLst/>
          </a:prstGeom>
          <a:noFill/>
          <a:ln>
            <a:noFill/>
          </a:ln>
        </p:spPr>
      </p:pic>
      <p:sp>
        <p:nvSpPr>
          <p:cNvPr id="41" name="Google Shape;41;p4"/>
          <p:cNvSpPr txBox="1"/>
          <p:nvPr>
            <p:ph idx="2" type="ctrTitle"/>
          </p:nvPr>
        </p:nvSpPr>
        <p:spPr>
          <a:xfrm>
            <a:off x="559000" y="1924025"/>
            <a:ext cx="1236300" cy="13836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rgbClr val="1041BE"/>
              </a:buClr>
              <a:buSzPts val="2200"/>
              <a:buNone/>
              <a:defRPr i="0" sz="2200">
                <a:solidFill>
                  <a:srgbClr val="1041BE"/>
                </a:solidFill>
              </a:defRPr>
            </a:lvl1pPr>
            <a:lvl2pPr lvl="1"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2pPr>
            <a:lvl3pPr lvl="2"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3pPr>
            <a:lvl4pPr lvl="3"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4pPr>
            <a:lvl5pPr lvl="4"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5pPr>
            <a:lvl6pPr lvl="5"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6pPr>
            <a:lvl7pPr lvl="6"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7pPr>
            <a:lvl8pPr lvl="7"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8pPr>
            <a:lvl9pPr lvl="8" algn="ctr">
              <a:spcBef>
                <a:spcPts val="0"/>
              </a:spcBef>
              <a:spcAft>
                <a:spcPts val="0"/>
              </a:spcAft>
              <a:buClr>
                <a:schemeClr val="lt1"/>
              </a:buClr>
              <a:buSzPts val="2200"/>
              <a:buFont typeface="Roboto"/>
              <a:buNone/>
              <a:defRPr sz="2200">
                <a:solidFill>
                  <a:schemeClr val="lt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chapitre 2">
  <p:cSld name="Titre de chapitre 2">
    <p:spTree>
      <p:nvGrpSpPr>
        <p:cNvPr id="42" name="Shape 42"/>
        <p:cNvGrpSpPr/>
        <p:nvPr/>
      </p:nvGrpSpPr>
      <p:grpSpPr>
        <a:xfrm>
          <a:off x="0" y="0"/>
          <a:ext cx="0" cy="0"/>
          <a:chOff x="0" y="0"/>
          <a:chExt cx="0" cy="0"/>
        </a:xfrm>
      </p:grpSpPr>
      <p:sp>
        <p:nvSpPr>
          <p:cNvPr id="43" name="Google Shape;43;p5"/>
          <p:cNvSpPr/>
          <p:nvPr/>
        </p:nvSpPr>
        <p:spPr>
          <a:xfrm>
            <a:off x="-1" y="0"/>
            <a:ext cx="60957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4" name="Google Shape;44;p5"/>
          <p:cNvSpPr txBox="1"/>
          <p:nvPr>
            <p:ph type="ctrTitle"/>
          </p:nvPr>
        </p:nvSpPr>
        <p:spPr>
          <a:xfrm>
            <a:off x="512267" y="2125276"/>
            <a:ext cx="5025000" cy="2421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Clr>
                <a:schemeClr val="lt1"/>
              </a:buClr>
              <a:buSzPts val="3200"/>
              <a:buFont typeface="Roboto Medium"/>
              <a:buNone/>
              <a:defRPr b="0" i="0" sz="3200">
                <a:solidFill>
                  <a:schemeClr val="lt1"/>
                </a:solidFill>
                <a:latin typeface="Roboto Medium"/>
                <a:ea typeface="Roboto Medium"/>
                <a:cs typeface="Roboto Medium"/>
                <a:sym typeface="Roboto Medium"/>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5" name="Google Shape;45;p5"/>
          <p:cNvSpPr txBox="1"/>
          <p:nvPr>
            <p:ph idx="1" type="subTitle"/>
          </p:nvPr>
        </p:nvSpPr>
        <p:spPr>
          <a:xfrm>
            <a:off x="529684" y="1834356"/>
            <a:ext cx="3843300" cy="2739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accent6"/>
              </a:buClr>
              <a:buSzPts val="1100"/>
              <a:buNone/>
              <a:defRPr sz="1100">
                <a:solidFill>
                  <a:schemeClr val="accent6"/>
                </a:solidFill>
                <a:latin typeface="Roboto"/>
                <a:ea typeface="Roboto"/>
                <a:cs typeface="Roboto"/>
                <a:sym typeface="Roboto"/>
              </a:defRPr>
            </a:lvl1pPr>
            <a:lvl2pPr lvl="1" algn="ctr">
              <a:lnSpc>
                <a:spcPct val="90000"/>
              </a:lnSpc>
              <a:spcBef>
                <a:spcPts val="400"/>
              </a:spcBef>
              <a:spcAft>
                <a:spcPts val="0"/>
              </a:spcAft>
              <a:buClr>
                <a:schemeClr val="dk1"/>
              </a:buClr>
              <a:buSzPts val="1500"/>
              <a:buNone/>
              <a:defRPr sz="1500"/>
            </a:lvl2pPr>
            <a:lvl3pPr lvl="2" algn="ctr">
              <a:lnSpc>
                <a:spcPct val="12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6" name="Google Shape;46;p5"/>
          <p:cNvSpPr/>
          <p:nvPr>
            <p:ph idx="2" type="pic"/>
          </p:nvPr>
        </p:nvSpPr>
        <p:spPr>
          <a:xfrm>
            <a:off x="6096000" y="-1"/>
            <a:ext cx="3048000" cy="5143499"/>
          </a:xfrm>
          <a:prstGeom prst="rect">
            <a:avLst/>
          </a:prstGeom>
          <a:noFill/>
          <a:ln>
            <a:noFill/>
          </a:ln>
        </p:spPr>
      </p:sp>
      <p:pic>
        <p:nvPicPr>
          <p:cNvPr id="47" name="Google Shape;47;p5"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spTree>
  </p:cSld>
  <p:clrMapOvr>
    <a:masterClrMapping/>
  </p:clrMapOvr>
  <p:extLst>
    <p:ext uri="{DCECCB84-F9BA-43D5-87BE-67443E8EF086}">
      <p15:sldGuideLst>
        <p15:guide id="1" pos="384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Titre-Parag-Large-1col">
  <p:cSld name="Texte-Titre-Parag-Large-1col">
    <p:spTree>
      <p:nvGrpSpPr>
        <p:cNvPr id="48" name="Shape 48"/>
        <p:cNvGrpSpPr/>
        <p:nvPr/>
      </p:nvGrpSpPr>
      <p:grpSpPr>
        <a:xfrm>
          <a:off x="0" y="0"/>
          <a:ext cx="0" cy="0"/>
          <a:chOff x="0" y="0"/>
          <a:chExt cx="0" cy="0"/>
        </a:xfrm>
      </p:grpSpPr>
      <p:sp>
        <p:nvSpPr>
          <p:cNvPr id="49" name="Google Shape;49;p6"/>
          <p:cNvSpPr txBox="1"/>
          <p:nvPr>
            <p:ph idx="1" type="body"/>
          </p:nvPr>
        </p:nvSpPr>
        <p:spPr>
          <a:xfrm>
            <a:off x="502542" y="1206109"/>
            <a:ext cx="8066387" cy="3471857"/>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2300"/>
              <a:buNone/>
              <a:defRPr b="0" i="0" sz="23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0" name="Google Shape;50;p6"/>
          <p:cNvSpPr txBox="1"/>
          <p:nvPr>
            <p:ph idx="2" type="body"/>
          </p:nvPr>
        </p:nvSpPr>
        <p:spPr>
          <a:xfrm>
            <a:off x="503039" y="-1501"/>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6"/>
          <p:cNvSpPr txBox="1"/>
          <p:nvPr>
            <p:ph idx="3" type="body"/>
          </p:nvPr>
        </p:nvSpPr>
        <p:spPr>
          <a:xfrm>
            <a:off x="502541" y="56352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Titre-Parag-Medium-1col">
  <p:cSld name="Texte-Titre-Parag-Medium-1col">
    <p:spTree>
      <p:nvGrpSpPr>
        <p:cNvPr id="52" name="Shape 52"/>
        <p:cNvGrpSpPr/>
        <p:nvPr/>
      </p:nvGrpSpPr>
      <p:grpSpPr>
        <a:xfrm>
          <a:off x="0" y="0"/>
          <a:ext cx="0" cy="0"/>
          <a:chOff x="0" y="0"/>
          <a:chExt cx="0" cy="0"/>
        </a:xfrm>
      </p:grpSpPr>
      <p:sp>
        <p:nvSpPr>
          <p:cNvPr id="53" name="Google Shape;53;p7"/>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4" name="Google Shape;54;p7"/>
          <p:cNvSpPr txBox="1"/>
          <p:nvPr>
            <p:ph idx="2" type="body"/>
          </p:nvPr>
        </p:nvSpPr>
        <p:spPr>
          <a:xfrm>
            <a:off x="502542" y="561713"/>
            <a:ext cx="6120596" cy="32623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Clr>
                <a:schemeClr val="dk1"/>
              </a:buClr>
              <a:buSzPts val="2400"/>
              <a:buNone/>
              <a:defRPr b="1" i="0" sz="24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5" name="Google Shape;55;p7"/>
          <p:cNvSpPr txBox="1"/>
          <p:nvPr>
            <p:ph idx="3" type="body"/>
          </p:nvPr>
        </p:nvSpPr>
        <p:spPr>
          <a:xfrm>
            <a:off x="502542" y="1323594"/>
            <a:ext cx="8066387" cy="33543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Parag-large-1col">
  <p:cSld name="Texte-Parag-large-1col">
    <p:spTree>
      <p:nvGrpSpPr>
        <p:cNvPr id="56" name="Shape 56"/>
        <p:cNvGrpSpPr/>
        <p:nvPr/>
      </p:nvGrpSpPr>
      <p:grpSpPr>
        <a:xfrm>
          <a:off x="0" y="0"/>
          <a:ext cx="0" cy="0"/>
          <a:chOff x="0" y="0"/>
          <a:chExt cx="0" cy="0"/>
        </a:xfrm>
      </p:grpSpPr>
      <p:sp>
        <p:nvSpPr>
          <p:cNvPr id="57" name="Google Shape;57;p8"/>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 name="Google Shape;58;p8"/>
          <p:cNvSpPr txBox="1"/>
          <p:nvPr>
            <p:ph idx="2" type="body"/>
          </p:nvPr>
        </p:nvSpPr>
        <p:spPr>
          <a:xfrm>
            <a:off x="502541" y="376881"/>
            <a:ext cx="8131730" cy="4301084"/>
          </a:xfrm>
          <a:prstGeom prst="rect">
            <a:avLst/>
          </a:prstGeom>
          <a:noFill/>
          <a:ln>
            <a:noFill/>
          </a:ln>
        </p:spPr>
        <p:txBody>
          <a:bodyPr anchorCtr="0" anchor="ctr" bIns="34275" lIns="68575" spcFirstLastPara="1" rIns="68575" wrap="square" tIns="34275">
            <a:noAutofit/>
          </a:bodyPr>
          <a:lstStyle>
            <a:lvl1pPr indent="-228600" lvl="0" marL="457200" algn="l">
              <a:lnSpc>
                <a:spcPct val="120000"/>
              </a:lnSpc>
              <a:spcBef>
                <a:spcPts val="800"/>
              </a:spcBef>
              <a:spcAft>
                <a:spcPts val="0"/>
              </a:spcAft>
              <a:buClr>
                <a:schemeClr val="dk1"/>
              </a:buClr>
              <a:buSzPts val="2400"/>
              <a:buNone/>
              <a:defRPr b="0" i="0" sz="2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 Texte - Parag Medium - 2 blocs - 1 col">
  <p:cSld name="Titre + Texte - Parag Medium - 2 blocs - 1 col">
    <p:spTree>
      <p:nvGrpSpPr>
        <p:cNvPr id="59" name="Shape 59"/>
        <p:cNvGrpSpPr/>
        <p:nvPr/>
      </p:nvGrpSpPr>
      <p:grpSpPr>
        <a:xfrm>
          <a:off x="0" y="0"/>
          <a:ext cx="0" cy="0"/>
          <a:chOff x="0" y="0"/>
          <a:chExt cx="0" cy="0"/>
        </a:xfrm>
      </p:grpSpPr>
      <p:sp>
        <p:nvSpPr>
          <p:cNvPr id="60" name="Google Shape;60;p9"/>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1" name="Google Shape;61;p9"/>
          <p:cNvSpPr txBox="1"/>
          <p:nvPr>
            <p:ph idx="2" type="body"/>
          </p:nvPr>
        </p:nvSpPr>
        <p:spPr>
          <a:xfrm>
            <a:off x="502541" y="59931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2" name="Google Shape;62;p9"/>
          <p:cNvSpPr txBox="1"/>
          <p:nvPr>
            <p:ph idx="3" type="body"/>
          </p:nvPr>
        </p:nvSpPr>
        <p:spPr>
          <a:xfrm>
            <a:off x="502541" y="1320022"/>
            <a:ext cx="7634190"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 name="Google Shape;63;p9"/>
          <p:cNvSpPr txBox="1"/>
          <p:nvPr>
            <p:ph idx="4" type="body"/>
          </p:nvPr>
        </p:nvSpPr>
        <p:spPr>
          <a:xfrm>
            <a:off x="502541" y="1635591"/>
            <a:ext cx="7634190" cy="1241999"/>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4" name="Google Shape;64;p9"/>
          <p:cNvSpPr txBox="1"/>
          <p:nvPr>
            <p:ph idx="5" type="body"/>
          </p:nvPr>
        </p:nvSpPr>
        <p:spPr>
          <a:xfrm>
            <a:off x="502541" y="3111711"/>
            <a:ext cx="7634190"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9"/>
          <p:cNvSpPr txBox="1"/>
          <p:nvPr>
            <p:ph idx="6" type="body"/>
          </p:nvPr>
        </p:nvSpPr>
        <p:spPr>
          <a:xfrm>
            <a:off x="502541" y="3427280"/>
            <a:ext cx="7634190" cy="1243313"/>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 Texte - Parag Small - 3 blocs - 1 col">
  <p:cSld name="Titre + Texte - Parag Small - 3 blocs - 1 col">
    <p:spTree>
      <p:nvGrpSpPr>
        <p:cNvPr id="66" name="Shape 66"/>
        <p:cNvGrpSpPr/>
        <p:nvPr/>
      </p:nvGrpSpPr>
      <p:grpSpPr>
        <a:xfrm>
          <a:off x="0" y="0"/>
          <a:ext cx="0" cy="0"/>
          <a:chOff x="0" y="0"/>
          <a:chExt cx="0" cy="0"/>
        </a:xfrm>
      </p:grpSpPr>
      <p:sp>
        <p:nvSpPr>
          <p:cNvPr id="67" name="Google Shape;67;p10"/>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 name="Google Shape;68;p10"/>
          <p:cNvSpPr txBox="1"/>
          <p:nvPr>
            <p:ph idx="2" type="body"/>
          </p:nvPr>
        </p:nvSpPr>
        <p:spPr>
          <a:xfrm>
            <a:off x="502541" y="59931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9" name="Google Shape;69;p10"/>
          <p:cNvSpPr txBox="1"/>
          <p:nvPr>
            <p:ph idx="3" type="body"/>
          </p:nvPr>
        </p:nvSpPr>
        <p:spPr>
          <a:xfrm>
            <a:off x="939546" y="1319072"/>
            <a:ext cx="7197185" cy="27869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0" name="Google Shape;70;p10"/>
          <p:cNvSpPr txBox="1"/>
          <p:nvPr>
            <p:ph idx="4" type="body"/>
          </p:nvPr>
        </p:nvSpPr>
        <p:spPr>
          <a:xfrm>
            <a:off x="939546" y="1611486"/>
            <a:ext cx="7197185" cy="8100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b="0" i="0" sz="11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Google Shape;71;p10"/>
          <p:cNvSpPr txBox="1"/>
          <p:nvPr>
            <p:ph idx="5" type="body"/>
          </p:nvPr>
        </p:nvSpPr>
        <p:spPr>
          <a:xfrm>
            <a:off x="939546" y="2442962"/>
            <a:ext cx="7197185" cy="27869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2" name="Google Shape;72;p10"/>
          <p:cNvSpPr txBox="1"/>
          <p:nvPr>
            <p:ph idx="6" type="body"/>
          </p:nvPr>
        </p:nvSpPr>
        <p:spPr>
          <a:xfrm>
            <a:off x="939546" y="2729034"/>
            <a:ext cx="7197185" cy="8100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b="0" i="0" sz="11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3" name="Google Shape;73;p10"/>
          <p:cNvSpPr txBox="1"/>
          <p:nvPr>
            <p:ph idx="7" type="body"/>
          </p:nvPr>
        </p:nvSpPr>
        <p:spPr>
          <a:xfrm>
            <a:off x="939546" y="3563009"/>
            <a:ext cx="7197185" cy="27869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4" name="Google Shape;74;p10"/>
          <p:cNvSpPr txBox="1"/>
          <p:nvPr>
            <p:ph idx="8" type="body"/>
          </p:nvPr>
        </p:nvSpPr>
        <p:spPr>
          <a:xfrm>
            <a:off x="939546" y="3869656"/>
            <a:ext cx="7197185" cy="8100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100"/>
              <a:buNone/>
              <a:defRPr b="0" i="0" sz="11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sur-titre - 4 blocs - 2 col">
  <p:cSld name="Texte - parag Medium - sur-titre - 4 blocs - 2 col">
    <p:spTree>
      <p:nvGrpSpPr>
        <p:cNvPr id="75" name="Shape 75"/>
        <p:cNvGrpSpPr/>
        <p:nvPr/>
      </p:nvGrpSpPr>
      <p:grpSpPr>
        <a:xfrm>
          <a:off x="0" y="0"/>
          <a:ext cx="0" cy="0"/>
          <a:chOff x="0" y="0"/>
          <a:chExt cx="0" cy="0"/>
        </a:xfrm>
      </p:grpSpPr>
      <p:sp>
        <p:nvSpPr>
          <p:cNvPr id="76" name="Google Shape;76;p11"/>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1"/>
          <p:cNvSpPr txBox="1"/>
          <p:nvPr>
            <p:ph idx="2" type="body"/>
          </p:nvPr>
        </p:nvSpPr>
        <p:spPr>
          <a:xfrm>
            <a:off x="502541" y="599312"/>
            <a:ext cx="8569426" cy="745787"/>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1"/>
          <p:cNvSpPr txBox="1"/>
          <p:nvPr>
            <p:ph idx="3" type="body"/>
          </p:nvPr>
        </p:nvSpPr>
        <p:spPr>
          <a:xfrm>
            <a:off x="502541" y="1612273"/>
            <a:ext cx="3853955" cy="107377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11"/>
          <p:cNvSpPr txBox="1"/>
          <p:nvPr>
            <p:ph idx="4" type="body"/>
          </p:nvPr>
        </p:nvSpPr>
        <p:spPr>
          <a:xfrm>
            <a:off x="4711471" y="1612273"/>
            <a:ext cx="3853955" cy="107377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p11"/>
          <p:cNvSpPr txBox="1"/>
          <p:nvPr>
            <p:ph idx="5" type="body"/>
          </p:nvPr>
        </p:nvSpPr>
        <p:spPr>
          <a:xfrm>
            <a:off x="502541" y="3095848"/>
            <a:ext cx="3853955" cy="107377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11"/>
          <p:cNvSpPr txBox="1"/>
          <p:nvPr>
            <p:ph idx="6" type="body"/>
          </p:nvPr>
        </p:nvSpPr>
        <p:spPr>
          <a:xfrm>
            <a:off x="4711471" y="3095848"/>
            <a:ext cx="3853955" cy="107377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1"/>
          <p:cNvSpPr txBox="1"/>
          <p:nvPr>
            <p:ph idx="7" type="body"/>
          </p:nvPr>
        </p:nvSpPr>
        <p:spPr>
          <a:xfrm>
            <a:off x="500644" y="1411772"/>
            <a:ext cx="3855853"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3" name="Google Shape;83;p11"/>
          <p:cNvSpPr txBox="1"/>
          <p:nvPr>
            <p:ph idx="8" type="body"/>
          </p:nvPr>
        </p:nvSpPr>
        <p:spPr>
          <a:xfrm>
            <a:off x="500644" y="2896493"/>
            <a:ext cx="3855853"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4" name="Google Shape;84;p11"/>
          <p:cNvSpPr txBox="1"/>
          <p:nvPr>
            <p:ph idx="9" type="body"/>
          </p:nvPr>
        </p:nvSpPr>
        <p:spPr>
          <a:xfrm>
            <a:off x="4707356" y="1411772"/>
            <a:ext cx="3855853"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1"/>
          <p:cNvSpPr txBox="1"/>
          <p:nvPr>
            <p:ph idx="13" type="body"/>
          </p:nvPr>
        </p:nvSpPr>
        <p:spPr>
          <a:xfrm>
            <a:off x="4707356" y="2896493"/>
            <a:ext cx="3855853"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 Texte - Parag Medium - 2 blocs - 2 col">
  <p:cSld name="Titre + Texte - Parag Medium - 2 blocs - 2 col">
    <p:spTree>
      <p:nvGrpSpPr>
        <p:cNvPr id="86" name="Shape 86"/>
        <p:cNvGrpSpPr/>
        <p:nvPr/>
      </p:nvGrpSpPr>
      <p:grpSpPr>
        <a:xfrm>
          <a:off x="0" y="0"/>
          <a:ext cx="0" cy="0"/>
          <a:chOff x="0" y="0"/>
          <a:chExt cx="0" cy="0"/>
        </a:xfrm>
      </p:grpSpPr>
      <p:sp>
        <p:nvSpPr>
          <p:cNvPr id="87" name="Google Shape;87;p12"/>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2"/>
          <p:cNvSpPr txBox="1"/>
          <p:nvPr>
            <p:ph idx="2" type="body"/>
          </p:nvPr>
        </p:nvSpPr>
        <p:spPr>
          <a:xfrm>
            <a:off x="502541" y="59931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2"/>
          <p:cNvSpPr txBox="1"/>
          <p:nvPr>
            <p:ph idx="3" type="body"/>
          </p:nvPr>
        </p:nvSpPr>
        <p:spPr>
          <a:xfrm>
            <a:off x="502541" y="1315231"/>
            <a:ext cx="3853955"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2"/>
          <p:cNvSpPr txBox="1"/>
          <p:nvPr>
            <p:ph idx="4" type="body"/>
          </p:nvPr>
        </p:nvSpPr>
        <p:spPr>
          <a:xfrm>
            <a:off x="502541" y="1630800"/>
            <a:ext cx="3853955" cy="2882574"/>
          </a:xfrm>
          <a:prstGeom prst="rect">
            <a:avLst/>
          </a:prstGeom>
          <a:noFill/>
          <a:ln>
            <a:noFill/>
          </a:ln>
        </p:spPr>
        <p:txBody>
          <a:bodyPr anchorCtr="0" anchor="t" bIns="34275" lIns="68575" spcFirstLastPara="1" rIns="68575" wrap="square" tIns="34275">
            <a:normAutofit/>
          </a:bodyPr>
          <a:lstStyle>
            <a:lvl1pPr indent="-228600" lvl="0" marL="457200" marR="0" algn="l">
              <a:lnSpc>
                <a:spcPct val="120000"/>
              </a:lnSpc>
              <a:spcBef>
                <a:spcPts val="800"/>
              </a:spcBef>
              <a:spcAft>
                <a:spcPts val="0"/>
              </a:spcAft>
              <a:buClr>
                <a:schemeClr val="dk1"/>
              </a:buClr>
              <a:buSzPts val="1400"/>
              <a:buFont typeface="Arial"/>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1" name="Google Shape;91;p12"/>
          <p:cNvSpPr txBox="1"/>
          <p:nvPr>
            <p:ph idx="5" type="body"/>
          </p:nvPr>
        </p:nvSpPr>
        <p:spPr>
          <a:xfrm>
            <a:off x="4711471" y="1315231"/>
            <a:ext cx="3853955"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2" name="Google Shape;92;p12"/>
          <p:cNvSpPr txBox="1"/>
          <p:nvPr>
            <p:ph idx="6" type="body"/>
          </p:nvPr>
        </p:nvSpPr>
        <p:spPr>
          <a:xfrm>
            <a:off x="4711471" y="1630800"/>
            <a:ext cx="3853955" cy="2882574"/>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 Texte - Parag Medium - 2 col - Light/Dark">
  <p:cSld name="Titre + Texte - Parag Medium - 2 col - Light/Dark">
    <p:spTree>
      <p:nvGrpSpPr>
        <p:cNvPr id="93" name="Shape 93"/>
        <p:cNvGrpSpPr/>
        <p:nvPr/>
      </p:nvGrpSpPr>
      <p:grpSpPr>
        <a:xfrm>
          <a:off x="0" y="0"/>
          <a:ext cx="0" cy="0"/>
          <a:chOff x="0" y="0"/>
          <a:chExt cx="0" cy="0"/>
        </a:xfrm>
      </p:grpSpPr>
      <p:sp>
        <p:nvSpPr>
          <p:cNvPr id="94" name="Google Shape;94;p13"/>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95" name="Google Shape;95;p13"/>
          <p:cNvSpPr/>
          <p:nvPr/>
        </p:nvSpPr>
        <p:spPr>
          <a:xfrm>
            <a:off x="4572001" y="0"/>
            <a:ext cx="4572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Calibri"/>
              <a:buNone/>
            </a:pPr>
            <a:r>
              <a:t/>
            </a:r>
            <a:endParaRPr sz="1400" u="none" cap="none" strike="noStrike">
              <a:solidFill>
                <a:srgbClr val="FFFFFF"/>
              </a:solidFill>
              <a:latin typeface="Helvetica Neue"/>
              <a:ea typeface="Helvetica Neue"/>
              <a:cs typeface="Helvetica Neue"/>
              <a:sym typeface="Helvetica Neue"/>
            </a:endParaRPr>
          </a:p>
        </p:txBody>
      </p:sp>
      <p:sp>
        <p:nvSpPr>
          <p:cNvPr id="96" name="Google Shape;96;p13"/>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13"/>
          <p:cNvSpPr txBox="1"/>
          <p:nvPr>
            <p:ph idx="2" type="body"/>
          </p:nvPr>
        </p:nvSpPr>
        <p:spPr>
          <a:xfrm>
            <a:off x="516192" y="901055"/>
            <a:ext cx="3400936"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accent1"/>
              </a:buClr>
              <a:buSzPts val="900"/>
              <a:buFont typeface="Roboto"/>
              <a:buNone/>
              <a:defRPr i="0" sz="900">
                <a:solidFill>
                  <a:schemeClr val="accent1"/>
                </a:solidFill>
              </a:defRPr>
            </a:lvl1pPr>
            <a:lvl2pPr indent="-228600" lvl="1" marL="914400" algn="l">
              <a:lnSpc>
                <a:spcPct val="90000"/>
              </a:lnSpc>
              <a:spcBef>
                <a:spcPts val="400"/>
              </a:spcBef>
              <a:spcAft>
                <a:spcPts val="0"/>
              </a:spcAft>
              <a:buClr>
                <a:schemeClr val="accent1"/>
              </a:buClr>
              <a:buSzPts val="1800"/>
              <a:buFont typeface="Roboto"/>
              <a:buNone/>
              <a:defRPr>
                <a:solidFill>
                  <a:schemeClr val="accent1"/>
                </a:solidFill>
              </a:defRPr>
            </a:lvl2pPr>
            <a:lvl3pPr indent="-228600" lvl="2" marL="1371600" algn="l">
              <a:lnSpc>
                <a:spcPct val="120000"/>
              </a:lnSpc>
              <a:spcBef>
                <a:spcPts val="400"/>
              </a:spcBef>
              <a:spcAft>
                <a:spcPts val="0"/>
              </a:spcAft>
              <a:buClr>
                <a:schemeClr val="accent1"/>
              </a:buClr>
              <a:buSzPts val="1400"/>
              <a:buFont typeface="Roboto"/>
              <a:buNone/>
              <a:defRPr>
                <a:solidFill>
                  <a:schemeClr val="accent1"/>
                </a:solidFill>
              </a:defRPr>
            </a:lvl3pPr>
            <a:lvl4pPr indent="-228600" lvl="3" marL="1828800" algn="l">
              <a:lnSpc>
                <a:spcPct val="90000"/>
              </a:lnSpc>
              <a:spcBef>
                <a:spcPts val="400"/>
              </a:spcBef>
              <a:spcAft>
                <a:spcPts val="0"/>
              </a:spcAft>
              <a:buClr>
                <a:schemeClr val="accent1"/>
              </a:buClr>
              <a:buSzPts val="1200"/>
              <a:buFont typeface="Roboto"/>
              <a:buNone/>
              <a:defRPr>
                <a:solidFill>
                  <a:schemeClr val="accent1"/>
                </a:solidFill>
              </a:defRPr>
            </a:lvl4pPr>
            <a:lvl5pPr indent="-228600" lvl="4" marL="2286000" algn="l">
              <a:lnSpc>
                <a:spcPct val="90000"/>
              </a:lnSpc>
              <a:spcBef>
                <a:spcPts val="400"/>
              </a:spcBef>
              <a:spcAft>
                <a:spcPts val="0"/>
              </a:spcAft>
              <a:buClr>
                <a:schemeClr val="accent1"/>
              </a:buClr>
              <a:buSzPts val="1100"/>
              <a:buFont typeface="Roboto"/>
              <a:buNone/>
              <a:defRPr>
                <a:solidFill>
                  <a:schemeClr val="accent1"/>
                </a:solidFill>
              </a:defRPr>
            </a:lvl5pPr>
            <a:lvl6pPr indent="-317500" lvl="5" marL="27432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6pPr>
            <a:lvl7pPr indent="-317500" lvl="6" marL="32004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7pPr>
            <a:lvl8pPr indent="-317500" lvl="7" marL="36576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8pPr>
            <a:lvl9pPr indent="-317500" lvl="8" marL="41148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9pPr>
          </a:lstStyle>
          <a:p/>
        </p:txBody>
      </p:sp>
      <p:sp>
        <p:nvSpPr>
          <p:cNvPr id="98" name="Google Shape;98;p13"/>
          <p:cNvSpPr txBox="1"/>
          <p:nvPr>
            <p:ph idx="3" type="body"/>
          </p:nvPr>
        </p:nvSpPr>
        <p:spPr>
          <a:xfrm>
            <a:off x="516193" y="1181566"/>
            <a:ext cx="3400936"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13"/>
          <p:cNvSpPr txBox="1"/>
          <p:nvPr>
            <p:ph idx="4" type="body"/>
          </p:nvPr>
        </p:nvSpPr>
        <p:spPr>
          <a:xfrm>
            <a:off x="516193" y="1497135"/>
            <a:ext cx="3400936" cy="318083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0" name="Google Shape;100;p13"/>
          <p:cNvSpPr txBox="1"/>
          <p:nvPr>
            <p:ph idx="5" type="body"/>
          </p:nvPr>
        </p:nvSpPr>
        <p:spPr>
          <a:xfrm>
            <a:off x="5156143" y="901055"/>
            <a:ext cx="340371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accent1"/>
              </a:buClr>
              <a:buSzPts val="900"/>
              <a:buFont typeface="Roboto"/>
              <a:buNone/>
              <a:defRPr i="0" sz="900">
                <a:solidFill>
                  <a:schemeClr val="accent1"/>
                </a:solidFill>
              </a:defRPr>
            </a:lvl1pPr>
            <a:lvl2pPr indent="-228600" lvl="1" marL="914400" algn="l">
              <a:lnSpc>
                <a:spcPct val="90000"/>
              </a:lnSpc>
              <a:spcBef>
                <a:spcPts val="400"/>
              </a:spcBef>
              <a:spcAft>
                <a:spcPts val="0"/>
              </a:spcAft>
              <a:buClr>
                <a:schemeClr val="accent1"/>
              </a:buClr>
              <a:buSzPts val="1800"/>
              <a:buFont typeface="Roboto"/>
              <a:buNone/>
              <a:defRPr>
                <a:solidFill>
                  <a:schemeClr val="accent1"/>
                </a:solidFill>
              </a:defRPr>
            </a:lvl2pPr>
            <a:lvl3pPr indent="-228600" lvl="2" marL="1371600" algn="l">
              <a:lnSpc>
                <a:spcPct val="120000"/>
              </a:lnSpc>
              <a:spcBef>
                <a:spcPts val="400"/>
              </a:spcBef>
              <a:spcAft>
                <a:spcPts val="0"/>
              </a:spcAft>
              <a:buClr>
                <a:schemeClr val="accent1"/>
              </a:buClr>
              <a:buSzPts val="1400"/>
              <a:buFont typeface="Roboto"/>
              <a:buNone/>
              <a:defRPr>
                <a:solidFill>
                  <a:schemeClr val="accent1"/>
                </a:solidFill>
              </a:defRPr>
            </a:lvl3pPr>
            <a:lvl4pPr indent="-228600" lvl="3" marL="1828800" algn="l">
              <a:lnSpc>
                <a:spcPct val="90000"/>
              </a:lnSpc>
              <a:spcBef>
                <a:spcPts val="400"/>
              </a:spcBef>
              <a:spcAft>
                <a:spcPts val="0"/>
              </a:spcAft>
              <a:buClr>
                <a:schemeClr val="accent1"/>
              </a:buClr>
              <a:buSzPts val="1200"/>
              <a:buFont typeface="Roboto"/>
              <a:buNone/>
              <a:defRPr>
                <a:solidFill>
                  <a:schemeClr val="accent1"/>
                </a:solidFill>
              </a:defRPr>
            </a:lvl4pPr>
            <a:lvl5pPr indent="-228600" lvl="4" marL="2286000" algn="l">
              <a:lnSpc>
                <a:spcPct val="90000"/>
              </a:lnSpc>
              <a:spcBef>
                <a:spcPts val="400"/>
              </a:spcBef>
              <a:spcAft>
                <a:spcPts val="0"/>
              </a:spcAft>
              <a:buClr>
                <a:schemeClr val="accent1"/>
              </a:buClr>
              <a:buSzPts val="1100"/>
              <a:buFont typeface="Roboto"/>
              <a:buNone/>
              <a:defRPr>
                <a:solidFill>
                  <a:schemeClr val="accent1"/>
                </a:solidFill>
              </a:defRPr>
            </a:lvl5pPr>
            <a:lvl6pPr indent="-317500" lvl="5" marL="27432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6pPr>
            <a:lvl7pPr indent="-317500" lvl="6" marL="32004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7pPr>
            <a:lvl8pPr indent="-317500" lvl="7" marL="36576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8pPr>
            <a:lvl9pPr indent="-317500" lvl="8" marL="4114800" algn="l">
              <a:lnSpc>
                <a:spcPct val="90000"/>
              </a:lnSpc>
              <a:spcBef>
                <a:spcPts val="400"/>
              </a:spcBef>
              <a:spcAft>
                <a:spcPts val="0"/>
              </a:spcAft>
              <a:buClr>
                <a:schemeClr val="accent1"/>
              </a:buClr>
              <a:buSzPts val="1400"/>
              <a:buFont typeface="Roboto"/>
              <a:buChar char="•"/>
              <a:defRPr>
                <a:solidFill>
                  <a:schemeClr val="accent1"/>
                </a:solidFill>
                <a:latin typeface="Roboto"/>
                <a:ea typeface="Roboto"/>
                <a:cs typeface="Roboto"/>
                <a:sym typeface="Roboto"/>
              </a:defRPr>
            </a:lvl9pPr>
          </a:lstStyle>
          <a:p/>
        </p:txBody>
      </p:sp>
      <p:sp>
        <p:nvSpPr>
          <p:cNvPr id="101" name="Google Shape;101;p13"/>
          <p:cNvSpPr txBox="1"/>
          <p:nvPr>
            <p:ph idx="6" type="body"/>
          </p:nvPr>
        </p:nvSpPr>
        <p:spPr>
          <a:xfrm>
            <a:off x="5156143" y="1181566"/>
            <a:ext cx="3403717"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b="0" i="0" sz="1800">
                <a:solidFill>
                  <a:schemeClr val="lt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13"/>
          <p:cNvSpPr txBox="1"/>
          <p:nvPr>
            <p:ph idx="7" type="body"/>
          </p:nvPr>
        </p:nvSpPr>
        <p:spPr>
          <a:xfrm>
            <a:off x="5156143" y="1497135"/>
            <a:ext cx="3403717" cy="318083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None/>
              <a:defRPr b="0" i="0" sz="1400">
                <a:solidFill>
                  <a:schemeClr val="l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3 blocs - sur-titre - 3 col">
  <p:cSld name="Texte - parag Medium - 3 blocs - sur-titre - 3 col">
    <p:spTree>
      <p:nvGrpSpPr>
        <p:cNvPr id="103" name="Shape 103"/>
        <p:cNvGrpSpPr/>
        <p:nvPr/>
      </p:nvGrpSpPr>
      <p:grpSpPr>
        <a:xfrm>
          <a:off x="0" y="0"/>
          <a:ext cx="0" cy="0"/>
          <a:chOff x="0" y="0"/>
          <a:chExt cx="0" cy="0"/>
        </a:xfrm>
      </p:grpSpPr>
      <p:sp>
        <p:nvSpPr>
          <p:cNvPr id="104" name="Google Shape;104;p14"/>
          <p:cNvSpPr txBox="1"/>
          <p:nvPr>
            <p:ph idx="1" type="body"/>
          </p:nvPr>
        </p:nvSpPr>
        <p:spPr>
          <a:xfrm>
            <a:off x="502541" y="59931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5" name="Google Shape;105;p14"/>
          <p:cNvSpPr txBox="1"/>
          <p:nvPr>
            <p:ph idx="2" type="body"/>
          </p:nvPr>
        </p:nvSpPr>
        <p:spPr>
          <a:xfrm>
            <a:off x="502542" y="1251223"/>
            <a:ext cx="2430000" cy="315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6" name="Google Shape;106;p14"/>
          <p:cNvSpPr txBox="1"/>
          <p:nvPr>
            <p:ph idx="3" type="body"/>
          </p:nvPr>
        </p:nvSpPr>
        <p:spPr>
          <a:xfrm>
            <a:off x="502542" y="1566791"/>
            <a:ext cx="2430000" cy="25734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7" name="Google Shape;107;p14"/>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8" name="Google Shape;108;p14"/>
          <p:cNvSpPr txBox="1"/>
          <p:nvPr>
            <p:ph idx="5" type="body"/>
          </p:nvPr>
        </p:nvSpPr>
        <p:spPr>
          <a:xfrm>
            <a:off x="3388171" y="1251223"/>
            <a:ext cx="2430000" cy="315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9" name="Google Shape;109;p14"/>
          <p:cNvSpPr txBox="1"/>
          <p:nvPr>
            <p:ph idx="6" type="body"/>
          </p:nvPr>
        </p:nvSpPr>
        <p:spPr>
          <a:xfrm>
            <a:off x="3388171" y="1566791"/>
            <a:ext cx="2430000" cy="25734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14"/>
          <p:cNvSpPr txBox="1"/>
          <p:nvPr>
            <p:ph idx="7" type="body"/>
          </p:nvPr>
        </p:nvSpPr>
        <p:spPr>
          <a:xfrm>
            <a:off x="6216039" y="1251223"/>
            <a:ext cx="2430000" cy="3156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14"/>
          <p:cNvSpPr txBox="1"/>
          <p:nvPr>
            <p:ph idx="8" type="body"/>
          </p:nvPr>
        </p:nvSpPr>
        <p:spPr>
          <a:xfrm>
            <a:off x="6216039" y="1566791"/>
            <a:ext cx="2430000" cy="25734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Small - 6 blocs - sur-titre - 3 col">
  <p:cSld name="Texte - parag Small - 6 blocs - sur-titre - 3 col">
    <p:spTree>
      <p:nvGrpSpPr>
        <p:cNvPr id="112" name="Shape 112"/>
        <p:cNvGrpSpPr/>
        <p:nvPr/>
      </p:nvGrpSpPr>
      <p:grpSpPr>
        <a:xfrm>
          <a:off x="0" y="0"/>
          <a:ext cx="0" cy="0"/>
          <a:chOff x="0" y="0"/>
          <a:chExt cx="0" cy="0"/>
        </a:xfrm>
      </p:grpSpPr>
      <p:sp>
        <p:nvSpPr>
          <p:cNvPr id="113" name="Google Shape;113;p15"/>
          <p:cNvSpPr txBox="1"/>
          <p:nvPr>
            <p:ph idx="1" type="body"/>
          </p:nvPr>
        </p:nvSpPr>
        <p:spPr>
          <a:xfrm>
            <a:off x="502542" y="879983"/>
            <a:ext cx="2430000" cy="3042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4" name="Google Shape;114;p15"/>
          <p:cNvSpPr txBox="1"/>
          <p:nvPr>
            <p:ph idx="2" type="body"/>
          </p:nvPr>
        </p:nvSpPr>
        <p:spPr>
          <a:xfrm>
            <a:off x="502542" y="1195551"/>
            <a:ext cx="2430000" cy="12951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15" name="Google Shape;115;p15"/>
          <p:cNvSpPr txBox="1"/>
          <p:nvPr>
            <p:ph idx="3" type="body"/>
          </p:nvPr>
        </p:nvSpPr>
        <p:spPr>
          <a:xfrm>
            <a:off x="3388172" y="879983"/>
            <a:ext cx="2430000"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15"/>
          <p:cNvSpPr txBox="1"/>
          <p:nvPr>
            <p:ph idx="4" type="body"/>
          </p:nvPr>
        </p:nvSpPr>
        <p:spPr>
          <a:xfrm>
            <a:off x="3388172" y="1195551"/>
            <a:ext cx="2430000" cy="1295236"/>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17" name="Google Shape;117;p15"/>
          <p:cNvSpPr txBox="1"/>
          <p:nvPr>
            <p:ph idx="5" type="body"/>
          </p:nvPr>
        </p:nvSpPr>
        <p:spPr>
          <a:xfrm>
            <a:off x="6216039" y="879983"/>
            <a:ext cx="2430000"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8" name="Google Shape;118;p15"/>
          <p:cNvSpPr txBox="1"/>
          <p:nvPr>
            <p:ph idx="6" type="body"/>
          </p:nvPr>
        </p:nvSpPr>
        <p:spPr>
          <a:xfrm>
            <a:off x="6216039" y="1195551"/>
            <a:ext cx="2430000" cy="1295236"/>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19" name="Google Shape;119;p15"/>
          <p:cNvSpPr txBox="1"/>
          <p:nvPr>
            <p:ph idx="7" type="body"/>
          </p:nvPr>
        </p:nvSpPr>
        <p:spPr>
          <a:xfrm>
            <a:off x="502542" y="2937383"/>
            <a:ext cx="2430000"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0" name="Google Shape;120;p15"/>
          <p:cNvSpPr txBox="1"/>
          <p:nvPr>
            <p:ph idx="8" type="body"/>
          </p:nvPr>
        </p:nvSpPr>
        <p:spPr>
          <a:xfrm>
            <a:off x="502542" y="3252952"/>
            <a:ext cx="2430000" cy="12960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21" name="Google Shape;121;p15"/>
          <p:cNvSpPr txBox="1"/>
          <p:nvPr>
            <p:ph idx="9" type="body"/>
          </p:nvPr>
        </p:nvSpPr>
        <p:spPr>
          <a:xfrm>
            <a:off x="3388172" y="2937383"/>
            <a:ext cx="2430000"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15"/>
          <p:cNvSpPr txBox="1"/>
          <p:nvPr>
            <p:ph idx="13" type="body"/>
          </p:nvPr>
        </p:nvSpPr>
        <p:spPr>
          <a:xfrm>
            <a:off x="3388172" y="3252952"/>
            <a:ext cx="2430000" cy="12960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23" name="Google Shape;123;p15"/>
          <p:cNvSpPr txBox="1"/>
          <p:nvPr>
            <p:ph idx="14" type="body"/>
          </p:nvPr>
        </p:nvSpPr>
        <p:spPr>
          <a:xfrm>
            <a:off x="6216039" y="2937383"/>
            <a:ext cx="2430000"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15"/>
          <p:cNvSpPr txBox="1"/>
          <p:nvPr>
            <p:ph idx="15" type="body"/>
          </p:nvPr>
        </p:nvSpPr>
        <p:spPr>
          <a:xfrm>
            <a:off x="6216039" y="3252952"/>
            <a:ext cx="2430000" cy="12960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25" name="Google Shape;125;p15"/>
          <p:cNvSpPr txBox="1"/>
          <p:nvPr>
            <p:ph idx="16" type="body"/>
          </p:nvPr>
        </p:nvSpPr>
        <p:spPr>
          <a:xfrm>
            <a:off x="503039" y="6248"/>
            <a:ext cx="8568900" cy="30420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 Texte + Media">
  <p:cSld name="Titre + Texte + Media">
    <p:spTree>
      <p:nvGrpSpPr>
        <p:cNvPr id="126" name="Shape 126"/>
        <p:cNvGrpSpPr/>
        <p:nvPr/>
      </p:nvGrpSpPr>
      <p:grpSpPr>
        <a:xfrm>
          <a:off x="0" y="0"/>
          <a:ext cx="0" cy="0"/>
          <a:chOff x="0" y="0"/>
          <a:chExt cx="0" cy="0"/>
        </a:xfrm>
      </p:grpSpPr>
      <p:sp>
        <p:nvSpPr>
          <p:cNvPr id="127" name="Google Shape;127;p16"/>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16"/>
          <p:cNvSpPr txBox="1"/>
          <p:nvPr>
            <p:ph idx="2" type="body"/>
          </p:nvPr>
        </p:nvSpPr>
        <p:spPr>
          <a:xfrm>
            <a:off x="502541" y="648296"/>
            <a:ext cx="347533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9" name="Google Shape;129;p16"/>
          <p:cNvSpPr txBox="1"/>
          <p:nvPr>
            <p:ph idx="3" type="body"/>
          </p:nvPr>
        </p:nvSpPr>
        <p:spPr>
          <a:xfrm>
            <a:off x="502541" y="963864"/>
            <a:ext cx="3475337" cy="348093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0" name="Google Shape;130;p16"/>
          <p:cNvSpPr/>
          <p:nvPr>
            <p:ph idx="4" type="pic"/>
          </p:nvPr>
        </p:nvSpPr>
        <p:spPr>
          <a:xfrm>
            <a:off x="4572000" y="0"/>
            <a:ext cx="4572000" cy="51435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Image - 1 col - Dark">
  <p:cSld name="Texte + Parag Medium + Image - 1 col - Dark">
    <p:spTree>
      <p:nvGrpSpPr>
        <p:cNvPr id="131" name="Shape 131"/>
        <p:cNvGrpSpPr/>
        <p:nvPr/>
      </p:nvGrpSpPr>
      <p:grpSpPr>
        <a:xfrm>
          <a:off x="0" y="0"/>
          <a:ext cx="0" cy="0"/>
          <a:chOff x="0" y="0"/>
          <a:chExt cx="0" cy="0"/>
        </a:xfrm>
      </p:grpSpPr>
      <p:sp>
        <p:nvSpPr>
          <p:cNvPr id="132" name="Google Shape;132;p17"/>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133" name="Google Shape;133;p17"/>
          <p:cNvSpPr/>
          <p:nvPr/>
        </p:nvSpPr>
        <p:spPr>
          <a:xfrm>
            <a:off x="6091518" y="1"/>
            <a:ext cx="30525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Roboto"/>
              <a:ea typeface="Roboto"/>
              <a:cs typeface="Roboto"/>
              <a:sym typeface="Roboto"/>
            </a:endParaRPr>
          </a:p>
        </p:txBody>
      </p:sp>
      <p:sp>
        <p:nvSpPr>
          <p:cNvPr id="134" name="Google Shape;134;p17"/>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5" name="Google Shape;135;p17"/>
          <p:cNvSpPr txBox="1"/>
          <p:nvPr>
            <p:ph idx="2" type="body"/>
          </p:nvPr>
        </p:nvSpPr>
        <p:spPr>
          <a:xfrm>
            <a:off x="502542" y="1145676"/>
            <a:ext cx="252304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6" name="Google Shape;136;p17"/>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17"/>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8" name="Google Shape;138;p17"/>
          <p:cNvSpPr/>
          <p:nvPr>
            <p:ph idx="5" type="pic"/>
          </p:nvPr>
        </p:nvSpPr>
        <p:spPr>
          <a:xfrm>
            <a:off x="3426041" y="865165"/>
            <a:ext cx="5717960" cy="3812801"/>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3Parag Medium - Light">
  <p:cSld name="Texte-Exergue-3Parag Medium - Light">
    <p:spTree>
      <p:nvGrpSpPr>
        <p:cNvPr id="139" name="Shape 139"/>
        <p:cNvGrpSpPr/>
        <p:nvPr/>
      </p:nvGrpSpPr>
      <p:grpSpPr>
        <a:xfrm>
          <a:off x="0" y="0"/>
          <a:ext cx="0" cy="0"/>
          <a:chOff x="0" y="0"/>
          <a:chExt cx="0" cy="0"/>
        </a:xfrm>
      </p:grpSpPr>
      <p:sp>
        <p:nvSpPr>
          <p:cNvPr id="140" name="Google Shape;140;p18"/>
          <p:cNvSpPr txBox="1"/>
          <p:nvPr>
            <p:ph idx="1" type="body"/>
          </p:nvPr>
        </p:nvSpPr>
        <p:spPr>
          <a:xfrm>
            <a:off x="502444" y="1579749"/>
            <a:ext cx="8066485" cy="1822077"/>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3800"/>
              <a:buNone/>
              <a:defRPr b="0" i="0" sz="38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1" name="Google Shape;141;p18"/>
          <p:cNvSpPr txBox="1"/>
          <p:nvPr>
            <p:ph idx="2" type="body"/>
          </p:nvPr>
        </p:nvSpPr>
        <p:spPr>
          <a:xfrm>
            <a:off x="502542" y="3860832"/>
            <a:ext cx="2430000" cy="81205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2" name="Google Shape;142;p18"/>
          <p:cNvSpPr txBox="1"/>
          <p:nvPr>
            <p:ph idx="3" type="body"/>
          </p:nvPr>
        </p:nvSpPr>
        <p:spPr>
          <a:xfrm>
            <a:off x="3388172" y="3860832"/>
            <a:ext cx="2430000" cy="81205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3" name="Google Shape;143;p18"/>
          <p:cNvSpPr txBox="1"/>
          <p:nvPr>
            <p:ph idx="4" type="body"/>
          </p:nvPr>
        </p:nvSpPr>
        <p:spPr>
          <a:xfrm>
            <a:off x="6216039" y="3860832"/>
            <a:ext cx="2430000" cy="81205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4" name="Google Shape;144;p18"/>
          <p:cNvSpPr txBox="1"/>
          <p:nvPr>
            <p:ph idx="5"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3Parag Medium - Dark">
  <p:cSld name="Texte-Exergue-3Parag Medium - Dark">
    <p:bg>
      <p:bgPr>
        <a:solidFill>
          <a:schemeClr val="dk1"/>
        </a:solidFill>
      </p:bgPr>
    </p:bg>
    <p:spTree>
      <p:nvGrpSpPr>
        <p:cNvPr id="145" name="Shape 145"/>
        <p:cNvGrpSpPr/>
        <p:nvPr/>
      </p:nvGrpSpPr>
      <p:grpSpPr>
        <a:xfrm>
          <a:off x="0" y="0"/>
          <a:ext cx="0" cy="0"/>
          <a:chOff x="0" y="0"/>
          <a:chExt cx="0" cy="0"/>
        </a:xfrm>
      </p:grpSpPr>
      <p:sp>
        <p:nvSpPr>
          <p:cNvPr id="146" name="Google Shape;146;p19"/>
          <p:cNvSpPr txBox="1"/>
          <p:nvPr>
            <p:ph idx="1" type="body"/>
          </p:nvPr>
        </p:nvSpPr>
        <p:spPr>
          <a:xfrm>
            <a:off x="502444" y="1579749"/>
            <a:ext cx="8066485" cy="1822077"/>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4100"/>
              <a:buNone/>
              <a:defRPr b="0" i="0" sz="4100">
                <a:solidFill>
                  <a:schemeClr val="l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19"/>
          <p:cNvSpPr txBox="1"/>
          <p:nvPr>
            <p:ph idx="2" type="body"/>
          </p:nvPr>
        </p:nvSpPr>
        <p:spPr>
          <a:xfrm>
            <a:off x="502542" y="3860832"/>
            <a:ext cx="2430000" cy="81205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None/>
              <a:defRPr b="0" i="0" sz="1400">
                <a:solidFill>
                  <a:schemeClr val="l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8" name="Google Shape;148;p19"/>
          <p:cNvSpPr txBox="1"/>
          <p:nvPr>
            <p:ph idx="3" type="body"/>
          </p:nvPr>
        </p:nvSpPr>
        <p:spPr>
          <a:xfrm>
            <a:off x="3388172" y="3860832"/>
            <a:ext cx="2430000" cy="81205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None/>
              <a:defRPr b="0" i="0" sz="1400">
                <a:solidFill>
                  <a:schemeClr val="l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19"/>
          <p:cNvSpPr txBox="1"/>
          <p:nvPr>
            <p:ph idx="4" type="body"/>
          </p:nvPr>
        </p:nvSpPr>
        <p:spPr>
          <a:xfrm>
            <a:off x="6216039" y="3860832"/>
            <a:ext cx="2430000" cy="812053"/>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None/>
              <a:defRPr b="0" i="0" sz="1400">
                <a:solidFill>
                  <a:schemeClr val="l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 name="Google Shape;150;p19"/>
          <p:cNvSpPr txBox="1"/>
          <p:nvPr>
            <p:ph idx="5"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chemeClr val="accent6"/>
              </a:buClr>
              <a:buSzPts val="900"/>
              <a:buNone/>
              <a:defRPr sz="900">
                <a:solidFill>
                  <a:schemeClr val="accent6"/>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19"/>
          <p:cNvSpPr/>
          <p:nvPr/>
        </p:nvSpPr>
        <p:spPr>
          <a:xfrm>
            <a:off x="0" y="4624388"/>
            <a:ext cx="1949947" cy="512864"/>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152" name="Google Shape;152;p19"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liers">
  <p:cSld name="3 valeurs - Center - Light">
    <p:spTree>
      <p:nvGrpSpPr>
        <p:cNvPr id="153" name="Shape 153"/>
        <p:cNvGrpSpPr/>
        <p:nvPr/>
      </p:nvGrpSpPr>
      <p:grpSpPr>
        <a:xfrm>
          <a:off x="0" y="0"/>
          <a:ext cx="0" cy="0"/>
          <a:chOff x="0" y="0"/>
          <a:chExt cx="0" cy="0"/>
        </a:xfrm>
      </p:grpSpPr>
      <p:sp>
        <p:nvSpPr>
          <p:cNvPr id="154" name="Google Shape;154;p20"/>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cxnSp>
        <p:nvCxnSpPr>
          <p:cNvPr id="155" name="Google Shape;155;p20"/>
          <p:cNvCxnSpPr/>
          <p:nvPr/>
        </p:nvCxnSpPr>
        <p:spPr>
          <a:xfrm>
            <a:off x="4572000" y="1104025"/>
            <a:ext cx="0" cy="3592800"/>
          </a:xfrm>
          <a:prstGeom prst="straightConnector1">
            <a:avLst/>
          </a:prstGeom>
          <a:noFill/>
          <a:ln cap="flat" cmpd="sng" w="38100">
            <a:solidFill>
              <a:srgbClr val="1041BE"/>
            </a:solidFill>
            <a:prstDash val="solid"/>
            <a:miter lim="800000"/>
            <a:headEnd len="sm" w="sm" type="none"/>
            <a:tailEnd len="sm" w="sm" type="none"/>
          </a:ln>
        </p:spPr>
      </p:cxnSp>
      <p:sp>
        <p:nvSpPr>
          <p:cNvPr id="156" name="Google Shape;156;p20"/>
          <p:cNvSpPr txBox="1"/>
          <p:nvPr>
            <p:ph idx="2" type="subTitle"/>
          </p:nvPr>
        </p:nvSpPr>
        <p:spPr>
          <a:xfrm>
            <a:off x="597800" y="1098950"/>
            <a:ext cx="3758700" cy="952500"/>
          </a:xfrm>
          <a:prstGeom prst="rect">
            <a:avLst/>
          </a:prstGeom>
        </p:spPr>
        <p:txBody>
          <a:bodyPr anchorCtr="0" anchor="t" bIns="34275" lIns="68575" spcFirstLastPara="1" rIns="68575" wrap="square" tIns="34275">
            <a:normAutofit/>
          </a:bodyPr>
          <a:lstStyle>
            <a:lvl1pPr lvl="0">
              <a:spcBef>
                <a:spcPts val="800"/>
              </a:spcBef>
              <a:spcAft>
                <a:spcPts val="0"/>
              </a:spcAft>
              <a:buSzPts val="1800"/>
              <a:buNone/>
              <a:defRPr/>
            </a:lvl1pPr>
            <a:lvl2pPr lvl="1">
              <a:spcBef>
                <a:spcPts val="400"/>
              </a:spcBef>
              <a:spcAft>
                <a:spcPts val="0"/>
              </a:spcAft>
              <a:buSzPts val="1800"/>
              <a:buNone/>
              <a:defRPr/>
            </a:lvl2pPr>
            <a:lvl3pPr lvl="2">
              <a:spcBef>
                <a:spcPts val="400"/>
              </a:spcBef>
              <a:spcAft>
                <a:spcPts val="0"/>
              </a:spcAft>
              <a:buSzPts val="1400"/>
              <a:buNone/>
              <a:defRPr/>
            </a:lvl3pPr>
            <a:lvl4pPr lvl="3">
              <a:spcBef>
                <a:spcPts val="400"/>
              </a:spcBef>
              <a:spcAft>
                <a:spcPts val="0"/>
              </a:spcAft>
              <a:buSzPts val="1200"/>
              <a:buNone/>
              <a:defRPr/>
            </a:lvl4pPr>
            <a:lvl5pPr lvl="4">
              <a:spcBef>
                <a:spcPts val="400"/>
              </a:spcBef>
              <a:spcAft>
                <a:spcPts val="0"/>
              </a:spcAft>
              <a:buSzPts val="1100"/>
              <a:buNone/>
              <a:defRPr/>
            </a:lvl5pPr>
            <a:lvl6pPr lvl="5">
              <a:spcBef>
                <a:spcPts val="400"/>
              </a:spcBef>
              <a:spcAft>
                <a:spcPts val="0"/>
              </a:spcAft>
              <a:buSzPts val="1400"/>
              <a:buNone/>
              <a:defRPr/>
            </a:lvl6pPr>
            <a:lvl7pPr lvl="6">
              <a:spcBef>
                <a:spcPts val="400"/>
              </a:spcBef>
              <a:spcAft>
                <a:spcPts val="0"/>
              </a:spcAft>
              <a:buSzPts val="1400"/>
              <a:buNone/>
              <a:defRPr/>
            </a:lvl7pPr>
            <a:lvl8pPr lvl="7">
              <a:spcBef>
                <a:spcPts val="400"/>
              </a:spcBef>
              <a:spcAft>
                <a:spcPts val="0"/>
              </a:spcAft>
              <a:buSzPts val="1400"/>
              <a:buNone/>
              <a:defRPr/>
            </a:lvl8pPr>
            <a:lvl9pPr lvl="8">
              <a:spcBef>
                <a:spcPts val="400"/>
              </a:spcBef>
              <a:spcAft>
                <a:spcPts val="0"/>
              </a:spcAft>
              <a:buSzPts val="1400"/>
              <a:buNone/>
              <a:defRPr/>
            </a:lvl9pPr>
          </a:lstStyle>
          <a:p/>
        </p:txBody>
      </p:sp>
      <p:cxnSp>
        <p:nvCxnSpPr>
          <p:cNvPr id="157" name="Google Shape;157;p20"/>
          <p:cNvCxnSpPr/>
          <p:nvPr/>
        </p:nvCxnSpPr>
        <p:spPr>
          <a:xfrm rot="10800000">
            <a:off x="567525" y="2900425"/>
            <a:ext cx="8017500" cy="0"/>
          </a:xfrm>
          <a:prstGeom prst="straightConnector1">
            <a:avLst/>
          </a:prstGeom>
          <a:noFill/>
          <a:ln cap="flat" cmpd="sng" w="38100">
            <a:solidFill>
              <a:srgbClr val="1041BE"/>
            </a:solidFill>
            <a:prstDash val="solid"/>
            <a:miter lim="800000"/>
            <a:headEnd len="sm" w="sm" type="none"/>
            <a:tailEnd len="sm" w="sm" type="none"/>
          </a:ln>
        </p:spPr>
      </p:cxnSp>
      <p:sp>
        <p:nvSpPr>
          <p:cNvPr id="158" name="Google Shape;158;p20"/>
          <p:cNvSpPr txBox="1"/>
          <p:nvPr>
            <p:ph idx="3" type="subTitle"/>
          </p:nvPr>
        </p:nvSpPr>
        <p:spPr>
          <a:xfrm>
            <a:off x="597800" y="4199200"/>
            <a:ext cx="3758700" cy="952500"/>
          </a:xfrm>
          <a:prstGeom prst="rect">
            <a:avLst/>
          </a:prstGeom>
        </p:spPr>
        <p:txBody>
          <a:bodyPr anchorCtr="0" anchor="t" bIns="34275" lIns="68575" spcFirstLastPara="1" rIns="68575" wrap="square" tIns="34275">
            <a:normAutofit/>
          </a:bodyPr>
          <a:lstStyle>
            <a:lvl1pPr lvl="0" rtl="0">
              <a:spcBef>
                <a:spcPts val="800"/>
              </a:spcBef>
              <a:spcAft>
                <a:spcPts val="0"/>
              </a:spcAft>
              <a:buSzPts val="1800"/>
              <a:buNone/>
              <a:defRPr/>
            </a:lvl1pPr>
            <a:lvl2pPr lvl="1" rtl="0">
              <a:spcBef>
                <a:spcPts val="400"/>
              </a:spcBef>
              <a:spcAft>
                <a:spcPts val="0"/>
              </a:spcAft>
              <a:buSzPts val="1800"/>
              <a:buNone/>
              <a:defRPr/>
            </a:lvl2pPr>
            <a:lvl3pPr lvl="2" rtl="0">
              <a:spcBef>
                <a:spcPts val="400"/>
              </a:spcBef>
              <a:spcAft>
                <a:spcPts val="0"/>
              </a:spcAft>
              <a:buSzPts val="1400"/>
              <a:buNone/>
              <a:defRPr/>
            </a:lvl3pPr>
            <a:lvl4pPr lvl="3" rtl="0">
              <a:spcBef>
                <a:spcPts val="400"/>
              </a:spcBef>
              <a:spcAft>
                <a:spcPts val="0"/>
              </a:spcAft>
              <a:buSzPts val="1200"/>
              <a:buNone/>
              <a:defRPr/>
            </a:lvl4pPr>
            <a:lvl5pPr lvl="4" rtl="0">
              <a:spcBef>
                <a:spcPts val="400"/>
              </a:spcBef>
              <a:spcAft>
                <a:spcPts val="0"/>
              </a:spcAft>
              <a:buSzPts val="1100"/>
              <a:buNone/>
              <a:defRPr/>
            </a:lvl5pPr>
            <a:lvl6pPr lvl="5" rtl="0">
              <a:spcBef>
                <a:spcPts val="400"/>
              </a:spcBef>
              <a:spcAft>
                <a:spcPts val="0"/>
              </a:spcAft>
              <a:buSzPts val="1400"/>
              <a:buNone/>
              <a:defRPr/>
            </a:lvl6pPr>
            <a:lvl7pPr lvl="6" rtl="0">
              <a:spcBef>
                <a:spcPts val="400"/>
              </a:spcBef>
              <a:spcAft>
                <a:spcPts val="0"/>
              </a:spcAft>
              <a:buSzPts val="1400"/>
              <a:buNone/>
              <a:defRPr/>
            </a:lvl7pPr>
            <a:lvl8pPr lvl="7" rtl="0">
              <a:spcBef>
                <a:spcPts val="400"/>
              </a:spcBef>
              <a:spcAft>
                <a:spcPts val="0"/>
              </a:spcAft>
              <a:buSzPts val="1400"/>
              <a:buNone/>
              <a:defRPr/>
            </a:lvl8pPr>
            <a:lvl9pPr lvl="8" rtl="0">
              <a:spcBef>
                <a:spcPts val="400"/>
              </a:spcBef>
              <a:spcAft>
                <a:spcPts val="0"/>
              </a:spcAft>
              <a:buSzPts val="1400"/>
              <a:buNone/>
              <a:defRPr/>
            </a:lvl9pPr>
          </a:lstStyle>
          <a:p/>
        </p:txBody>
      </p:sp>
      <p:sp>
        <p:nvSpPr>
          <p:cNvPr id="159" name="Google Shape;159;p20"/>
          <p:cNvSpPr txBox="1"/>
          <p:nvPr>
            <p:ph idx="4" type="subTitle"/>
          </p:nvPr>
        </p:nvSpPr>
        <p:spPr>
          <a:xfrm>
            <a:off x="4787500" y="4199200"/>
            <a:ext cx="3758700" cy="952500"/>
          </a:xfrm>
          <a:prstGeom prst="rect">
            <a:avLst/>
          </a:prstGeom>
        </p:spPr>
        <p:txBody>
          <a:bodyPr anchorCtr="0" anchor="t" bIns="34275" lIns="68575" spcFirstLastPara="1" rIns="68575" wrap="square" tIns="34275">
            <a:normAutofit/>
          </a:bodyPr>
          <a:lstStyle>
            <a:lvl1pPr lvl="0" rtl="0" algn="r">
              <a:spcBef>
                <a:spcPts val="800"/>
              </a:spcBef>
              <a:spcAft>
                <a:spcPts val="0"/>
              </a:spcAft>
              <a:buSzPts val="1800"/>
              <a:buNone/>
              <a:defRPr/>
            </a:lvl1pPr>
            <a:lvl2pPr lvl="1" rtl="0" algn="r">
              <a:spcBef>
                <a:spcPts val="400"/>
              </a:spcBef>
              <a:spcAft>
                <a:spcPts val="0"/>
              </a:spcAft>
              <a:buSzPts val="1800"/>
              <a:buNone/>
              <a:defRPr/>
            </a:lvl2pPr>
            <a:lvl3pPr lvl="2" rtl="0" algn="r">
              <a:spcBef>
                <a:spcPts val="400"/>
              </a:spcBef>
              <a:spcAft>
                <a:spcPts val="0"/>
              </a:spcAft>
              <a:buSzPts val="1400"/>
              <a:buNone/>
              <a:defRPr/>
            </a:lvl3pPr>
            <a:lvl4pPr lvl="3" rtl="0" algn="r">
              <a:spcBef>
                <a:spcPts val="400"/>
              </a:spcBef>
              <a:spcAft>
                <a:spcPts val="0"/>
              </a:spcAft>
              <a:buSzPts val="1200"/>
              <a:buNone/>
              <a:defRPr/>
            </a:lvl4pPr>
            <a:lvl5pPr lvl="4" rtl="0" algn="r">
              <a:spcBef>
                <a:spcPts val="400"/>
              </a:spcBef>
              <a:spcAft>
                <a:spcPts val="0"/>
              </a:spcAft>
              <a:buSzPts val="1100"/>
              <a:buNone/>
              <a:defRPr/>
            </a:lvl5pPr>
            <a:lvl6pPr lvl="5" rtl="0" algn="r">
              <a:spcBef>
                <a:spcPts val="400"/>
              </a:spcBef>
              <a:spcAft>
                <a:spcPts val="0"/>
              </a:spcAft>
              <a:buSzPts val="1400"/>
              <a:buNone/>
              <a:defRPr/>
            </a:lvl6pPr>
            <a:lvl7pPr lvl="6" rtl="0" algn="r">
              <a:spcBef>
                <a:spcPts val="400"/>
              </a:spcBef>
              <a:spcAft>
                <a:spcPts val="0"/>
              </a:spcAft>
              <a:buSzPts val="1400"/>
              <a:buNone/>
              <a:defRPr/>
            </a:lvl7pPr>
            <a:lvl8pPr lvl="7" rtl="0" algn="r">
              <a:spcBef>
                <a:spcPts val="400"/>
              </a:spcBef>
              <a:spcAft>
                <a:spcPts val="0"/>
              </a:spcAft>
              <a:buSzPts val="1400"/>
              <a:buNone/>
              <a:defRPr/>
            </a:lvl8pPr>
            <a:lvl9pPr lvl="8" rtl="0" algn="r">
              <a:spcBef>
                <a:spcPts val="400"/>
              </a:spcBef>
              <a:spcAft>
                <a:spcPts val="0"/>
              </a:spcAft>
              <a:buSzPts val="1400"/>
              <a:buNone/>
              <a:defRPr/>
            </a:lvl9pPr>
          </a:lstStyle>
          <a:p/>
        </p:txBody>
      </p:sp>
      <p:sp>
        <p:nvSpPr>
          <p:cNvPr id="160" name="Google Shape;160;p20"/>
          <p:cNvSpPr txBox="1"/>
          <p:nvPr>
            <p:ph idx="5" type="subTitle"/>
          </p:nvPr>
        </p:nvSpPr>
        <p:spPr>
          <a:xfrm>
            <a:off x="4826325" y="1098950"/>
            <a:ext cx="3758700" cy="952500"/>
          </a:xfrm>
          <a:prstGeom prst="rect">
            <a:avLst/>
          </a:prstGeom>
        </p:spPr>
        <p:txBody>
          <a:bodyPr anchorCtr="0" anchor="t" bIns="34275" lIns="68575" spcFirstLastPara="1" rIns="68575" wrap="square" tIns="34275">
            <a:normAutofit/>
          </a:bodyPr>
          <a:lstStyle>
            <a:lvl1pPr lvl="0" rtl="0" algn="r">
              <a:spcBef>
                <a:spcPts val="800"/>
              </a:spcBef>
              <a:spcAft>
                <a:spcPts val="0"/>
              </a:spcAft>
              <a:buSzPts val="1800"/>
              <a:buNone/>
              <a:defRPr/>
            </a:lvl1pPr>
            <a:lvl2pPr lvl="1" rtl="0" algn="r">
              <a:spcBef>
                <a:spcPts val="400"/>
              </a:spcBef>
              <a:spcAft>
                <a:spcPts val="0"/>
              </a:spcAft>
              <a:buSzPts val="1800"/>
              <a:buNone/>
              <a:defRPr/>
            </a:lvl2pPr>
            <a:lvl3pPr lvl="2" rtl="0" algn="r">
              <a:spcBef>
                <a:spcPts val="400"/>
              </a:spcBef>
              <a:spcAft>
                <a:spcPts val="0"/>
              </a:spcAft>
              <a:buSzPts val="1400"/>
              <a:buNone/>
              <a:defRPr/>
            </a:lvl3pPr>
            <a:lvl4pPr lvl="3" rtl="0" algn="r">
              <a:spcBef>
                <a:spcPts val="400"/>
              </a:spcBef>
              <a:spcAft>
                <a:spcPts val="0"/>
              </a:spcAft>
              <a:buSzPts val="1200"/>
              <a:buNone/>
              <a:defRPr/>
            </a:lvl4pPr>
            <a:lvl5pPr lvl="4" rtl="0" algn="r">
              <a:spcBef>
                <a:spcPts val="400"/>
              </a:spcBef>
              <a:spcAft>
                <a:spcPts val="0"/>
              </a:spcAft>
              <a:buSzPts val="1100"/>
              <a:buNone/>
              <a:defRPr/>
            </a:lvl5pPr>
            <a:lvl6pPr lvl="5" rtl="0" algn="r">
              <a:spcBef>
                <a:spcPts val="400"/>
              </a:spcBef>
              <a:spcAft>
                <a:spcPts val="0"/>
              </a:spcAft>
              <a:buSzPts val="1400"/>
              <a:buNone/>
              <a:defRPr/>
            </a:lvl6pPr>
            <a:lvl7pPr lvl="6" rtl="0" algn="r">
              <a:spcBef>
                <a:spcPts val="400"/>
              </a:spcBef>
              <a:spcAft>
                <a:spcPts val="0"/>
              </a:spcAft>
              <a:buSzPts val="1400"/>
              <a:buNone/>
              <a:defRPr/>
            </a:lvl7pPr>
            <a:lvl8pPr lvl="7" rtl="0" algn="r">
              <a:spcBef>
                <a:spcPts val="400"/>
              </a:spcBef>
              <a:spcAft>
                <a:spcPts val="0"/>
              </a:spcAft>
              <a:buSzPts val="1400"/>
              <a:buNone/>
              <a:defRPr/>
            </a:lvl8pPr>
            <a:lvl9pPr lvl="8" rtl="0" algn="r">
              <a:spcBef>
                <a:spcPts val="400"/>
              </a:spcBef>
              <a:spcAft>
                <a:spcPts val="0"/>
              </a:spcAft>
              <a:buSzPts val="1400"/>
              <a:buNone/>
              <a:defRPr/>
            </a:lvl9pPr>
          </a:lstStyle>
          <a:p/>
        </p:txBody>
      </p:sp>
      <p:sp>
        <p:nvSpPr>
          <p:cNvPr id="161" name="Google Shape;161;p20"/>
          <p:cNvSpPr txBox="1"/>
          <p:nvPr>
            <p:ph idx="6" type="body"/>
          </p:nvPr>
        </p:nvSpPr>
        <p:spPr>
          <a:xfrm>
            <a:off x="597800" y="1446925"/>
            <a:ext cx="3758700" cy="562200"/>
          </a:xfrm>
          <a:prstGeom prst="rect">
            <a:avLst/>
          </a:prstGeom>
        </p:spPr>
        <p:txBody>
          <a:bodyPr anchorCtr="0" anchor="t" bIns="34275" lIns="68575" spcFirstLastPara="1" rIns="68575" wrap="square" tIns="34275">
            <a:normAutofit/>
          </a:bodyPr>
          <a:lstStyle>
            <a:lvl1pPr indent="-317500" lvl="0" marL="457200">
              <a:lnSpc>
                <a:spcPct val="115000"/>
              </a:lnSpc>
              <a:spcBef>
                <a:spcPts val="800"/>
              </a:spcBef>
              <a:spcAft>
                <a:spcPts val="0"/>
              </a:spcAft>
              <a:buSzPts val="1400"/>
              <a:buChar char="•"/>
              <a:defRPr sz="1400"/>
            </a:lvl1pPr>
            <a:lvl2pPr indent="-317500" lvl="1" marL="914400">
              <a:lnSpc>
                <a:spcPct val="115000"/>
              </a:lnSpc>
              <a:spcBef>
                <a:spcPts val="400"/>
              </a:spcBef>
              <a:spcAft>
                <a:spcPts val="0"/>
              </a:spcAft>
              <a:buSzPts val="1400"/>
              <a:buChar char="•"/>
              <a:defRPr sz="1400"/>
            </a:lvl2pPr>
            <a:lvl3pPr indent="-317500" lvl="2" marL="1371600">
              <a:lnSpc>
                <a:spcPct val="115000"/>
              </a:lnSpc>
              <a:spcBef>
                <a:spcPts val="400"/>
              </a:spcBef>
              <a:spcAft>
                <a:spcPts val="0"/>
              </a:spcAft>
              <a:buSzPts val="1400"/>
              <a:buChar char="•"/>
              <a:defRPr/>
            </a:lvl3pPr>
            <a:lvl4pPr indent="-317500" lvl="3" marL="1828800">
              <a:lnSpc>
                <a:spcPct val="115000"/>
              </a:lnSpc>
              <a:spcBef>
                <a:spcPts val="400"/>
              </a:spcBef>
              <a:spcAft>
                <a:spcPts val="0"/>
              </a:spcAft>
              <a:buSzPts val="1400"/>
              <a:buChar char="•"/>
              <a:defRPr sz="1400"/>
            </a:lvl4pPr>
            <a:lvl5pPr indent="-317500" lvl="4" marL="2286000">
              <a:lnSpc>
                <a:spcPct val="115000"/>
              </a:lnSpc>
              <a:spcBef>
                <a:spcPts val="400"/>
              </a:spcBef>
              <a:spcAft>
                <a:spcPts val="0"/>
              </a:spcAft>
              <a:buSzPts val="1400"/>
              <a:buChar char="•"/>
              <a:defRPr sz="1400"/>
            </a:lvl5pPr>
            <a:lvl6pPr indent="-317500" lvl="5" marL="2743200">
              <a:lnSpc>
                <a:spcPct val="115000"/>
              </a:lnSpc>
              <a:spcBef>
                <a:spcPts val="400"/>
              </a:spcBef>
              <a:spcAft>
                <a:spcPts val="0"/>
              </a:spcAft>
              <a:buSzPts val="1400"/>
              <a:buChar char="•"/>
              <a:defRPr/>
            </a:lvl6pPr>
            <a:lvl7pPr indent="-317500" lvl="6" marL="3200400">
              <a:lnSpc>
                <a:spcPct val="115000"/>
              </a:lnSpc>
              <a:spcBef>
                <a:spcPts val="400"/>
              </a:spcBef>
              <a:spcAft>
                <a:spcPts val="0"/>
              </a:spcAft>
              <a:buSzPts val="1400"/>
              <a:buChar char="•"/>
              <a:defRPr/>
            </a:lvl7pPr>
            <a:lvl8pPr indent="-317500" lvl="7" marL="3657600">
              <a:lnSpc>
                <a:spcPct val="115000"/>
              </a:lnSpc>
              <a:spcBef>
                <a:spcPts val="400"/>
              </a:spcBef>
              <a:spcAft>
                <a:spcPts val="0"/>
              </a:spcAft>
              <a:buSzPts val="1400"/>
              <a:buChar char="•"/>
              <a:defRPr/>
            </a:lvl8pPr>
            <a:lvl9pPr indent="-317500" lvl="8" marL="4114800">
              <a:lnSpc>
                <a:spcPct val="115000"/>
              </a:lnSpc>
              <a:spcBef>
                <a:spcPts val="400"/>
              </a:spcBef>
              <a:spcAft>
                <a:spcPts val="0"/>
              </a:spcAft>
              <a:buSzPts val="1400"/>
              <a:buChar char="•"/>
              <a:defRPr/>
            </a:lvl9pPr>
          </a:lstStyle>
          <a:p/>
        </p:txBody>
      </p:sp>
      <p:sp>
        <p:nvSpPr>
          <p:cNvPr id="162" name="Google Shape;162;p20"/>
          <p:cNvSpPr txBox="1"/>
          <p:nvPr>
            <p:ph idx="7" type="body"/>
          </p:nvPr>
        </p:nvSpPr>
        <p:spPr>
          <a:xfrm>
            <a:off x="4826325" y="1446925"/>
            <a:ext cx="3758700" cy="562200"/>
          </a:xfrm>
          <a:prstGeom prst="rect">
            <a:avLst/>
          </a:prstGeom>
        </p:spPr>
        <p:txBody>
          <a:bodyPr anchorCtr="0" anchor="t" bIns="34275" lIns="68575" spcFirstLastPara="1" rIns="68575" wrap="square" tIns="34275">
            <a:normAutofit/>
          </a:bodyPr>
          <a:lstStyle>
            <a:lvl1pPr indent="-317500" lvl="0" marL="457200" rtl="0" algn="r">
              <a:lnSpc>
                <a:spcPct val="115000"/>
              </a:lnSpc>
              <a:spcBef>
                <a:spcPts val="800"/>
              </a:spcBef>
              <a:spcAft>
                <a:spcPts val="0"/>
              </a:spcAft>
              <a:buSzPts val="1400"/>
              <a:buChar char="•"/>
              <a:defRPr sz="1400"/>
            </a:lvl1pPr>
            <a:lvl2pPr indent="-317500" lvl="1" marL="914400" rtl="0" algn="r">
              <a:lnSpc>
                <a:spcPct val="115000"/>
              </a:lnSpc>
              <a:spcBef>
                <a:spcPts val="400"/>
              </a:spcBef>
              <a:spcAft>
                <a:spcPts val="0"/>
              </a:spcAft>
              <a:buSzPts val="1400"/>
              <a:buChar char="•"/>
              <a:defRPr sz="1400"/>
            </a:lvl2pPr>
            <a:lvl3pPr indent="-317500" lvl="2" marL="1371600" rtl="0" algn="r">
              <a:lnSpc>
                <a:spcPct val="115000"/>
              </a:lnSpc>
              <a:spcBef>
                <a:spcPts val="400"/>
              </a:spcBef>
              <a:spcAft>
                <a:spcPts val="0"/>
              </a:spcAft>
              <a:buSzPts val="1400"/>
              <a:buChar char="•"/>
              <a:defRPr/>
            </a:lvl3pPr>
            <a:lvl4pPr indent="-317500" lvl="3" marL="1828800" rtl="0" algn="r">
              <a:lnSpc>
                <a:spcPct val="115000"/>
              </a:lnSpc>
              <a:spcBef>
                <a:spcPts val="400"/>
              </a:spcBef>
              <a:spcAft>
                <a:spcPts val="0"/>
              </a:spcAft>
              <a:buSzPts val="1400"/>
              <a:buChar char="•"/>
              <a:defRPr sz="1400"/>
            </a:lvl4pPr>
            <a:lvl5pPr indent="-317500" lvl="4" marL="2286000" rtl="0" algn="r">
              <a:lnSpc>
                <a:spcPct val="115000"/>
              </a:lnSpc>
              <a:spcBef>
                <a:spcPts val="400"/>
              </a:spcBef>
              <a:spcAft>
                <a:spcPts val="0"/>
              </a:spcAft>
              <a:buSzPts val="1400"/>
              <a:buChar char="•"/>
              <a:defRPr sz="1400"/>
            </a:lvl5pPr>
            <a:lvl6pPr indent="-317500" lvl="5" marL="2743200" rtl="0" algn="r">
              <a:lnSpc>
                <a:spcPct val="115000"/>
              </a:lnSpc>
              <a:spcBef>
                <a:spcPts val="400"/>
              </a:spcBef>
              <a:spcAft>
                <a:spcPts val="0"/>
              </a:spcAft>
              <a:buSzPts val="1400"/>
              <a:buChar char="•"/>
              <a:defRPr/>
            </a:lvl6pPr>
            <a:lvl7pPr indent="-317500" lvl="6" marL="3200400" rtl="0" algn="r">
              <a:lnSpc>
                <a:spcPct val="115000"/>
              </a:lnSpc>
              <a:spcBef>
                <a:spcPts val="400"/>
              </a:spcBef>
              <a:spcAft>
                <a:spcPts val="0"/>
              </a:spcAft>
              <a:buSzPts val="1400"/>
              <a:buChar char="•"/>
              <a:defRPr/>
            </a:lvl7pPr>
            <a:lvl8pPr indent="-317500" lvl="7" marL="3657600" rtl="0" algn="r">
              <a:lnSpc>
                <a:spcPct val="115000"/>
              </a:lnSpc>
              <a:spcBef>
                <a:spcPts val="400"/>
              </a:spcBef>
              <a:spcAft>
                <a:spcPts val="0"/>
              </a:spcAft>
              <a:buSzPts val="1400"/>
              <a:buChar char="•"/>
              <a:defRPr/>
            </a:lvl8pPr>
            <a:lvl9pPr indent="-317500" lvl="8" marL="4114800" rtl="0" algn="r">
              <a:lnSpc>
                <a:spcPct val="115000"/>
              </a:lnSpc>
              <a:spcBef>
                <a:spcPts val="400"/>
              </a:spcBef>
              <a:spcAft>
                <a:spcPts val="0"/>
              </a:spcAft>
              <a:buSzPts val="1400"/>
              <a:buChar char="•"/>
              <a:defRPr/>
            </a:lvl9pPr>
          </a:lstStyle>
          <a:p/>
        </p:txBody>
      </p:sp>
      <p:sp>
        <p:nvSpPr>
          <p:cNvPr id="163" name="Google Shape;163;p20"/>
          <p:cNvSpPr txBox="1"/>
          <p:nvPr>
            <p:ph idx="8" type="body"/>
          </p:nvPr>
        </p:nvSpPr>
        <p:spPr>
          <a:xfrm>
            <a:off x="597800" y="3066400"/>
            <a:ext cx="3758700" cy="562200"/>
          </a:xfrm>
          <a:prstGeom prst="rect">
            <a:avLst/>
          </a:prstGeom>
        </p:spPr>
        <p:txBody>
          <a:bodyPr anchorCtr="0" anchor="t" bIns="34275" lIns="68575" spcFirstLastPara="1" rIns="68575" wrap="square" tIns="34275">
            <a:normAutofit/>
          </a:bodyPr>
          <a:lstStyle>
            <a:lvl1pPr indent="-317500" lvl="0" marL="457200" rtl="0">
              <a:lnSpc>
                <a:spcPct val="115000"/>
              </a:lnSpc>
              <a:spcBef>
                <a:spcPts val="800"/>
              </a:spcBef>
              <a:spcAft>
                <a:spcPts val="0"/>
              </a:spcAft>
              <a:buSzPts val="1400"/>
              <a:buChar char="•"/>
              <a:defRPr sz="1400"/>
            </a:lvl1pPr>
            <a:lvl2pPr indent="-317500" lvl="1" marL="914400" rtl="0">
              <a:lnSpc>
                <a:spcPct val="115000"/>
              </a:lnSpc>
              <a:spcBef>
                <a:spcPts val="400"/>
              </a:spcBef>
              <a:spcAft>
                <a:spcPts val="0"/>
              </a:spcAft>
              <a:buSzPts val="1400"/>
              <a:buChar char="•"/>
              <a:defRPr sz="1400"/>
            </a:lvl2pPr>
            <a:lvl3pPr indent="-317500" lvl="2" marL="1371600" rtl="0">
              <a:lnSpc>
                <a:spcPct val="115000"/>
              </a:lnSpc>
              <a:spcBef>
                <a:spcPts val="400"/>
              </a:spcBef>
              <a:spcAft>
                <a:spcPts val="0"/>
              </a:spcAft>
              <a:buSzPts val="1400"/>
              <a:buChar char="•"/>
              <a:defRPr/>
            </a:lvl3pPr>
            <a:lvl4pPr indent="-317500" lvl="3" marL="1828800" rtl="0">
              <a:lnSpc>
                <a:spcPct val="115000"/>
              </a:lnSpc>
              <a:spcBef>
                <a:spcPts val="400"/>
              </a:spcBef>
              <a:spcAft>
                <a:spcPts val="0"/>
              </a:spcAft>
              <a:buSzPts val="1400"/>
              <a:buChar char="•"/>
              <a:defRPr sz="1400"/>
            </a:lvl4pPr>
            <a:lvl5pPr indent="-317500" lvl="4" marL="2286000" rtl="0">
              <a:lnSpc>
                <a:spcPct val="115000"/>
              </a:lnSpc>
              <a:spcBef>
                <a:spcPts val="400"/>
              </a:spcBef>
              <a:spcAft>
                <a:spcPts val="0"/>
              </a:spcAft>
              <a:buSzPts val="1400"/>
              <a:buChar char="•"/>
              <a:defRPr sz="1400"/>
            </a:lvl5pPr>
            <a:lvl6pPr indent="-317500" lvl="5" marL="2743200" rtl="0">
              <a:lnSpc>
                <a:spcPct val="115000"/>
              </a:lnSpc>
              <a:spcBef>
                <a:spcPts val="400"/>
              </a:spcBef>
              <a:spcAft>
                <a:spcPts val="0"/>
              </a:spcAft>
              <a:buSzPts val="1400"/>
              <a:buChar char="•"/>
              <a:defRPr/>
            </a:lvl6pPr>
            <a:lvl7pPr indent="-317500" lvl="6" marL="3200400" rtl="0">
              <a:lnSpc>
                <a:spcPct val="115000"/>
              </a:lnSpc>
              <a:spcBef>
                <a:spcPts val="400"/>
              </a:spcBef>
              <a:spcAft>
                <a:spcPts val="0"/>
              </a:spcAft>
              <a:buSzPts val="1400"/>
              <a:buChar char="•"/>
              <a:defRPr/>
            </a:lvl7pPr>
            <a:lvl8pPr indent="-317500" lvl="7" marL="3657600" rtl="0">
              <a:lnSpc>
                <a:spcPct val="115000"/>
              </a:lnSpc>
              <a:spcBef>
                <a:spcPts val="400"/>
              </a:spcBef>
              <a:spcAft>
                <a:spcPts val="0"/>
              </a:spcAft>
              <a:buSzPts val="1400"/>
              <a:buChar char="•"/>
              <a:defRPr/>
            </a:lvl8pPr>
            <a:lvl9pPr indent="-317500" lvl="8" marL="4114800" rtl="0">
              <a:lnSpc>
                <a:spcPct val="115000"/>
              </a:lnSpc>
              <a:spcBef>
                <a:spcPts val="400"/>
              </a:spcBef>
              <a:spcAft>
                <a:spcPts val="0"/>
              </a:spcAft>
              <a:buSzPts val="1400"/>
              <a:buChar char="•"/>
              <a:defRPr/>
            </a:lvl9pPr>
          </a:lstStyle>
          <a:p/>
        </p:txBody>
      </p:sp>
      <p:sp>
        <p:nvSpPr>
          <p:cNvPr id="164" name="Google Shape;164;p20"/>
          <p:cNvSpPr txBox="1"/>
          <p:nvPr>
            <p:ph idx="9" type="body"/>
          </p:nvPr>
        </p:nvSpPr>
        <p:spPr>
          <a:xfrm>
            <a:off x="4826325" y="3066400"/>
            <a:ext cx="3758700" cy="562200"/>
          </a:xfrm>
          <a:prstGeom prst="rect">
            <a:avLst/>
          </a:prstGeom>
        </p:spPr>
        <p:txBody>
          <a:bodyPr anchorCtr="0" anchor="t" bIns="34275" lIns="68575" spcFirstLastPara="1" rIns="68575" wrap="square" tIns="34275">
            <a:normAutofit/>
          </a:bodyPr>
          <a:lstStyle>
            <a:lvl1pPr indent="-317500" lvl="0" marL="457200" rtl="0" algn="r">
              <a:lnSpc>
                <a:spcPct val="115000"/>
              </a:lnSpc>
              <a:spcBef>
                <a:spcPts val="800"/>
              </a:spcBef>
              <a:spcAft>
                <a:spcPts val="0"/>
              </a:spcAft>
              <a:buSzPts val="1400"/>
              <a:buChar char="•"/>
              <a:defRPr sz="1400"/>
            </a:lvl1pPr>
            <a:lvl2pPr indent="-317500" lvl="1" marL="914400" rtl="0" algn="r">
              <a:lnSpc>
                <a:spcPct val="115000"/>
              </a:lnSpc>
              <a:spcBef>
                <a:spcPts val="400"/>
              </a:spcBef>
              <a:spcAft>
                <a:spcPts val="0"/>
              </a:spcAft>
              <a:buSzPts val="1400"/>
              <a:buChar char="•"/>
              <a:defRPr sz="1400"/>
            </a:lvl2pPr>
            <a:lvl3pPr indent="-317500" lvl="2" marL="1371600" rtl="0" algn="r">
              <a:lnSpc>
                <a:spcPct val="115000"/>
              </a:lnSpc>
              <a:spcBef>
                <a:spcPts val="400"/>
              </a:spcBef>
              <a:spcAft>
                <a:spcPts val="0"/>
              </a:spcAft>
              <a:buSzPts val="1400"/>
              <a:buChar char="•"/>
              <a:defRPr/>
            </a:lvl3pPr>
            <a:lvl4pPr indent="-317500" lvl="3" marL="1828800" rtl="0" algn="r">
              <a:lnSpc>
                <a:spcPct val="115000"/>
              </a:lnSpc>
              <a:spcBef>
                <a:spcPts val="400"/>
              </a:spcBef>
              <a:spcAft>
                <a:spcPts val="0"/>
              </a:spcAft>
              <a:buSzPts val="1400"/>
              <a:buChar char="•"/>
              <a:defRPr sz="1400"/>
            </a:lvl4pPr>
            <a:lvl5pPr indent="-317500" lvl="4" marL="2286000" rtl="0" algn="r">
              <a:lnSpc>
                <a:spcPct val="115000"/>
              </a:lnSpc>
              <a:spcBef>
                <a:spcPts val="400"/>
              </a:spcBef>
              <a:spcAft>
                <a:spcPts val="0"/>
              </a:spcAft>
              <a:buSzPts val="1400"/>
              <a:buChar char="•"/>
              <a:defRPr sz="1400"/>
            </a:lvl5pPr>
            <a:lvl6pPr indent="-317500" lvl="5" marL="2743200" rtl="0" algn="r">
              <a:lnSpc>
                <a:spcPct val="115000"/>
              </a:lnSpc>
              <a:spcBef>
                <a:spcPts val="400"/>
              </a:spcBef>
              <a:spcAft>
                <a:spcPts val="0"/>
              </a:spcAft>
              <a:buSzPts val="1400"/>
              <a:buChar char="•"/>
              <a:defRPr/>
            </a:lvl6pPr>
            <a:lvl7pPr indent="-317500" lvl="6" marL="3200400" rtl="0" algn="r">
              <a:lnSpc>
                <a:spcPct val="115000"/>
              </a:lnSpc>
              <a:spcBef>
                <a:spcPts val="400"/>
              </a:spcBef>
              <a:spcAft>
                <a:spcPts val="0"/>
              </a:spcAft>
              <a:buSzPts val="1400"/>
              <a:buChar char="•"/>
              <a:defRPr/>
            </a:lvl7pPr>
            <a:lvl8pPr indent="-317500" lvl="7" marL="3657600" rtl="0" algn="r">
              <a:lnSpc>
                <a:spcPct val="115000"/>
              </a:lnSpc>
              <a:spcBef>
                <a:spcPts val="400"/>
              </a:spcBef>
              <a:spcAft>
                <a:spcPts val="0"/>
              </a:spcAft>
              <a:buSzPts val="1400"/>
              <a:buChar char="•"/>
              <a:defRPr/>
            </a:lvl8pPr>
            <a:lvl9pPr indent="-317500" lvl="8" marL="4114800" rtl="0" algn="r">
              <a:lnSpc>
                <a:spcPct val="115000"/>
              </a:lnSpc>
              <a:spcBef>
                <a:spcPts val="400"/>
              </a:spcBef>
              <a:spcAft>
                <a:spcPts val="0"/>
              </a:spcAft>
              <a:buSzPts val="1400"/>
              <a:buChar char="•"/>
              <a:defRPr/>
            </a:lvl9pPr>
          </a:lstStyle>
          <a:p/>
        </p:txBody>
      </p:sp>
      <p:sp>
        <p:nvSpPr>
          <p:cNvPr id="165" name="Google Shape;165;p20"/>
          <p:cNvSpPr txBox="1"/>
          <p:nvPr>
            <p:ph idx="13" type="body"/>
          </p:nvPr>
        </p:nvSpPr>
        <p:spPr>
          <a:xfrm>
            <a:off x="502541" y="599312"/>
            <a:ext cx="8569500" cy="3261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liers">
  <p:cSld name="3 valeurs - Center - Light_1">
    <p:spTree>
      <p:nvGrpSpPr>
        <p:cNvPr id="166" name="Shape 166"/>
        <p:cNvGrpSpPr/>
        <p:nvPr/>
      </p:nvGrpSpPr>
      <p:grpSpPr>
        <a:xfrm>
          <a:off x="0" y="0"/>
          <a:ext cx="0" cy="0"/>
          <a:chOff x="0" y="0"/>
          <a:chExt cx="0" cy="0"/>
        </a:xfrm>
      </p:grpSpPr>
      <p:sp>
        <p:nvSpPr>
          <p:cNvPr id="167" name="Google Shape;167;p21"/>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68" name="Google Shape;168;p21"/>
          <p:cNvSpPr txBox="1"/>
          <p:nvPr>
            <p:ph idx="2" type="body"/>
          </p:nvPr>
        </p:nvSpPr>
        <p:spPr>
          <a:xfrm>
            <a:off x="575072" y="395417"/>
            <a:ext cx="2160000" cy="42825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800"/>
              </a:spcBef>
              <a:spcAft>
                <a:spcPts val="0"/>
              </a:spcAft>
              <a:buClr>
                <a:schemeClr val="dk1"/>
              </a:buClr>
              <a:buSzPts val="2300"/>
              <a:buFont typeface="Roboto"/>
              <a:buNone/>
              <a:defRPr i="0" sz="23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69" name="Google Shape;169;p21"/>
          <p:cNvSpPr txBox="1"/>
          <p:nvPr>
            <p:ph idx="3" type="body"/>
          </p:nvPr>
        </p:nvSpPr>
        <p:spPr>
          <a:xfrm>
            <a:off x="3492001" y="395417"/>
            <a:ext cx="2160000" cy="42825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800"/>
              </a:spcBef>
              <a:spcAft>
                <a:spcPts val="0"/>
              </a:spcAft>
              <a:buClr>
                <a:schemeClr val="dk1"/>
              </a:buClr>
              <a:buSzPts val="2300"/>
              <a:buFont typeface="Roboto"/>
              <a:buNone/>
              <a:defRPr i="0" sz="23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70" name="Google Shape;170;p21"/>
          <p:cNvSpPr txBox="1"/>
          <p:nvPr>
            <p:ph idx="4" type="body"/>
          </p:nvPr>
        </p:nvSpPr>
        <p:spPr>
          <a:xfrm>
            <a:off x="6408929" y="395417"/>
            <a:ext cx="2160000" cy="4282500"/>
          </a:xfrm>
          <a:prstGeom prst="rect">
            <a:avLst/>
          </a:prstGeom>
          <a:noFill/>
          <a:ln>
            <a:noFill/>
          </a:ln>
        </p:spPr>
        <p:txBody>
          <a:bodyPr anchorCtr="0" anchor="ctr" bIns="34275" lIns="68575" spcFirstLastPara="1" rIns="68575" wrap="square" tIns="34275">
            <a:normAutofit/>
          </a:bodyPr>
          <a:lstStyle>
            <a:lvl1pPr indent="-228600" lvl="0" marL="457200" algn="ctr">
              <a:lnSpc>
                <a:spcPct val="100000"/>
              </a:lnSpc>
              <a:spcBef>
                <a:spcPts val="800"/>
              </a:spcBef>
              <a:spcAft>
                <a:spcPts val="0"/>
              </a:spcAft>
              <a:buClr>
                <a:schemeClr val="dk1"/>
              </a:buClr>
              <a:buSzPts val="2300"/>
              <a:buFont typeface="Roboto"/>
              <a:buNone/>
              <a:defRPr i="0" sz="23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cxnSp>
        <p:nvCxnSpPr>
          <p:cNvPr id="171" name="Google Shape;171;p21"/>
          <p:cNvCxnSpPr/>
          <p:nvPr/>
        </p:nvCxnSpPr>
        <p:spPr>
          <a:xfrm flipH="1">
            <a:off x="2971642" y="1981812"/>
            <a:ext cx="303300" cy="560700"/>
          </a:xfrm>
          <a:prstGeom prst="straightConnector1">
            <a:avLst/>
          </a:prstGeom>
          <a:noFill/>
          <a:ln cap="flat" cmpd="sng" w="38100">
            <a:solidFill>
              <a:srgbClr val="1041BE"/>
            </a:solidFill>
            <a:prstDash val="solid"/>
            <a:miter lim="800000"/>
            <a:headEnd len="sm" w="sm" type="none"/>
            <a:tailEnd len="sm" w="sm" type="none"/>
          </a:ln>
        </p:spPr>
      </p:cxnSp>
      <p:cxnSp>
        <p:nvCxnSpPr>
          <p:cNvPr id="172" name="Google Shape;172;p21"/>
          <p:cNvCxnSpPr/>
          <p:nvPr/>
        </p:nvCxnSpPr>
        <p:spPr>
          <a:xfrm flipH="1">
            <a:off x="5876495" y="1981812"/>
            <a:ext cx="303300" cy="560700"/>
          </a:xfrm>
          <a:prstGeom prst="straightConnector1">
            <a:avLst/>
          </a:prstGeom>
          <a:noFill/>
          <a:ln cap="flat" cmpd="sng" w="38100">
            <a:solidFill>
              <a:srgbClr val="1041BE"/>
            </a:solidFill>
            <a:prstDash val="solid"/>
            <a:miter lim="800000"/>
            <a:headEnd len="sm" w="sm" type="none"/>
            <a:tailEnd len="sm" w="sm" type="none"/>
          </a:ln>
        </p:spPr>
      </p:cxnSp>
      <p:sp>
        <p:nvSpPr>
          <p:cNvPr id="173" name="Google Shape;173;p21"/>
          <p:cNvSpPr txBox="1"/>
          <p:nvPr>
            <p:ph idx="5" type="body"/>
          </p:nvPr>
        </p:nvSpPr>
        <p:spPr>
          <a:xfrm>
            <a:off x="502541" y="599312"/>
            <a:ext cx="8569500" cy="3261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3pointsclés - Light">
  <p:cSld name="Texte-Exergue-3pointsclés - Light">
    <p:spTree>
      <p:nvGrpSpPr>
        <p:cNvPr id="174" name="Shape 174"/>
        <p:cNvGrpSpPr/>
        <p:nvPr/>
      </p:nvGrpSpPr>
      <p:grpSpPr>
        <a:xfrm>
          <a:off x="0" y="0"/>
          <a:ext cx="0" cy="0"/>
          <a:chOff x="0" y="0"/>
          <a:chExt cx="0" cy="0"/>
        </a:xfrm>
      </p:grpSpPr>
      <p:sp>
        <p:nvSpPr>
          <p:cNvPr id="175" name="Google Shape;175;p22"/>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176" name="Google Shape;176;p22"/>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77" name="Google Shape;177;p22"/>
          <p:cNvSpPr/>
          <p:nvPr/>
        </p:nvSpPr>
        <p:spPr>
          <a:xfrm>
            <a:off x="5004197" y="0"/>
            <a:ext cx="4139803"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Calibri"/>
              <a:buNone/>
            </a:pPr>
            <a:r>
              <a:t/>
            </a:r>
            <a:endParaRPr sz="1400" u="none" cap="none" strike="noStrike">
              <a:solidFill>
                <a:srgbClr val="000000"/>
              </a:solidFill>
              <a:latin typeface="Helvetica Neue"/>
              <a:ea typeface="Helvetica Neue"/>
              <a:cs typeface="Helvetica Neue"/>
              <a:sym typeface="Helvetica Neue"/>
            </a:endParaRPr>
          </a:p>
        </p:txBody>
      </p:sp>
      <p:sp>
        <p:nvSpPr>
          <p:cNvPr id="178" name="Google Shape;178;p22"/>
          <p:cNvSpPr txBox="1"/>
          <p:nvPr>
            <p:ph idx="2" type="body"/>
          </p:nvPr>
        </p:nvSpPr>
        <p:spPr>
          <a:xfrm>
            <a:off x="474216" y="457200"/>
            <a:ext cx="3996928" cy="4220766"/>
          </a:xfrm>
          <a:prstGeom prst="rect">
            <a:avLst/>
          </a:prstGeom>
          <a:noFill/>
          <a:ln>
            <a:noFill/>
          </a:ln>
        </p:spPr>
        <p:txBody>
          <a:bodyPr anchorCtr="0" anchor="ctr" bIns="34275" lIns="68575" spcFirstLastPara="1" rIns="68575" wrap="square" tIns="34275">
            <a:normAutofit/>
          </a:bodyPr>
          <a:lstStyle>
            <a:lvl1pPr indent="-228600" lvl="0" marL="457200" algn="l">
              <a:lnSpc>
                <a:spcPct val="100000"/>
              </a:lnSpc>
              <a:spcBef>
                <a:spcPts val="800"/>
              </a:spcBef>
              <a:spcAft>
                <a:spcPts val="0"/>
              </a:spcAft>
              <a:buClr>
                <a:schemeClr val="dk1"/>
              </a:buClr>
              <a:buSzPts val="4100"/>
              <a:buFont typeface="Roboto"/>
              <a:buNone/>
              <a:defRPr i="0" sz="4100">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79" name="Google Shape;179;p22"/>
          <p:cNvSpPr txBox="1"/>
          <p:nvPr>
            <p:ph idx="3" type="body"/>
          </p:nvPr>
        </p:nvSpPr>
        <p:spPr>
          <a:xfrm>
            <a:off x="6093056" y="755848"/>
            <a:ext cx="2475872" cy="32504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Font typeface="Roboto"/>
              <a:buNone/>
              <a:defRPr i="0" sz="1800">
                <a:solidFill>
                  <a:schemeClr val="lt1"/>
                </a:solidFill>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80" name="Google Shape;180;p22"/>
          <p:cNvSpPr txBox="1"/>
          <p:nvPr>
            <p:ph idx="4" type="body"/>
          </p:nvPr>
        </p:nvSpPr>
        <p:spPr>
          <a:xfrm>
            <a:off x="6093056" y="1114226"/>
            <a:ext cx="2475872" cy="856679"/>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None/>
              <a:defRPr sz="1400">
                <a:solidFill>
                  <a:schemeClr val="lt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1" name="Google Shape;181;p22"/>
          <p:cNvSpPr txBox="1"/>
          <p:nvPr>
            <p:ph idx="5" type="body"/>
          </p:nvPr>
        </p:nvSpPr>
        <p:spPr>
          <a:xfrm>
            <a:off x="6093056" y="2095282"/>
            <a:ext cx="2475872" cy="32504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Font typeface="Roboto"/>
              <a:buNone/>
              <a:defRPr i="0" sz="1800">
                <a:solidFill>
                  <a:schemeClr val="lt1"/>
                </a:solidFill>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82" name="Google Shape;182;p22"/>
          <p:cNvSpPr txBox="1"/>
          <p:nvPr>
            <p:ph idx="6" type="body"/>
          </p:nvPr>
        </p:nvSpPr>
        <p:spPr>
          <a:xfrm>
            <a:off x="6093056" y="2453661"/>
            <a:ext cx="2475872" cy="85795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None/>
              <a:defRPr sz="1400">
                <a:solidFill>
                  <a:schemeClr val="lt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3" name="Google Shape;183;p22"/>
          <p:cNvSpPr txBox="1"/>
          <p:nvPr>
            <p:ph idx="7" type="body"/>
          </p:nvPr>
        </p:nvSpPr>
        <p:spPr>
          <a:xfrm>
            <a:off x="6093056" y="3463976"/>
            <a:ext cx="2475872" cy="32504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1800"/>
              <a:buFont typeface="Roboto"/>
              <a:buNone/>
              <a:defRPr i="0" sz="1800">
                <a:solidFill>
                  <a:schemeClr val="lt1"/>
                </a:solidFill>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84" name="Google Shape;184;p22"/>
          <p:cNvSpPr txBox="1"/>
          <p:nvPr>
            <p:ph idx="8" type="body"/>
          </p:nvPr>
        </p:nvSpPr>
        <p:spPr>
          <a:xfrm>
            <a:off x="6093056" y="3822355"/>
            <a:ext cx="2475872" cy="855612"/>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None/>
              <a:defRPr sz="1400">
                <a:solidFill>
                  <a:schemeClr val="lt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5" name="Google Shape;185;p22"/>
          <p:cNvSpPr/>
          <p:nvPr/>
        </p:nvSpPr>
        <p:spPr>
          <a:xfrm rot="10800000">
            <a:off x="5694323" y="785266"/>
            <a:ext cx="263770" cy="184639"/>
          </a:xfrm>
          <a:custGeom>
            <a:rect b="b" l="l" r="r" t="t"/>
            <a:pathLst>
              <a:path extrusionOk="0" h="246184" w="351692">
                <a:moveTo>
                  <a:pt x="340702" y="112102"/>
                </a:moveTo>
                <a:lnTo>
                  <a:pt x="91528" y="112102"/>
                </a:lnTo>
                <a:lnTo>
                  <a:pt x="154481" y="48973"/>
                </a:lnTo>
                <a:lnTo>
                  <a:pt x="129687" y="24179"/>
                </a:lnTo>
                <a:lnTo>
                  <a:pt x="24179" y="129687"/>
                </a:lnTo>
                <a:lnTo>
                  <a:pt x="129687" y="235194"/>
                </a:lnTo>
                <a:lnTo>
                  <a:pt x="154481" y="210400"/>
                </a:lnTo>
                <a:lnTo>
                  <a:pt x="91528" y="147271"/>
                </a:lnTo>
                <a:lnTo>
                  <a:pt x="340702" y="147271"/>
                </a:lnTo>
                <a:lnTo>
                  <a:pt x="340702" y="112102"/>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186" name="Google Shape;186;p22"/>
          <p:cNvSpPr/>
          <p:nvPr/>
        </p:nvSpPr>
        <p:spPr>
          <a:xfrm rot="10800000">
            <a:off x="5694323" y="2137298"/>
            <a:ext cx="263770" cy="184639"/>
          </a:xfrm>
          <a:custGeom>
            <a:rect b="b" l="l" r="r" t="t"/>
            <a:pathLst>
              <a:path extrusionOk="0" h="246184" w="351692">
                <a:moveTo>
                  <a:pt x="340702" y="112102"/>
                </a:moveTo>
                <a:lnTo>
                  <a:pt x="91528" y="112102"/>
                </a:lnTo>
                <a:lnTo>
                  <a:pt x="154481" y="48973"/>
                </a:lnTo>
                <a:lnTo>
                  <a:pt x="129687" y="24179"/>
                </a:lnTo>
                <a:lnTo>
                  <a:pt x="24179" y="129687"/>
                </a:lnTo>
                <a:lnTo>
                  <a:pt x="129687" y="235194"/>
                </a:lnTo>
                <a:lnTo>
                  <a:pt x="154481" y="210400"/>
                </a:lnTo>
                <a:lnTo>
                  <a:pt x="91528" y="147271"/>
                </a:lnTo>
                <a:lnTo>
                  <a:pt x="340702" y="147271"/>
                </a:lnTo>
                <a:lnTo>
                  <a:pt x="340702" y="112102"/>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187" name="Google Shape;187;p22"/>
          <p:cNvSpPr/>
          <p:nvPr/>
        </p:nvSpPr>
        <p:spPr>
          <a:xfrm rot="10800000">
            <a:off x="5694323" y="3497568"/>
            <a:ext cx="263770" cy="184639"/>
          </a:xfrm>
          <a:custGeom>
            <a:rect b="b" l="l" r="r" t="t"/>
            <a:pathLst>
              <a:path extrusionOk="0" h="246184" w="351692">
                <a:moveTo>
                  <a:pt x="340702" y="112102"/>
                </a:moveTo>
                <a:lnTo>
                  <a:pt x="91528" y="112102"/>
                </a:lnTo>
                <a:lnTo>
                  <a:pt x="154481" y="48973"/>
                </a:lnTo>
                <a:lnTo>
                  <a:pt x="129687" y="24179"/>
                </a:lnTo>
                <a:lnTo>
                  <a:pt x="24179" y="129687"/>
                </a:lnTo>
                <a:lnTo>
                  <a:pt x="129687" y="235194"/>
                </a:lnTo>
                <a:lnTo>
                  <a:pt x="154481" y="210400"/>
                </a:lnTo>
                <a:lnTo>
                  <a:pt x="91528" y="147271"/>
                </a:lnTo>
                <a:lnTo>
                  <a:pt x="340702" y="147271"/>
                </a:lnTo>
                <a:lnTo>
                  <a:pt x="340702" y="112102"/>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3pointsclés-Dark">
  <p:cSld name="Texte-Exergue-3pointsclés-Dark">
    <p:bg>
      <p:bgPr>
        <a:solidFill>
          <a:schemeClr val="dk1"/>
        </a:solidFill>
      </p:bgPr>
    </p:bg>
    <p:spTree>
      <p:nvGrpSpPr>
        <p:cNvPr id="188" name="Shape 188"/>
        <p:cNvGrpSpPr/>
        <p:nvPr/>
      </p:nvGrpSpPr>
      <p:grpSpPr>
        <a:xfrm>
          <a:off x="0" y="0"/>
          <a:ext cx="0" cy="0"/>
          <a:chOff x="0" y="0"/>
          <a:chExt cx="0" cy="0"/>
        </a:xfrm>
      </p:grpSpPr>
      <p:sp>
        <p:nvSpPr>
          <p:cNvPr id="189" name="Google Shape;189;p23"/>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chemeClr val="accent6"/>
              </a:buClr>
              <a:buSzPts val="900"/>
              <a:buFont typeface="Roboto"/>
              <a:buNone/>
              <a:defRPr sz="900">
                <a:solidFill>
                  <a:schemeClr val="accent6"/>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90" name="Google Shape;190;p23"/>
          <p:cNvSpPr/>
          <p:nvPr/>
        </p:nvSpPr>
        <p:spPr>
          <a:xfrm>
            <a:off x="0" y="4624388"/>
            <a:ext cx="1949947" cy="512864"/>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91" name="Google Shape;191;p23"/>
          <p:cNvSpPr/>
          <p:nvPr/>
        </p:nvSpPr>
        <p:spPr>
          <a:xfrm rot="10800000">
            <a:off x="5694323" y="785266"/>
            <a:ext cx="263770" cy="184639"/>
          </a:xfrm>
          <a:custGeom>
            <a:rect b="b" l="l" r="r" t="t"/>
            <a:pathLst>
              <a:path extrusionOk="0" h="246184" w="351692">
                <a:moveTo>
                  <a:pt x="340702" y="112102"/>
                </a:moveTo>
                <a:lnTo>
                  <a:pt x="91528" y="112102"/>
                </a:lnTo>
                <a:lnTo>
                  <a:pt x="154481" y="48973"/>
                </a:lnTo>
                <a:lnTo>
                  <a:pt x="129687" y="24179"/>
                </a:lnTo>
                <a:lnTo>
                  <a:pt x="24179" y="129687"/>
                </a:lnTo>
                <a:lnTo>
                  <a:pt x="129687" y="235194"/>
                </a:lnTo>
                <a:lnTo>
                  <a:pt x="154481" y="210400"/>
                </a:lnTo>
                <a:lnTo>
                  <a:pt x="91528" y="147271"/>
                </a:lnTo>
                <a:lnTo>
                  <a:pt x="340702" y="147271"/>
                </a:lnTo>
                <a:lnTo>
                  <a:pt x="340702" y="112102"/>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192" name="Google Shape;192;p23"/>
          <p:cNvSpPr/>
          <p:nvPr/>
        </p:nvSpPr>
        <p:spPr>
          <a:xfrm rot="10800000">
            <a:off x="5694323" y="2137298"/>
            <a:ext cx="263770" cy="184639"/>
          </a:xfrm>
          <a:custGeom>
            <a:rect b="b" l="l" r="r" t="t"/>
            <a:pathLst>
              <a:path extrusionOk="0" h="246184" w="351692">
                <a:moveTo>
                  <a:pt x="340702" y="112102"/>
                </a:moveTo>
                <a:lnTo>
                  <a:pt x="91528" y="112102"/>
                </a:lnTo>
                <a:lnTo>
                  <a:pt x="154481" y="48973"/>
                </a:lnTo>
                <a:lnTo>
                  <a:pt x="129687" y="24179"/>
                </a:lnTo>
                <a:lnTo>
                  <a:pt x="24179" y="129687"/>
                </a:lnTo>
                <a:lnTo>
                  <a:pt x="129687" y="235194"/>
                </a:lnTo>
                <a:lnTo>
                  <a:pt x="154481" y="210400"/>
                </a:lnTo>
                <a:lnTo>
                  <a:pt x="91528" y="147271"/>
                </a:lnTo>
                <a:lnTo>
                  <a:pt x="340702" y="147271"/>
                </a:lnTo>
                <a:lnTo>
                  <a:pt x="340702" y="112102"/>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193" name="Google Shape;193;p23"/>
          <p:cNvSpPr/>
          <p:nvPr/>
        </p:nvSpPr>
        <p:spPr>
          <a:xfrm rot="10800000">
            <a:off x="5694323" y="3497568"/>
            <a:ext cx="263770" cy="184639"/>
          </a:xfrm>
          <a:custGeom>
            <a:rect b="b" l="l" r="r" t="t"/>
            <a:pathLst>
              <a:path extrusionOk="0" h="246184" w="351692">
                <a:moveTo>
                  <a:pt x="340702" y="112102"/>
                </a:moveTo>
                <a:lnTo>
                  <a:pt x="91528" y="112102"/>
                </a:lnTo>
                <a:lnTo>
                  <a:pt x="154481" y="48973"/>
                </a:lnTo>
                <a:lnTo>
                  <a:pt x="129687" y="24179"/>
                </a:lnTo>
                <a:lnTo>
                  <a:pt x="24179" y="129687"/>
                </a:lnTo>
                <a:lnTo>
                  <a:pt x="129687" y="235194"/>
                </a:lnTo>
                <a:lnTo>
                  <a:pt x="154481" y="210400"/>
                </a:lnTo>
                <a:lnTo>
                  <a:pt x="91528" y="147271"/>
                </a:lnTo>
                <a:lnTo>
                  <a:pt x="340702" y="147271"/>
                </a:lnTo>
                <a:lnTo>
                  <a:pt x="340702" y="112102"/>
                </a:lnTo>
                <a:close/>
              </a:path>
            </a:pathLst>
          </a:custGeom>
          <a:solidFill>
            <a:schemeClr val="accent6"/>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194" name="Google Shape;194;p23"/>
          <p:cNvSpPr txBox="1"/>
          <p:nvPr>
            <p:ph idx="2" type="body"/>
          </p:nvPr>
        </p:nvSpPr>
        <p:spPr>
          <a:xfrm>
            <a:off x="502444" y="479323"/>
            <a:ext cx="4429480" cy="4198643"/>
          </a:xfrm>
          <a:prstGeom prst="rect">
            <a:avLst/>
          </a:prstGeom>
          <a:noFill/>
          <a:ln>
            <a:noFill/>
          </a:ln>
        </p:spPr>
        <p:txBody>
          <a:bodyPr anchorCtr="0" anchor="ctr" bIns="34275" lIns="68575" spcFirstLastPara="1" rIns="68575" wrap="square" tIns="34275">
            <a:normAutofit/>
          </a:bodyPr>
          <a:lstStyle>
            <a:lvl1pPr indent="-228600" lvl="0" marL="457200" marR="0" algn="l">
              <a:lnSpc>
                <a:spcPct val="100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95" name="Google Shape;195;p23"/>
          <p:cNvSpPr txBox="1"/>
          <p:nvPr>
            <p:ph idx="3" type="body"/>
          </p:nvPr>
        </p:nvSpPr>
        <p:spPr>
          <a:xfrm>
            <a:off x="6093056" y="705699"/>
            <a:ext cx="2475872" cy="10800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Font typeface="Roboto"/>
              <a:buNone/>
              <a:defRPr sz="1400">
                <a:solidFill>
                  <a:schemeClr val="lt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96" name="Google Shape;196;p23"/>
          <p:cNvSpPr txBox="1"/>
          <p:nvPr>
            <p:ph idx="4" type="body"/>
          </p:nvPr>
        </p:nvSpPr>
        <p:spPr>
          <a:xfrm>
            <a:off x="6093056" y="2063583"/>
            <a:ext cx="2475872" cy="10800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Font typeface="Roboto"/>
              <a:buNone/>
              <a:defRPr sz="1400">
                <a:solidFill>
                  <a:schemeClr val="lt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197" name="Google Shape;197;p23"/>
          <p:cNvSpPr txBox="1"/>
          <p:nvPr>
            <p:ph idx="5" type="body"/>
          </p:nvPr>
        </p:nvSpPr>
        <p:spPr>
          <a:xfrm>
            <a:off x="6093056" y="3414609"/>
            <a:ext cx="2475872" cy="1080000"/>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lt1"/>
              </a:buClr>
              <a:buSzPts val="1400"/>
              <a:buFont typeface="Roboto"/>
              <a:buNone/>
              <a:defRPr sz="1400">
                <a:solidFill>
                  <a:schemeClr val="lt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pic>
        <p:nvPicPr>
          <p:cNvPr id="198" name="Google Shape;198;p23"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 + Media - Light">
  <p:cSld name="Texte-Exergue + Media - Light">
    <p:bg>
      <p:bgPr>
        <a:solidFill>
          <a:schemeClr val="lt1"/>
        </a:solidFill>
      </p:bgPr>
    </p:bg>
    <p:spTree>
      <p:nvGrpSpPr>
        <p:cNvPr id="199" name="Shape 199"/>
        <p:cNvGrpSpPr/>
        <p:nvPr/>
      </p:nvGrpSpPr>
      <p:grpSpPr>
        <a:xfrm>
          <a:off x="0" y="0"/>
          <a:ext cx="0" cy="0"/>
          <a:chOff x="0" y="0"/>
          <a:chExt cx="0" cy="0"/>
        </a:xfrm>
      </p:grpSpPr>
      <p:sp>
        <p:nvSpPr>
          <p:cNvPr id="200" name="Google Shape;200;p24"/>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01" name="Google Shape;201;p24"/>
          <p:cNvSpPr txBox="1"/>
          <p:nvPr>
            <p:ph idx="2" type="body"/>
          </p:nvPr>
        </p:nvSpPr>
        <p:spPr>
          <a:xfrm>
            <a:off x="502445" y="537520"/>
            <a:ext cx="3854054" cy="4015542"/>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4100"/>
              <a:buFont typeface="Roboto"/>
              <a:buNone/>
              <a:defRPr i="0" sz="41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02" name="Google Shape;202;p24"/>
          <p:cNvSpPr/>
          <p:nvPr>
            <p:ph idx="3" type="pic"/>
          </p:nvPr>
        </p:nvSpPr>
        <p:spPr>
          <a:xfrm>
            <a:off x="4787503" y="0"/>
            <a:ext cx="4356497" cy="51435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 + Media - Dark">
  <p:cSld name="Texte-Exergue + Media - Dark">
    <p:bg>
      <p:bgPr>
        <a:solidFill>
          <a:schemeClr val="dk1"/>
        </a:solidFill>
      </p:bgPr>
    </p:bg>
    <p:spTree>
      <p:nvGrpSpPr>
        <p:cNvPr id="203" name="Shape 203"/>
        <p:cNvGrpSpPr/>
        <p:nvPr/>
      </p:nvGrpSpPr>
      <p:grpSpPr>
        <a:xfrm>
          <a:off x="0" y="0"/>
          <a:ext cx="0" cy="0"/>
          <a:chOff x="0" y="0"/>
          <a:chExt cx="0" cy="0"/>
        </a:xfrm>
      </p:grpSpPr>
      <p:sp>
        <p:nvSpPr>
          <p:cNvPr id="204" name="Google Shape;204;p25"/>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05" name="Google Shape;205;p25"/>
          <p:cNvSpPr txBox="1"/>
          <p:nvPr>
            <p:ph idx="2" type="body"/>
          </p:nvPr>
        </p:nvSpPr>
        <p:spPr>
          <a:xfrm>
            <a:off x="502445" y="554047"/>
            <a:ext cx="3854054" cy="3999015"/>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4100"/>
              <a:buFont typeface="Roboto"/>
              <a:buNone/>
              <a:defRPr i="0" sz="4100">
                <a:solidFill>
                  <a:schemeClr val="l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06" name="Google Shape;206;p25"/>
          <p:cNvSpPr/>
          <p:nvPr>
            <p:ph idx="3" type="pic"/>
          </p:nvPr>
        </p:nvSpPr>
        <p:spPr>
          <a:xfrm>
            <a:off x="4787503" y="0"/>
            <a:ext cx="4356497" cy="5143500"/>
          </a:xfrm>
          <a:prstGeom prst="rect">
            <a:avLst/>
          </a:prstGeom>
          <a:noFill/>
          <a:ln>
            <a:noFill/>
          </a:ln>
        </p:spPr>
      </p:sp>
      <p:sp>
        <p:nvSpPr>
          <p:cNvPr id="207" name="Google Shape;207;p25"/>
          <p:cNvSpPr/>
          <p:nvPr/>
        </p:nvSpPr>
        <p:spPr>
          <a:xfrm>
            <a:off x="0" y="4624388"/>
            <a:ext cx="1949947" cy="512864"/>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208" name="Google Shape;208;p25"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Tablette - 1 col - Dark">
  <p:cSld name="Texte + Parag Medium + Tablette - 1 col - Dark">
    <p:spTree>
      <p:nvGrpSpPr>
        <p:cNvPr id="209" name="Shape 209"/>
        <p:cNvGrpSpPr/>
        <p:nvPr/>
      </p:nvGrpSpPr>
      <p:grpSpPr>
        <a:xfrm>
          <a:off x="0" y="0"/>
          <a:ext cx="0" cy="0"/>
          <a:chOff x="0" y="0"/>
          <a:chExt cx="0" cy="0"/>
        </a:xfrm>
      </p:grpSpPr>
      <p:sp>
        <p:nvSpPr>
          <p:cNvPr id="210" name="Google Shape;210;p26"/>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211" name="Google Shape;211;p26"/>
          <p:cNvSpPr/>
          <p:nvPr/>
        </p:nvSpPr>
        <p:spPr>
          <a:xfrm>
            <a:off x="6091518" y="1"/>
            <a:ext cx="3052482"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2" name="Google Shape;212;p26"/>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accent1"/>
              </a:buClr>
              <a:buSzPts val="900"/>
              <a:buNone/>
              <a:defRPr b="0" i="0" sz="900">
                <a:solidFill>
                  <a:schemeClr val="accent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3" name="Google Shape;213;p26"/>
          <p:cNvSpPr txBox="1"/>
          <p:nvPr>
            <p:ph idx="2" type="body"/>
          </p:nvPr>
        </p:nvSpPr>
        <p:spPr>
          <a:xfrm>
            <a:off x="502542" y="1145676"/>
            <a:ext cx="252304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14" name="Google Shape;214;p26"/>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Font typeface="Roboto"/>
              <a:buNone/>
              <a:defRPr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15" name="Google Shape;215;p26"/>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pic>
        <p:nvPicPr>
          <p:cNvPr descr="Une image contenant moniteur, équipement électronique, écran, ordinateur&#10;&#10;Description générée automatiquement" id="216" name="Google Shape;216;p26"/>
          <p:cNvPicPr preferRelativeResize="0"/>
          <p:nvPr/>
        </p:nvPicPr>
        <p:blipFill rotWithShape="1">
          <a:blip r:embed="rId2">
            <a:alphaModFix/>
          </a:blip>
          <a:srcRect b="0" l="0" r="0" t="0"/>
          <a:stretch/>
        </p:blipFill>
        <p:spPr>
          <a:xfrm>
            <a:off x="3202852" y="607495"/>
            <a:ext cx="6462551" cy="3890546"/>
          </a:xfrm>
          <a:prstGeom prst="rect">
            <a:avLst/>
          </a:prstGeom>
          <a:noFill/>
          <a:ln>
            <a:noFill/>
          </a:ln>
        </p:spPr>
      </p:pic>
      <p:sp>
        <p:nvSpPr>
          <p:cNvPr id="217" name="Google Shape;217;p26"/>
          <p:cNvSpPr/>
          <p:nvPr>
            <p:ph idx="5" type="pic"/>
          </p:nvPr>
        </p:nvSpPr>
        <p:spPr>
          <a:xfrm>
            <a:off x="3724835" y="858441"/>
            <a:ext cx="5419165" cy="3384106"/>
          </a:xfrm>
          <a:prstGeom prst="rect">
            <a:avLst/>
          </a:prstGeom>
          <a:noFill/>
          <a:ln>
            <a:noFill/>
          </a:ln>
        </p:spPr>
      </p:sp>
      <p:sp>
        <p:nvSpPr>
          <p:cNvPr id="218" name="Google Shape;218;p26"/>
          <p:cNvSpPr txBox="1"/>
          <p:nvPr>
            <p:ph idx="6" type="body"/>
          </p:nvPr>
        </p:nvSpPr>
        <p:spPr>
          <a:xfrm>
            <a:off x="3193975" y="4568775"/>
            <a:ext cx="5777400" cy="219900"/>
          </a:xfrm>
          <a:prstGeom prst="rect">
            <a:avLst/>
          </a:prstGeom>
        </p:spPr>
        <p:txBody>
          <a:bodyPr anchorCtr="0" anchor="t" bIns="34275" lIns="68575" spcFirstLastPara="1" rIns="68575" wrap="square" tIns="34275">
            <a:normAutofit/>
          </a:bodyPr>
          <a:lstStyle>
            <a:lvl1pPr indent="-279400" lvl="0" marL="457200">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Tablette - 1 col - Light">
  <p:cSld name="Texte + Parag Medium + Tablette - 1 col - Light">
    <p:spTree>
      <p:nvGrpSpPr>
        <p:cNvPr id="219" name="Shape 219"/>
        <p:cNvGrpSpPr/>
        <p:nvPr/>
      </p:nvGrpSpPr>
      <p:grpSpPr>
        <a:xfrm>
          <a:off x="0" y="0"/>
          <a:ext cx="0" cy="0"/>
          <a:chOff x="0" y="0"/>
          <a:chExt cx="0" cy="0"/>
        </a:xfrm>
      </p:grpSpPr>
      <p:sp>
        <p:nvSpPr>
          <p:cNvPr id="220" name="Google Shape;220;p27"/>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1" name="Google Shape;221;p27"/>
          <p:cNvSpPr txBox="1"/>
          <p:nvPr>
            <p:ph idx="2" type="body"/>
          </p:nvPr>
        </p:nvSpPr>
        <p:spPr>
          <a:xfrm>
            <a:off x="502542" y="964798"/>
            <a:ext cx="2523047" cy="30408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2" name="Google Shape;222;p27"/>
          <p:cNvSpPr txBox="1"/>
          <p:nvPr>
            <p:ph idx="3" type="body"/>
          </p:nvPr>
        </p:nvSpPr>
        <p:spPr>
          <a:xfrm>
            <a:off x="502542" y="1280366"/>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descr="Une image contenant moniteur, équipement électronique, écran, ordinateur&#10;&#10;Description générée automatiquement" id="223" name="Google Shape;223;p27"/>
          <p:cNvPicPr preferRelativeResize="0"/>
          <p:nvPr/>
        </p:nvPicPr>
        <p:blipFill rotWithShape="1">
          <a:blip r:embed="rId2">
            <a:alphaModFix/>
          </a:blip>
          <a:srcRect b="0" l="0" r="0" t="0"/>
          <a:stretch/>
        </p:blipFill>
        <p:spPr>
          <a:xfrm>
            <a:off x="3499314" y="964798"/>
            <a:ext cx="5069615" cy="3051979"/>
          </a:xfrm>
          <a:prstGeom prst="rect">
            <a:avLst/>
          </a:prstGeom>
          <a:noFill/>
          <a:ln>
            <a:noFill/>
          </a:ln>
        </p:spPr>
      </p:pic>
      <p:sp>
        <p:nvSpPr>
          <p:cNvPr id="224" name="Google Shape;224;p27"/>
          <p:cNvSpPr/>
          <p:nvPr>
            <p:ph idx="4" type="pic"/>
          </p:nvPr>
        </p:nvSpPr>
        <p:spPr>
          <a:xfrm>
            <a:off x="3908097" y="1163439"/>
            <a:ext cx="4251119" cy="2654696"/>
          </a:xfrm>
          <a:prstGeom prst="rect">
            <a:avLst/>
          </a:prstGeom>
          <a:noFill/>
          <a:ln>
            <a:noFill/>
          </a:ln>
        </p:spPr>
      </p:sp>
      <p:sp>
        <p:nvSpPr>
          <p:cNvPr id="225" name="Google Shape;225;p27"/>
          <p:cNvSpPr txBox="1"/>
          <p:nvPr>
            <p:ph idx="5" type="body"/>
          </p:nvPr>
        </p:nvSpPr>
        <p:spPr>
          <a:xfrm>
            <a:off x="3499325" y="4073150"/>
            <a:ext cx="5069700" cy="219900"/>
          </a:xfrm>
          <a:prstGeom prst="rect">
            <a:avLst/>
          </a:prstGeom>
        </p:spPr>
        <p:txBody>
          <a:bodyPr anchorCtr="0" anchor="t" bIns="34275" lIns="68575" spcFirstLastPara="1" rIns="68575" wrap="square" tIns="34275">
            <a:normAutofit/>
          </a:bodyPr>
          <a:lstStyle>
            <a:lvl1pPr indent="-279400" lvl="0" marL="457200" algn="ctr">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 Front - Tablette">
  <p:cSld name="Device - Front - Tablette">
    <p:spTree>
      <p:nvGrpSpPr>
        <p:cNvPr id="226" name="Shape 226"/>
        <p:cNvGrpSpPr/>
        <p:nvPr/>
      </p:nvGrpSpPr>
      <p:grpSpPr>
        <a:xfrm>
          <a:off x="0" y="0"/>
          <a:ext cx="0" cy="0"/>
          <a:chOff x="0" y="0"/>
          <a:chExt cx="0" cy="0"/>
        </a:xfrm>
      </p:grpSpPr>
      <p:sp>
        <p:nvSpPr>
          <p:cNvPr id="227" name="Google Shape;227;p28"/>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descr="Une image contenant moniteur, équipement électronique, écran, ordinateur&#10;&#10;Description générée automatiquement" id="228" name="Google Shape;228;p28"/>
          <p:cNvPicPr preferRelativeResize="0"/>
          <p:nvPr/>
        </p:nvPicPr>
        <p:blipFill rotWithShape="1">
          <a:blip r:embed="rId2">
            <a:alphaModFix/>
          </a:blip>
          <a:srcRect b="0" l="0" r="0" t="0"/>
          <a:stretch/>
        </p:blipFill>
        <p:spPr>
          <a:xfrm>
            <a:off x="1600322" y="701796"/>
            <a:ext cx="5943356" cy="3577983"/>
          </a:xfrm>
          <a:prstGeom prst="rect">
            <a:avLst/>
          </a:prstGeom>
          <a:noFill/>
          <a:ln>
            <a:noFill/>
          </a:ln>
        </p:spPr>
      </p:pic>
      <p:sp>
        <p:nvSpPr>
          <p:cNvPr id="229" name="Google Shape;229;p28"/>
          <p:cNvSpPr/>
          <p:nvPr>
            <p:ph idx="2" type="pic"/>
          </p:nvPr>
        </p:nvSpPr>
        <p:spPr>
          <a:xfrm>
            <a:off x="2077985" y="931375"/>
            <a:ext cx="4983794" cy="3112229"/>
          </a:xfrm>
          <a:prstGeom prst="rect">
            <a:avLst/>
          </a:prstGeom>
          <a:noFill/>
          <a:ln>
            <a:noFill/>
          </a:ln>
        </p:spPr>
      </p:sp>
      <p:sp>
        <p:nvSpPr>
          <p:cNvPr id="230" name="Google Shape;230;p28"/>
          <p:cNvSpPr txBox="1"/>
          <p:nvPr>
            <p:ph idx="3" type="body"/>
          </p:nvPr>
        </p:nvSpPr>
        <p:spPr>
          <a:xfrm>
            <a:off x="1600325" y="4313625"/>
            <a:ext cx="5943300" cy="219900"/>
          </a:xfrm>
          <a:prstGeom prst="rect">
            <a:avLst/>
          </a:prstGeom>
        </p:spPr>
        <p:txBody>
          <a:bodyPr anchorCtr="0" anchor="t" bIns="34275" lIns="68575" spcFirstLastPara="1" rIns="68575" wrap="square" tIns="34275">
            <a:normAutofit/>
          </a:bodyPr>
          <a:lstStyle>
            <a:lvl1pPr indent="-279400" lvl="0" marL="457200" algn="ctr">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tte Big Right + Texte - parag small">
  <p:cSld name="Tablette Big Right + Texte - parag small">
    <p:spTree>
      <p:nvGrpSpPr>
        <p:cNvPr id="231" name="Shape 231"/>
        <p:cNvGrpSpPr/>
        <p:nvPr/>
      </p:nvGrpSpPr>
      <p:grpSpPr>
        <a:xfrm>
          <a:off x="0" y="0"/>
          <a:ext cx="0" cy="0"/>
          <a:chOff x="0" y="0"/>
          <a:chExt cx="0" cy="0"/>
        </a:xfrm>
      </p:grpSpPr>
      <p:sp>
        <p:nvSpPr>
          <p:cNvPr id="232" name="Google Shape;232;p29"/>
          <p:cNvSpPr txBox="1"/>
          <p:nvPr>
            <p:ph idx="1" type="body"/>
          </p:nvPr>
        </p:nvSpPr>
        <p:spPr>
          <a:xfrm>
            <a:off x="7111830" y="458867"/>
            <a:ext cx="1776137" cy="26829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0A1F44"/>
              </a:buClr>
              <a:buSzPts val="1400"/>
              <a:buNone/>
              <a:defRPr b="0" i="0" sz="1400">
                <a:solidFill>
                  <a:srgbClr val="0A1F44"/>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3" name="Google Shape;233;p29"/>
          <p:cNvSpPr txBox="1"/>
          <p:nvPr>
            <p:ph idx="2" type="body"/>
          </p:nvPr>
        </p:nvSpPr>
        <p:spPr>
          <a:xfrm>
            <a:off x="7111830" y="774436"/>
            <a:ext cx="177613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rgbClr val="283A5B"/>
              </a:buClr>
              <a:buSzPts val="1100"/>
              <a:buNone/>
              <a:defRPr b="0" i="0" sz="1100">
                <a:solidFill>
                  <a:srgbClr val="283A5B"/>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34" name="Google Shape;234;p29"/>
          <p:cNvPicPr preferRelativeResize="0"/>
          <p:nvPr/>
        </p:nvPicPr>
        <p:blipFill rotWithShape="1">
          <a:blip r:embed="rId2">
            <a:alphaModFix/>
          </a:blip>
          <a:srcRect b="0" l="0" r="0" t="0"/>
          <a:stretch/>
        </p:blipFill>
        <p:spPr>
          <a:xfrm>
            <a:off x="575072" y="4790424"/>
            <a:ext cx="520589" cy="285989"/>
          </a:xfrm>
          <a:prstGeom prst="rect">
            <a:avLst/>
          </a:prstGeom>
          <a:noFill/>
          <a:ln>
            <a:noFill/>
          </a:ln>
        </p:spPr>
      </p:pic>
      <p:pic>
        <p:nvPicPr>
          <p:cNvPr id="235" name="Google Shape;235;p29"/>
          <p:cNvPicPr preferRelativeResize="0"/>
          <p:nvPr/>
        </p:nvPicPr>
        <p:blipFill rotWithShape="1">
          <a:blip r:embed="rId3">
            <a:alphaModFix/>
          </a:blip>
          <a:srcRect b="0" l="0" r="0" t="0"/>
          <a:stretch/>
        </p:blipFill>
        <p:spPr>
          <a:xfrm>
            <a:off x="1291940" y="4861365"/>
            <a:ext cx="624461" cy="144107"/>
          </a:xfrm>
          <a:prstGeom prst="rect">
            <a:avLst/>
          </a:prstGeom>
          <a:noFill/>
          <a:ln>
            <a:noFill/>
          </a:ln>
        </p:spPr>
      </p:pic>
      <p:pic>
        <p:nvPicPr>
          <p:cNvPr descr="Une image contenant moniteur, équipement électronique, écran, ordinateur&#10;&#10;Description générée automatiquement" id="236" name="Google Shape;236;p29"/>
          <p:cNvPicPr preferRelativeResize="0"/>
          <p:nvPr/>
        </p:nvPicPr>
        <p:blipFill rotWithShape="1">
          <a:blip r:embed="rId4">
            <a:alphaModFix/>
          </a:blip>
          <a:srcRect b="0" l="0" r="0" t="0"/>
          <a:stretch/>
        </p:blipFill>
        <p:spPr>
          <a:xfrm>
            <a:off x="-3476473" y="281179"/>
            <a:ext cx="10423463" cy="6275070"/>
          </a:xfrm>
          <a:prstGeom prst="rect">
            <a:avLst/>
          </a:prstGeom>
          <a:noFill/>
          <a:ln>
            <a:noFill/>
          </a:ln>
        </p:spPr>
      </p:pic>
      <p:sp>
        <p:nvSpPr>
          <p:cNvPr id="237" name="Google Shape;237;p29"/>
          <p:cNvSpPr/>
          <p:nvPr>
            <p:ph idx="3" type="pic"/>
          </p:nvPr>
        </p:nvSpPr>
        <p:spPr>
          <a:xfrm>
            <a:off x="-2635160" y="690141"/>
            <a:ext cx="8740582" cy="5458231"/>
          </a:xfrm>
          <a:prstGeom prst="rect">
            <a:avLst/>
          </a:prstGeom>
          <a:noFill/>
          <a:ln>
            <a:noFill/>
          </a:ln>
        </p:spPr>
      </p:sp>
      <p:sp>
        <p:nvSpPr>
          <p:cNvPr id="238" name="Google Shape;238;p29"/>
          <p:cNvSpPr txBox="1"/>
          <p:nvPr>
            <p:ph idx="4" type="body"/>
          </p:nvPr>
        </p:nvSpPr>
        <p:spPr>
          <a:xfrm>
            <a:off x="190175" y="61275"/>
            <a:ext cx="6699900" cy="219900"/>
          </a:xfrm>
          <a:prstGeom prst="rect">
            <a:avLst/>
          </a:prstGeom>
        </p:spPr>
        <p:txBody>
          <a:bodyPr anchorCtr="0" anchor="t" bIns="34275" lIns="68575" spcFirstLastPara="1" rIns="68575" wrap="square" tIns="34275">
            <a:normAutofit/>
          </a:bodyPr>
          <a:lstStyle>
            <a:lvl1pPr indent="-279400" lvl="0" marL="457200">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Tree>
  </p:cSld>
  <p:clrMapOvr>
    <a:masterClrMapping/>
  </p:clrMapOvr>
  <p:extLst>
    <p:ext uri="{DCECCB84-F9BA-43D5-87BE-67443E8EF086}">
      <p15:sldGuideLst>
        <p15:guide id="1" orient="horz" pos="1569">
          <p15:clr>
            <a:srgbClr val="FBAE40"/>
          </p15:clr>
        </p15:guide>
        <p15:guide id="2" pos="2880">
          <p15:clr>
            <a:srgbClr val="FBAE40"/>
          </p15:clr>
        </p15:guide>
        <p15:guide id="3" pos="362">
          <p15:clr>
            <a:srgbClr val="FBAE40"/>
          </p15:clr>
        </p15:guide>
        <p15:guide id="4" pos="635">
          <p15:clr>
            <a:srgbClr val="FBAE40"/>
          </p15:clr>
        </p15:guide>
        <p15:guide id="5" pos="3016">
          <p15:clr>
            <a:srgbClr val="FBAE40"/>
          </p15:clr>
        </p15:guide>
        <p15:guide id="6" pos="5125">
          <p15:clr>
            <a:srgbClr val="FBAE40"/>
          </p15:clr>
        </p15:guide>
        <p15:guide id="7" pos="5398">
          <p15:clr>
            <a:srgbClr val="FBAE40"/>
          </p15:clr>
        </p15:guide>
        <p15:guide id="8" orient="horz" pos="191">
          <p15:clr>
            <a:srgbClr val="FBAE40"/>
          </p15:clr>
        </p15:guide>
        <p15:guide id="9" orient="horz" pos="2947">
          <p15:clr>
            <a:srgbClr val="FBAE40"/>
          </p15:clr>
        </p15:guide>
        <p15:guide id="10" pos="274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tte Big Left + Texte - parag small">
  <p:cSld name="Tablette Big Left + Texte - parag small">
    <p:spTree>
      <p:nvGrpSpPr>
        <p:cNvPr id="239" name="Shape 239"/>
        <p:cNvGrpSpPr/>
        <p:nvPr/>
      </p:nvGrpSpPr>
      <p:grpSpPr>
        <a:xfrm>
          <a:off x="0" y="0"/>
          <a:ext cx="0" cy="0"/>
          <a:chOff x="0" y="0"/>
          <a:chExt cx="0" cy="0"/>
        </a:xfrm>
      </p:grpSpPr>
      <p:pic>
        <p:nvPicPr>
          <p:cNvPr descr="Une image contenant moniteur, équipement électronique, écran, ordinateur&#10;&#10;Description générée automatiquement" id="240" name="Google Shape;240;p30"/>
          <p:cNvPicPr preferRelativeResize="0"/>
          <p:nvPr/>
        </p:nvPicPr>
        <p:blipFill rotWithShape="1">
          <a:blip r:embed="rId2">
            <a:alphaModFix/>
          </a:blip>
          <a:srcRect b="0" l="0" r="0" t="0"/>
          <a:stretch/>
        </p:blipFill>
        <p:spPr>
          <a:xfrm>
            <a:off x="2513961" y="281179"/>
            <a:ext cx="10423463" cy="6275070"/>
          </a:xfrm>
          <a:prstGeom prst="rect">
            <a:avLst/>
          </a:prstGeom>
          <a:noFill/>
          <a:ln>
            <a:noFill/>
          </a:ln>
        </p:spPr>
      </p:pic>
      <p:sp>
        <p:nvSpPr>
          <p:cNvPr id="241" name="Google Shape;241;p30"/>
          <p:cNvSpPr/>
          <p:nvPr>
            <p:ph idx="2" type="pic"/>
          </p:nvPr>
        </p:nvSpPr>
        <p:spPr>
          <a:xfrm>
            <a:off x="3355274" y="690141"/>
            <a:ext cx="8740582" cy="5458231"/>
          </a:xfrm>
          <a:prstGeom prst="rect">
            <a:avLst/>
          </a:prstGeom>
          <a:noFill/>
          <a:ln>
            <a:noFill/>
          </a:ln>
        </p:spPr>
      </p:sp>
      <p:sp>
        <p:nvSpPr>
          <p:cNvPr id="242" name="Google Shape;242;p30"/>
          <p:cNvSpPr txBox="1"/>
          <p:nvPr>
            <p:ph idx="1" type="body"/>
          </p:nvPr>
        </p:nvSpPr>
        <p:spPr>
          <a:xfrm>
            <a:off x="511660" y="458867"/>
            <a:ext cx="1776137" cy="26829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0A1F44"/>
              </a:buClr>
              <a:buSzPts val="1400"/>
              <a:buNone/>
              <a:defRPr b="0" i="0" sz="1400">
                <a:solidFill>
                  <a:srgbClr val="0A1F44"/>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3" name="Google Shape;243;p30"/>
          <p:cNvSpPr txBox="1"/>
          <p:nvPr>
            <p:ph idx="3" type="body"/>
          </p:nvPr>
        </p:nvSpPr>
        <p:spPr>
          <a:xfrm>
            <a:off x="511660" y="774436"/>
            <a:ext cx="177613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rgbClr val="283A5B"/>
              </a:buClr>
              <a:buSzPts val="1100"/>
              <a:buNone/>
              <a:defRPr b="0" i="0" sz="1100">
                <a:solidFill>
                  <a:srgbClr val="283A5B"/>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4" name="Google Shape;244;p30"/>
          <p:cNvSpPr txBox="1"/>
          <p:nvPr>
            <p:ph idx="4" type="body"/>
          </p:nvPr>
        </p:nvSpPr>
        <p:spPr>
          <a:xfrm>
            <a:off x="2513950" y="61275"/>
            <a:ext cx="5777400" cy="219900"/>
          </a:xfrm>
          <a:prstGeom prst="rect">
            <a:avLst/>
          </a:prstGeom>
        </p:spPr>
        <p:txBody>
          <a:bodyPr anchorCtr="0" anchor="t" bIns="34275" lIns="68575" spcFirstLastPara="1" rIns="68575" wrap="square" tIns="34275">
            <a:normAutofit/>
          </a:bodyPr>
          <a:lstStyle>
            <a:lvl1pPr indent="-279400" lvl="0" marL="457200">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Tree>
  </p:cSld>
  <p:clrMapOvr>
    <a:masterClrMapping/>
  </p:clrMapOvr>
  <p:extLst>
    <p:ext uri="{DCECCB84-F9BA-43D5-87BE-67443E8EF086}">
      <p15:sldGuideLst>
        <p15:guide id="1" orient="horz" pos="1569">
          <p15:clr>
            <a:srgbClr val="FBAE40"/>
          </p15:clr>
        </p15:guide>
        <p15:guide id="2" pos="2880">
          <p15:clr>
            <a:srgbClr val="FBAE40"/>
          </p15:clr>
        </p15:guide>
        <p15:guide id="3" pos="362">
          <p15:clr>
            <a:srgbClr val="FBAE40"/>
          </p15:clr>
        </p15:guide>
        <p15:guide id="4" pos="635">
          <p15:clr>
            <a:srgbClr val="FBAE40"/>
          </p15:clr>
        </p15:guide>
        <p15:guide id="5" pos="3016">
          <p15:clr>
            <a:srgbClr val="FBAE40"/>
          </p15:clr>
        </p15:guide>
        <p15:guide id="6" pos="5125">
          <p15:clr>
            <a:srgbClr val="FBAE40"/>
          </p15:clr>
        </p15:guide>
        <p15:guide id="7" pos="5398">
          <p15:clr>
            <a:srgbClr val="FBAE40"/>
          </p15:clr>
        </p15:guide>
        <p15:guide id="8" orient="horz" pos="191">
          <p15:clr>
            <a:srgbClr val="FBAE40"/>
          </p15:clr>
        </p15:guide>
        <p15:guide id="9" orient="horz" pos="2947">
          <p15:clr>
            <a:srgbClr val="FBAE40"/>
          </p15:clr>
        </p15:guide>
        <p15:guide id="10" pos="27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Laptop - 1 col - Dark">
  <p:cSld name="Texte + Parag Medium + Laptop - 1 col - Dark">
    <p:spTree>
      <p:nvGrpSpPr>
        <p:cNvPr id="245" name="Shape 245"/>
        <p:cNvGrpSpPr/>
        <p:nvPr/>
      </p:nvGrpSpPr>
      <p:grpSpPr>
        <a:xfrm>
          <a:off x="0" y="0"/>
          <a:ext cx="0" cy="0"/>
          <a:chOff x="0" y="0"/>
          <a:chExt cx="0" cy="0"/>
        </a:xfrm>
      </p:grpSpPr>
      <p:sp>
        <p:nvSpPr>
          <p:cNvPr id="246" name="Google Shape;246;p31"/>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247" name="Google Shape;247;p31"/>
          <p:cNvSpPr/>
          <p:nvPr/>
        </p:nvSpPr>
        <p:spPr>
          <a:xfrm>
            <a:off x="6091518" y="0"/>
            <a:ext cx="3052482"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48" name="Google Shape;248;p31"/>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accent1"/>
              </a:buClr>
              <a:buSzPts val="900"/>
              <a:buNone/>
              <a:defRPr b="0" i="0" sz="900">
                <a:solidFill>
                  <a:schemeClr val="accent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49" name="Google Shape;249;p31"/>
          <p:cNvSpPr txBox="1"/>
          <p:nvPr>
            <p:ph idx="2" type="body"/>
          </p:nvPr>
        </p:nvSpPr>
        <p:spPr>
          <a:xfrm>
            <a:off x="502542" y="1145676"/>
            <a:ext cx="2523047" cy="26829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0" name="Google Shape;250;p31"/>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1" name="Google Shape;251;p31"/>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descr="Une image contenant portable, ordinateur, équipement électronique, moniteur&#10;&#10;Description générée automatiquement" id="252" name="Google Shape;252;p31"/>
          <p:cNvPicPr preferRelativeResize="0"/>
          <p:nvPr/>
        </p:nvPicPr>
        <p:blipFill rotWithShape="1">
          <a:blip r:embed="rId2">
            <a:alphaModFix/>
          </a:blip>
          <a:srcRect b="0" l="0" r="0" t="0"/>
          <a:stretch/>
        </p:blipFill>
        <p:spPr>
          <a:xfrm>
            <a:off x="2793733" y="607495"/>
            <a:ext cx="7492379" cy="4258775"/>
          </a:xfrm>
          <a:prstGeom prst="rect">
            <a:avLst/>
          </a:prstGeom>
          <a:noFill/>
          <a:ln>
            <a:noFill/>
          </a:ln>
        </p:spPr>
      </p:pic>
      <p:sp>
        <p:nvSpPr>
          <p:cNvPr id="253" name="Google Shape;253;p31"/>
          <p:cNvSpPr/>
          <p:nvPr>
            <p:ph idx="5" type="pic"/>
          </p:nvPr>
        </p:nvSpPr>
        <p:spPr>
          <a:xfrm>
            <a:off x="3703179" y="873139"/>
            <a:ext cx="5419165" cy="3077241"/>
          </a:xfrm>
          <a:prstGeom prst="rect">
            <a:avLst/>
          </a:prstGeom>
          <a:noFill/>
          <a:ln>
            <a:noFill/>
          </a:ln>
        </p:spPr>
      </p:sp>
      <p:sp>
        <p:nvSpPr>
          <p:cNvPr id="254" name="Google Shape;254;p31"/>
          <p:cNvSpPr txBox="1"/>
          <p:nvPr>
            <p:ph idx="6" type="body"/>
          </p:nvPr>
        </p:nvSpPr>
        <p:spPr>
          <a:xfrm>
            <a:off x="3193975" y="4644975"/>
            <a:ext cx="5777400" cy="219900"/>
          </a:xfrm>
          <a:prstGeom prst="rect">
            <a:avLst/>
          </a:prstGeom>
        </p:spPr>
        <p:txBody>
          <a:bodyPr anchorCtr="0" anchor="t" bIns="34275" lIns="68575" spcFirstLastPara="1" rIns="68575" wrap="square" tIns="34275">
            <a:normAutofit/>
          </a:bodyPr>
          <a:lstStyle>
            <a:lvl1pPr indent="-279400" lvl="0" marL="457200">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55" name="Google Shape;255;p31"/>
          <p:cNvSpPr/>
          <p:nvPr/>
        </p:nvSpPr>
        <p:spPr>
          <a:xfrm>
            <a:off x="3703175" y="669975"/>
            <a:ext cx="1247100" cy="200400"/>
          </a:xfrm>
          <a:prstGeom prst="rect">
            <a:avLst/>
          </a:prstGeom>
          <a:solidFill>
            <a:srgbClr val="44484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Medium"/>
              <a:ea typeface="Roboto Medium"/>
              <a:cs typeface="Roboto Medium"/>
              <a:sym typeface="Roboto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Laptop - 1 col - Light">
  <p:cSld name="Texte + Parag Medium + Laptop - 1 col - Light">
    <p:spTree>
      <p:nvGrpSpPr>
        <p:cNvPr id="256" name="Shape 256"/>
        <p:cNvGrpSpPr/>
        <p:nvPr/>
      </p:nvGrpSpPr>
      <p:grpSpPr>
        <a:xfrm>
          <a:off x="0" y="0"/>
          <a:ext cx="0" cy="0"/>
          <a:chOff x="0" y="0"/>
          <a:chExt cx="0" cy="0"/>
        </a:xfrm>
      </p:grpSpPr>
      <p:sp>
        <p:nvSpPr>
          <p:cNvPr id="257" name="Google Shape;257;p32"/>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descr="Une image contenant portable, ordinateur, équipement électronique, moniteur&#10;&#10;Description générée automatiquement" id="258" name="Google Shape;258;p32"/>
          <p:cNvPicPr preferRelativeResize="0"/>
          <p:nvPr/>
        </p:nvPicPr>
        <p:blipFill rotWithShape="1">
          <a:blip r:embed="rId2">
            <a:alphaModFix/>
          </a:blip>
          <a:srcRect b="0" l="0" r="0" t="0"/>
          <a:stretch/>
        </p:blipFill>
        <p:spPr>
          <a:xfrm>
            <a:off x="3618523" y="832348"/>
            <a:ext cx="5695638" cy="3237482"/>
          </a:xfrm>
          <a:prstGeom prst="rect">
            <a:avLst/>
          </a:prstGeom>
          <a:noFill/>
          <a:ln>
            <a:noFill/>
          </a:ln>
        </p:spPr>
      </p:pic>
      <p:sp>
        <p:nvSpPr>
          <p:cNvPr id="259" name="Google Shape;259;p32"/>
          <p:cNvSpPr/>
          <p:nvPr>
            <p:ph idx="2" type="pic"/>
          </p:nvPr>
        </p:nvSpPr>
        <p:spPr>
          <a:xfrm>
            <a:off x="4302305" y="1039607"/>
            <a:ext cx="4127082" cy="2343539"/>
          </a:xfrm>
          <a:prstGeom prst="rect">
            <a:avLst/>
          </a:prstGeom>
          <a:noFill/>
          <a:ln>
            <a:noFill/>
          </a:ln>
        </p:spPr>
      </p:sp>
      <p:sp>
        <p:nvSpPr>
          <p:cNvPr id="260" name="Google Shape;260;p32"/>
          <p:cNvSpPr txBox="1"/>
          <p:nvPr>
            <p:ph idx="3" type="body"/>
          </p:nvPr>
        </p:nvSpPr>
        <p:spPr>
          <a:xfrm>
            <a:off x="502542" y="964798"/>
            <a:ext cx="2523047" cy="304084"/>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1" name="Google Shape;261;p32"/>
          <p:cNvSpPr txBox="1"/>
          <p:nvPr>
            <p:ph idx="4" type="body"/>
          </p:nvPr>
        </p:nvSpPr>
        <p:spPr>
          <a:xfrm>
            <a:off x="502542" y="1280366"/>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2" name="Google Shape;262;p32"/>
          <p:cNvSpPr txBox="1"/>
          <p:nvPr>
            <p:ph idx="5" type="body"/>
          </p:nvPr>
        </p:nvSpPr>
        <p:spPr>
          <a:xfrm>
            <a:off x="3915425" y="3959175"/>
            <a:ext cx="5055900" cy="219900"/>
          </a:xfrm>
          <a:prstGeom prst="rect">
            <a:avLst/>
          </a:prstGeom>
        </p:spPr>
        <p:txBody>
          <a:bodyPr anchorCtr="0" anchor="t" bIns="34275" lIns="68575" spcFirstLastPara="1" rIns="68575" wrap="square" tIns="34275">
            <a:normAutofit/>
          </a:bodyPr>
          <a:lstStyle>
            <a:lvl1pPr indent="-279400" lvl="0" marL="457200" algn="ctr">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63" name="Google Shape;263;p32"/>
          <p:cNvSpPr/>
          <p:nvPr/>
        </p:nvSpPr>
        <p:spPr>
          <a:xfrm>
            <a:off x="4302300" y="870350"/>
            <a:ext cx="934500" cy="162300"/>
          </a:xfrm>
          <a:prstGeom prst="rect">
            <a:avLst/>
          </a:prstGeom>
          <a:solidFill>
            <a:srgbClr val="44484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Medium"/>
              <a:ea typeface="Roboto Medium"/>
              <a:cs typeface="Roboto Medium"/>
              <a:sym typeface="Roboto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vice - Front - Laptop">
  <p:cSld name="Device - Front - Laptop">
    <p:spTree>
      <p:nvGrpSpPr>
        <p:cNvPr id="264" name="Shape 264"/>
        <p:cNvGrpSpPr/>
        <p:nvPr/>
      </p:nvGrpSpPr>
      <p:grpSpPr>
        <a:xfrm>
          <a:off x="0" y="0"/>
          <a:ext cx="0" cy="0"/>
          <a:chOff x="0" y="0"/>
          <a:chExt cx="0" cy="0"/>
        </a:xfrm>
      </p:grpSpPr>
      <p:sp>
        <p:nvSpPr>
          <p:cNvPr id="265" name="Google Shape;265;p33"/>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atin typeface="Roboto"/>
                <a:ea typeface="Roboto"/>
                <a:cs typeface="Roboto"/>
                <a:sym typeface="Roboto"/>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pic>
        <p:nvPicPr>
          <p:cNvPr descr="Une image contenant portable, ordinateur, équipement électronique, moniteur&#10;&#10;Description générée automatiquement" id="266" name="Google Shape;266;p33"/>
          <p:cNvPicPr preferRelativeResize="0"/>
          <p:nvPr/>
        </p:nvPicPr>
        <p:blipFill rotWithShape="1">
          <a:blip r:embed="rId2">
            <a:alphaModFix/>
          </a:blip>
          <a:srcRect b="0" l="0" r="0" t="0"/>
          <a:stretch/>
        </p:blipFill>
        <p:spPr>
          <a:xfrm>
            <a:off x="955705" y="537721"/>
            <a:ext cx="7492379" cy="4258775"/>
          </a:xfrm>
          <a:prstGeom prst="rect">
            <a:avLst/>
          </a:prstGeom>
          <a:noFill/>
          <a:ln>
            <a:noFill/>
          </a:ln>
        </p:spPr>
      </p:pic>
      <p:sp>
        <p:nvSpPr>
          <p:cNvPr id="267" name="Google Shape;267;p33"/>
          <p:cNvSpPr/>
          <p:nvPr>
            <p:ph idx="2" type="pic"/>
          </p:nvPr>
        </p:nvSpPr>
        <p:spPr>
          <a:xfrm>
            <a:off x="1865151" y="803366"/>
            <a:ext cx="5419165" cy="3077241"/>
          </a:xfrm>
          <a:prstGeom prst="rect">
            <a:avLst/>
          </a:prstGeom>
          <a:noFill/>
          <a:ln>
            <a:noFill/>
          </a:ln>
        </p:spPr>
      </p:sp>
      <p:sp>
        <p:nvSpPr>
          <p:cNvPr id="268" name="Google Shape;268;p33"/>
          <p:cNvSpPr txBox="1"/>
          <p:nvPr>
            <p:ph idx="3" type="body"/>
          </p:nvPr>
        </p:nvSpPr>
        <p:spPr>
          <a:xfrm>
            <a:off x="1387550" y="4576475"/>
            <a:ext cx="6582600" cy="219900"/>
          </a:xfrm>
          <a:prstGeom prst="rect">
            <a:avLst/>
          </a:prstGeom>
        </p:spPr>
        <p:txBody>
          <a:bodyPr anchorCtr="0" anchor="t" bIns="34275" lIns="68575" spcFirstLastPara="1" rIns="68575" wrap="square" tIns="34275">
            <a:normAutofit/>
          </a:bodyPr>
          <a:lstStyle>
            <a:lvl1pPr indent="-279400" lvl="0" marL="457200" algn="ctr">
              <a:spcBef>
                <a:spcPts val="800"/>
              </a:spcBef>
              <a:spcAft>
                <a:spcPts val="0"/>
              </a:spcAft>
              <a:buClr>
                <a:srgbClr val="7A869A"/>
              </a:buClr>
              <a:buSzPts val="800"/>
              <a:buChar char="•"/>
              <a:defRPr sz="800">
                <a:solidFill>
                  <a:srgbClr val="7A869A"/>
                </a:solidFill>
              </a:defRPr>
            </a:lvl1pPr>
            <a:lvl2pPr indent="-342900" lvl="1" marL="914400">
              <a:spcBef>
                <a:spcPts val="400"/>
              </a:spcBef>
              <a:spcAft>
                <a:spcPts val="0"/>
              </a:spcAft>
              <a:buSzPts val="1800"/>
              <a:buChar char="•"/>
              <a:defRPr/>
            </a:lvl2pPr>
            <a:lvl3pPr indent="-317500" lvl="2" marL="1371600">
              <a:spcBef>
                <a:spcPts val="400"/>
              </a:spcBef>
              <a:spcAft>
                <a:spcPts val="0"/>
              </a:spcAft>
              <a:buSzPts val="1400"/>
              <a:buChar char="•"/>
              <a:defRPr/>
            </a:lvl3pPr>
            <a:lvl4pPr indent="-304800" lvl="3" marL="1828800">
              <a:spcBef>
                <a:spcPts val="400"/>
              </a:spcBef>
              <a:spcAft>
                <a:spcPts val="0"/>
              </a:spcAft>
              <a:buSzPts val="1200"/>
              <a:buChar char="•"/>
              <a:defRPr/>
            </a:lvl4pPr>
            <a:lvl5pPr indent="-298450" lvl="4" marL="2286000">
              <a:spcBef>
                <a:spcPts val="400"/>
              </a:spcBef>
              <a:spcAft>
                <a:spcPts val="0"/>
              </a:spcAft>
              <a:buSzPts val="1100"/>
              <a:buChar char="•"/>
              <a:defRPr/>
            </a:lvl5pPr>
            <a:lvl6pPr indent="-317500" lvl="5" marL="2743200">
              <a:spcBef>
                <a:spcPts val="400"/>
              </a:spcBef>
              <a:spcAft>
                <a:spcPts val="0"/>
              </a:spcAft>
              <a:buSzPts val="1400"/>
              <a:buChar char="•"/>
              <a:defRPr/>
            </a:lvl6pPr>
            <a:lvl7pPr indent="-317500" lvl="6" marL="3200400">
              <a:spcBef>
                <a:spcPts val="400"/>
              </a:spcBef>
              <a:spcAft>
                <a:spcPts val="0"/>
              </a:spcAft>
              <a:buSzPts val="1400"/>
              <a:buChar char="•"/>
              <a:defRPr/>
            </a:lvl7pPr>
            <a:lvl8pPr indent="-317500" lvl="7" marL="3657600">
              <a:spcBef>
                <a:spcPts val="400"/>
              </a:spcBef>
              <a:spcAft>
                <a:spcPts val="0"/>
              </a:spcAft>
              <a:buSzPts val="1400"/>
              <a:buChar char="•"/>
              <a:defRPr/>
            </a:lvl8pPr>
            <a:lvl9pPr indent="-317500" lvl="8" marL="4114800">
              <a:spcBef>
                <a:spcPts val="400"/>
              </a:spcBef>
              <a:spcAft>
                <a:spcPts val="0"/>
              </a:spcAft>
              <a:buSzPts val="1400"/>
              <a:buChar char="•"/>
              <a:defRPr/>
            </a:lvl9pPr>
          </a:lstStyle>
          <a:p/>
        </p:txBody>
      </p:sp>
      <p:sp>
        <p:nvSpPr>
          <p:cNvPr id="269" name="Google Shape;269;p33"/>
          <p:cNvSpPr/>
          <p:nvPr/>
        </p:nvSpPr>
        <p:spPr>
          <a:xfrm>
            <a:off x="1843725" y="602975"/>
            <a:ext cx="1247100" cy="200400"/>
          </a:xfrm>
          <a:prstGeom prst="rect">
            <a:avLst/>
          </a:prstGeom>
          <a:solidFill>
            <a:srgbClr val="44484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Medium"/>
              <a:ea typeface="Roboto Medium"/>
              <a:cs typeface="Roboto Medium"/>
              <a:sym typeface="Roboto Medium"/>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Browser - 1 col - Grey">
  <p:cSld name="Texte + Parag Medium + Browser - 1 col - Grey">
    <p:spTree>
      <p:nvGrpSpPr>
        <p:cNvPr id="270" name="Shape 270"/>
        <p:cNvGrpSpPr/>
        <p:nvPr/>
      </p:nvGrpSpPr>
      <p:grpSpPr>
        <a:xfrm>
          <a:off x="0" y="0"/>
          <a:ext cx="0" cy="0"/>
          <a:chOff x="0" y="0"/>
          <a:chExt cx="0" cy="0"/>
        </a:xfrm>
      </p:grpSpPr>
      <p:sp>
        <p:nvSpPr>
          <p:cNvPr id="271" name="Google Shape;271;p34"/>
          <p:cNvSpPr/>
          <p:nvPr/>
        </p:nvSpPr>
        <p:spPr>
          <a:xfrm>
            <a:off x="6091518" y="1"/>
            <a:ext cx="3052482"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72" name="Google Shape;272;p34"/>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3" name="Google Shape;273;p34"/>
          <p:cNvSpPr txBox="1"/>
          <p:nvPr>
            <p:ph idx="2" type="body"/>
          </p:nvPr>
        </p:nvSpPr>
        <p:spPr>
          <a:xfrm>
            <a:off x="502542" y="1145676"/>
            <a:ext cx="252304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4" name="Google Shape;274;p34"/>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5" name="Google Shape;275;p34"/>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76" name="Google Shape;276;p34"/>
          <p:cNvPicPr preferRelativeResize="0"/>
          <p:nvPr/>
        </p:nvPicPr>
        <p:blipFill rotWithShape="1">
          <a:blip r:embed="rId2">
            <a:alphaModFix/>
          </a:blip>
          <a:srcRect b="0" l="0" r="0" t="0"/>
          <a:stretch/>
        </p:blipFill>
        <p:spPr>
          <a:xfrm>
            <a:off x="3145733" y="865165"/>
            <a:ext cx="5750584" cy="3812801"/>
          </a:xfrm>
          <a:prstGeom prst="rect">
            <a:avLst/>
          </a:prstGeom>
          <a:noFill/>
          <a:ln>
            <a:noFill/>
          </a:ln>
        </p:spPr>
      </p:pic>
      <p:sp>
        <p:nvSpPr>
          <p:cNvPr id="277" name="Google Shape;277;p34"/>
          <p:cNvSpPr/>
          <p:nvPr>
            <p:ph idx="5" type="pic"/>
          </p:nvPr>
        </p:nvSpPr>
        <p:spPr>
          <a:xfrm>
            <a:off x="3149925" y="1065675"/>
            <a:ext cx="5750700" cy="36123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Browser - 1 col - Grey 1">
  <p:cSld name="Texte + Parag Medium + Browser - 1 col - Grey_2">
    <p:bg>
      <p:bgPr>
        <a:solidFill>
          <a:schemeClr val="dk1"/>
        </a:solidFill>
      </p:bgPr>
    </p:bg>
    <p:spTree>
      <p:nvGrpSpPr>
        <p:cNvPr id="278" name="Shape 278"/>
        <p:cNvGrpSpPr/>
        <p:nvPr/>
      </p:nvGrpSpPr>
      <p:grpSpPr>
        <a:xfrm>
          <a:off x="0" y="0"/>
          <a:ext cx="0" cy="0"/>
          <a:chOff x="0" y="0"/>
          <a:chExt cx="0" cy="0"/>
        </a:xfrm>
      </p:grpSpPr>
      <p:sp>
        <p:nvSpPr>
          <p:cNvPr id="279" name="Google Shape;279;p35"/>
          <p:cNvSpPr txBox="1"/>
          <p:nvPr>
            <p:ph idx="1" type="body"/>
          </p:nvPr>
        </p:nvSpPr>
        <p:spPr>
          <a:xfrm>
            <a:off x="1479725" y="29800"/>
            <a:ext cx="6184500" cy="257100"/>
          </a:xfrm>
          <a:prstGeom prst="rect">
            <a:avLst/>
          </a:prstGeom>
          <a:noFill/>
          <a:ln>
            <a:noFill/>
          </a:ln>
        </p:spPr>
        <p:txBody>
          <a:bodyPr anchorCtr="0" anchor="t" bIns="34275" lIns="68575" spcFirstLastPara="1" rIns="68575" wrap="square" tIns="34275">
            <a:noAutofit/>
          </a:bodyPr>
          <a:lstStyle>
            <a:lvl1pPr indent="-228600" lvl="0" marL="457200" algn="ctr">
              <a:lnSpc>
                <a:spcPct val="120000"/>
              </a:lnSpc>
              <a:spcBef>
                <a:spcPts val="800"/>
              </a:spcBef>
              <a:spcAft>
                <a:spcPts val="0"/>
              </a:spcAft>
              <a:buClr>
                <a:schemeClr val="lt1"/>
              </a:buClr>
              <a:buSzPts val="1400"/>
              <a:buNone/>
              <a:defRPr b="0" i="0" sz="1400">
                <a:solidFill>
                  <a:schemeClr val="lt1"/>
                </a:solidFill>
                <a:latin typeface="Roboto"/>
                <a:ea typeface="Roboto"/>
                <a:cs typeface="Roboto"/>
                <a:sym typeface="Roboto"/>
              </a:defRPr>
            </a:lvl1pPr>
            <a:lvl2pPr indent="-228600" lvl="1" marL="914400" algn="ctr">
              <a:lnSpc>
                <a:spcPct val="90000"/>
              </a:lnSpc>
              <a:spcBef>
                <a:spcPts val="400"/>
              </a:spcBef>
              <a:spcAft>
                <a:spcPts val="0"/>
              </a:spcAft>
              <a:buClr>
                <a:schemeClr val="dk1"/>
              </a:buClr>
              <a:buSzPts val="1400"/>
              <a:buNone/>
              <a:defRPr sz="1400"/>
            </a:lvl2pPr>
            <a:lvl3pPr indent="-228600" lvl="2" marL="1371600" algn="ctr">
              <a:lnSpc>
                <a:spcPct val="120000"/>
              </a:lnSpc>
              <a:spcBef>
                <a:spcPts val="400"/>
              </a:spcBef>
              <a:spcAft>
                <a:spcPts val="0"/>
              </a:spcAft>
              <a:buClr>
                <a:schemeClr val="dk1"/>
              </a:buClr>
              <a:buSzPts val="1400"/>
              <a:buNone/>
              <a:defRPr/>
            </a:lvl3pPr>
            <a:lvl4pPr indent="-228600" lvl="3" marL="1828800" algn="ctr">
              <a:lnSpc>
                <a:spcPct val="90000"/>
              </a:lnSpc>
              <a:spcBef>
                <a:spcPts val="400"/>
              </a:spcBef>
              <a:spcAft>
                <a:spcPts val="0"/>
              </a:spcAft>
              <a:buClr>
                <a:schemeClr val="dk1"/>
              </a:buClr>
              <a:buSzPts val="1400"/>
              <a:buNone/>
              <a:defRPr sz="1400"/>
            </a:lvl4pPr>
            <a:lvl5pPr indent="-228600" lvl="4" marL="2286000" algn="ctr">
              <a:lnSpc>
                <a:spcPct val="90000"/>
              </a:lnSpc>
              <a:spcBef>
                <a:spcPts val="400"/>
              </a:spcBef>
              <a:spcAft>
                <a:spcPts val="0"/>
              </a:spcAft>
              <a:buClr>
                <a:schemeClr val="dk1"/>
              </a:buClr>
              <a:buSzPts val="1400"/>
              <a:buNone/>
              <a:defRPr sz="1400"/>
            </a:lvl5pPr>
            <a:lvl6pPr indent="-317500" lvl="5" marL="2743200" algn="ctr">
              <a:lnSpc>
                <a:spcPct val="90000"/>
              </a:lnSpc>
              <a:spcBef>
                <a:spcPts val="400"/>
              </a:spcBef>
              <a:spcAft>
                <a:spcPts val="0"/>
              </a:spcAft>
              <a:buClr>
                <a:schemeClr val="dk1"/>
              </a:buClr>
              <a:buSzPts val="1400"/>
              <a:buChar char="•"/>
              <a:defRPr/>
            </a:lvl6pPr>
            <a:lvl7pPr indent="-317500" lvl="6" marL="3200400" algn="ctr">
              <a:lnSpc>
                <a:spcPct val="90000"/>
              </a:lnSpc>
              <a:spcBef>
                <a:spcPts val="400"/>
              </a:spcBef>
              <a:spcAft>
                <a:spcPts val="0"/>
              </a:spcAft>
              <a:buClr>
                <a:schemeClr val="dk1"/>
              </a:buClr>
              <a:buSzPts val="1400"/>
              <a:buChar char="•"/>
              <a:defRPr/>
            </a:lvl7pPr>
            <a:lvl8pPr indent="-317500" lvl="7" marL="3657600" algn="ctr">
              <a:lnSpc>
                <a:spcPct val="90000"/>
              </a:lnSpc>
              <a:spcBef>
                <a:spcPts val="400"/>
              </a:spcBef>
              <a:spcAft>
                <a:spcPts val="0"/>
              </a:spcAft>
              <a:buClr>
                <a:schemeClr val="dk1"/>
              </a:buClr>
              <a:buSzPts val="1400"/>
              <a:buChar char="•"/>
              <a:defRPr/>
            </a:lvl8pPr>
            <a:lvl9pPr indent="-317500" lvl="8" marL="4114800" algn="ctr">
              <a:lnSpc>
                <a:spcPct val="90000"/>
              </a:lnSpc>
              <a:spcBef>
                <a:spcPts val="400"/>
              </a:spcBef>
              <a:spcAft>
                <a:spcPts val="0"/>
              </a:spcAft>
              <a:buClr>
                <a:schemeClr val="dk1"/>
              </a:buClr>
              <a:buSzPts val="1400"/>
              <a:buChar char="•"/>
              <a:defRPr/>
            </a:lvl9pPr>
          </a:lstStyle>
          <a:p/>
        </p:txBody>
      </p:sp>
      <p:sp>
        <p:nvSpPr>
          <p:cNvPr id="280" name="Google Shape;280;p35"/>
          <p:cNvSpPr txBox="1"/>
          <p:nvPr>
            <p:ph idx="2" type="body"/>
          </p:nvPr>
        </p:nvSpPr>
        <p:spPr>
          <a:xfrm>
            <a:off x="503042" y="6250"/>
            <a:ext cx="2580900" cy="30420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chemeClr val="accent6"/>
              </a:buClr>
              <a:buSzPts val="900"/>
              <a:buNone/>
              <a:defRPr sz="900">
                <a:solidFill>
                  <a:schemeClr val="accent6"/>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281" name="Google Shape;281;p35"/>
          <p:cNvPicPr preferRelativeResize="0"/>
          <p:nvPr/>
        </p:nvPicPr>
        <p:blipFill rotWithShape="1">
          <a:blip r:embed="rId2">
            <a:alphaModFix/>
          </a:blip>
          <a:srcRect b="0" l="0" r="0" t="0"/>
          <a:stretch/>
        </p:blipFill>
        <p:spPr>
          <a:xfrm>
            <a:off x="575075" y="331801"/>
            <a:ext cx="7993875" cy="5300098"/>
          </a:xfrm>
          <a:prstGeom prst="rect">
            <a:avLst/>
          </a:prstGeom>
          <a:noFill/>
          <a:ln>
            <a:noFill/>
          </a:ln>
        </p:spPr>
      </p:pic>
      <p:sp>
        <p:nvSpPr>
          <p:cNvPr id="282" name="Google Shape;282;p35"/>
          <p:cNvSpPr/>
          <p:nvPr>
            <p:ph idx="3" type="pic"/>
          </p:nvPr>
        </p:nvSpPr>
        <p:spPr>
          <a:xfrm>
            <a:off x="575075" y="815552"/>
            <a:ext cx="7993800" cy="50217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3 col + Browser">
  <p:cSld name="Texte + Parag Medium + Browser - 1 col - Grey_1">
    <p:spTree>
      <p:nvGrpSpPr>
        <p:cNvPr id="283" name="Shape 283"/>
        <p:cNvGrpSpPr/>
        <p:nvPr/>
      </p:nvGrpSpPr>
      <p:grpSpPr>
        <a:xfrm>
          <a:off x="0" y="0"/>
          <a:ext cx="0" cy="0"/>
          <a:chOff x="0" y="0"/>
          <a:chExt cx="0" cy="0"/>
        </a:xfrm>
      </p:grpSpPr>
      <p:sp>
        <p:nvSpPr>
          <p:cNvPr id="284" name="Google Shape;284;p36"/>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85" name="Google Shape;285;p36"/>
          <p:cNvSpPr txBox="1"/>
          <p:nvPr>
            <p:ph idx="2" type="body"/>
          </p:nvPr>
        </p:nvSpPr>
        <p:spPr>
          <a:xfrm>
            <a:off x="502542" y="1337183"/>
            <a:ext cx="2430000" cy="3042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6" name="Google Shape;286;p36"/>
          <p:cNvSpPr txBox="1"/>
          <p:nvPr>
            <p:ph idx="3" type="body"/>
          </p:nvPr>
        </p:nvSpPr>
        <p:spPr>
          <a:xfrm>
            <a:off x="502542" y="1652751"/>
            <a:ext cx="2430000" cy="12951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87" name="Google Shape;287;p36"/>
          <p:cNvSpPr txBox="1"/>
          <p:nvPr>
            <p:ph idx="4" type="body"/>
          </p:nvPr>
        </p:nvSpPr>
        <p:spPr>
          <a:xfrm>
            <a:off x="3311971" y="1337183"/>
            <a:ext cx="2430000" cy="3042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8" name="Google Shape;288;p36"/>
          <p:cNvSpPr txBox="1"/>
          <p:nvPr>
            <p:ph idx="5" type="body"/>
          </p:nvPr>
        </p:nvSpPr>
        <p:spPr>
          <a:xfrm>
            <a:off x="3311971" y="1652751"/>
            <a:ext cx="2430000" cy="12951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289" name="Google Shape;289;p36"/>
          <p:cNvSpPr txBox="1"/>
          <p:nvPr>
            <p:ph idx="6" type="body"/>
          </p:nvPr>
        </p:nvSpPr>
        <p:spPr>
          <a:xfrm>
            <a:off x="6139839" y="1337183"/>
            <a:ext cx="2430000" cy="3042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0" name="Google Shape;290;p36"/>
          <p:cNvSpPr txBox="1"/>
          <p:nvPr>
            <p:ph idx="7" type="body"/>
          </p:nvPr>
        </p:nvSpPr>
        <p:spPr>
          <a:xfrm>
            <a:off x="6139839" y="1652751"/>
            <a:ext cx="2430000" cy="1295100"/>
          </a:xfrm>
          <a:prstGeom prst="rect">
            <a:avLst/>
          </a:prstGeom>
          <a:noFill/>
          <a:ln>
            <a:noFill/>
          </a:ln>
        </p:spPr>
        <p:txBody>
          <a:bodyPr anchorCtr="0" anchor="t" bIns="34275" lIns="68575" spcFirstLastPara="1" rIns="68575" wrap="square" tIns="34275">
            <a:noAutofit/>
          </a:bodyPr>
          <a:lstStyle>
            <a:lvl1pPr indent="-228600" lvl="0" marL="457200" algn="l">
              <a:lnSpc>
                <a:spcPct val="115000"/>
              </a:lnSpc>
              <a:spcBef>
                <a:spcPts val="800"/>
              </a:spcBef>
              <a:spcAft>
                <a:spcPts val="0"/>
              </a:spcAft>
              <a:buClr>
                <a:schemeClr val="dk1"/>
              </a:buClr>
              <a:buSzPts val="1100"/>
              <a:buFont typeface="Roboto"/>
              <a:buNone/>
              <a:defRPr i="0" sz="1100">
                <a:solidFill>
                  <a:schemeClr val="dk1"/>
                </a:solidFill>
                <a:latin typeface="Roboto"/>
                <a:ea typeface="Roboto"/>
                <a:cs typeface="Roboto"/>
                <a:sym typeface="Roboto"/>
              </a:defRPr>
            </a:lvl1pPr>
            <a:lvl2pPr indent="-228600" lvl="1" marL="914400" algn="l">
              <a:lnSpc>
                <a:spcPct val="115000"/>
              </a:lnSpc>
              <a:spcBef>
                <a:spcPts val="400"/>
              </a:spcBef>
              <a:spcAft>
                <a:spcPts val="0"/>
              </a:spcAft>
              <a:buClr>
                <a:schemeClr val="dk1"/>
              </a:buClr>
              <a:buSzPts val="1800"/>
              <a:buFont typeface="Roboto"/>
              <a:buNone/>
              <a:defRPr/>
            </a:lvl2pPr>
            <a:lvl3pPr indent="-228600" lvl="2" marL="1371600" algn="l">
              <a:lnSpc>
                <a:spcPct val="115000"/>
              </a:lnSpc>
              <a:spcBef>
                <a:spcPts val="400"/>
              </a:spcBef>
              <a:spcAft>
                <a:spcPts val="0"/>
              </a:spcAft>
              <a:buClr>
                <a:schemeClr val="dk1"/>
              </a:buClr>
              <a:buSzPts val="1400"/>
              <a:buFont typeface="Roboto"/>
              <a:buNone/>
              <a:defRPr/>
            </a:lvl3pPr>
            <a:lvl4pPr indent="-228600" lvl="3" marL="1828800" algn="l">
              <a:lnSpc>
                <a:spcPct val="115000"/>
              </a:lnSpc>
              <a:spcBef>
                <a:spcPts val="400"/>
              </a:spcBef>
              <a:spcAft>
                <a:spcPts val="0"/>
              </a:spcAft>
              <a:buClr>
                <a:schemeClr val="dk1"/>
              </a:buClr>
              <a:buSzPts val="1200"/>
              <a:buFont typeface="Roboto"/>
              <a:buNone/>
              <a:defRPr/>
            </a:lvl4pPr>
            <a:lvl5pPr indent="-228600" lvl="4" marL="2286000" algn="l">
              <a:lnSpc>
                <a:spcPct val="115000"/>
              </a:lnSpc>
              <a:spcBef>
                <a:spcPts val="400"/>
              </a:spcBef>
              <a:spcAft>
                <a:spcPts val="0"/>
              </a:spcAft>
              <a:buClr>
                <a:schemeClr val="dk1"/>
              </a:buClr>
              <a:buSzPts val="1100"/>
              <a:buFont typeface="Roboto"/>
              <a:buNone/>
              <a:defRPr/>
            </a:lvl5pPr>
            <a:lvl6pPr indent="-317500" lvl="5" marL="27432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115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pic>
        <p:nvPicPr>
          <p:cNvPr id="291" name="Google Shape;291;p36"/>
          <p:cNvPicPr preferRelativeResize="0"/>
          <p:nvPr/>
        </p:nvPicPr>
        <p:blipFill rotWithShape="1">
          <a:blip r:embed="rId2">
            <a:alphaModFix/>
          </a:blip>
          <a:srcRect b="0" l="0" r="0" t="0"/>
          <a:stretch/>
        </p:blipFill>
        <p:spPr>
          <a:xfrm>
            <a:off x="557551" y="2312974"/>
            <a:ext cx="2342788" cy="1553320"/>
          </a:xfrm>
          <a:prstGeom prst="rect">
            <a:avLst/>
          </a:prstGeom>
          <a:noFill/>
          <a:ln>
            <a:noFill/>
          </a:ln>
        </p:spPr>
      </p:pic>
      <p:sp>
        <p:nvSpPr>
          <p:cNvPr id="292" name="Google Shape;292;p36"/>
          <p:cNvSpPr/>
          <p:nvPr>
            <p:ph idx="8" type="pic"/>
          </p:nvPr>
        </p:nvSpPr>
        <p:spPr>
          <a:xfrm>
            <a:off x="560996" y="2394739"/>
            <a:ext cx="2342700" cy="1471500"/>
          </a:xfrm>
          <a:prstGeom prst="rect">
            <a:avLst/>
          </a:prstGeom>
          <a:noFill/>
          <a:ln>
            <a:noFill/>
          </a:ln>
        </p:spPr>
      </p:sp>
      <p:pic>
        <p:nvPicPr>
          <p:cNvPr id="293" name="Google Shape;293;p36"/>
          <p:cNvPicPr preferRelativeResize="0"/>
          <p:nvPr/>
        </p:nvPicPr>
        <p:blipFill rotWithShape="1">
          <a:blip r:embed="rId2">
            <a:alphaModFix/>
          </a:blip>
          <a:srcRect b="0" l="0" r="0" t="0"/>
          <a:stretch/>
        </p:blipFill>
        <p:spPr>
          <a:xfrm>
            <a:off x="3388171" y="2312974"/>
            <a:ext cx="2342788" cy="1553320"/>
          </a:xfrm>
          <a:prstGeom prst="rect">
            <a:avLst/>
          </a:prstGeom>
          <a:noFill/>
          <a:ln>
            <a:noFill/>
          </a:ln>
        </p:spPr>
      </p:pic>
      <p:sp>
        <p:nvSpPr>
          <p:cNvPr id="294" name="Google Shape;294;p36"/>
          <p:cNvSpPr/>
          <p:nvPr>
            <p:ph idx="9" type="pic"/>
          </p:nvPr>
        </p:nvSpPr>
        <p:spPr>
          <a:xfrm>
            <a:off x="3388171" y="2394739"/>
            <a:ext cx="2342700" cy="1471500"/>
          </a:xfrm>
          <a:prstGeom prst="rect">
            <a:avLst/>
          </a:prstGeom>
          <a:noFill/>
          <a:ln>
            <a:noFill/>
          </a:ln>
        </p:spPr>
      </p:sp>
      <p:pic>
        <p:nvPicPr>
          <p:cNvPr id="295" name="Google Shape;295;p36"/>
          <p:cNvPicPr preferRelativeResize="0"/>
          <p:nvPr/>
        </p:nvPicPr>
        <p:blipFill rotWithShape="1">
          <a:blip r:embed="rId2">
            <a:alphaModFix/>
          </a:blip>
          <a:srcRect b="0" l="0" r="0" t="0"/>
          <a:stretch/>
        </p:blipFill>
        <p:spPr>
          <a:xfrm>
            <a:off x="6223701" y="2312974"/>
            <a:ext cx="2342788" cy="1553320"/>
          </a:xfrm>
          <a:prstGeom prst="rect">
            <a:avLst/>
          </a:prstGeom>
          <a:noFill/>
          <a:ln>
            <a:noFill/>
          </a:ln>
        </p:spPr>
      </p:pic>
      <p:sp>
        <p:nvSpPr>
          <p:cNvPr id="296" name="Google Shape;296;p36"/>
          <p:cNvSpPr/>
          <p:nvPr>
            <p:ph idx="13" type="pic"/>
          </p:nvPr>
        </p:nvSpPr>
        <p:spPr>
          <a:xfrm>
            <a:off x="6227146" y="2394739"/>
            <a:ext cx="2342700" cy="1471500"/>
          </a:xfrm>
          <a:prstGeom prst="rect">
            <a:avLst/>
          </a:prstGeom>
          <a:noFill/>
          <a:ln>
            <a:noFill/>
          </a:ln>
        </p:spPr>
      </p:sp>
      <p:sp>
        <p:nvSpPr>
          <p:cNvPr id="297" name="Google Shape;297;p36"/>
          <p:cNvSpPr txBox="1"/>
          <p:nvPr>
            <p:ph idx="14" type="body"/>
          </p:nvPr>
        </p:nvSpPr>
        <p:spPr>
          <a:xfrm>
            <a:off x="502542" y="561713"/>
            <a:ext cx="6120600" cy="326100"/>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Clr>
                <a:schemeClr val="dk1"/>
              </a:buClr>
              <a:buSzPts val="2400"/>
              <a:buNone/>
              <a:defRPr b="1" i="0" sz="24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p:cSld name="Titre">
    <p:spTree>
      <p:nvGrpSpPr>
        <p:cNvPr id="298" name="Shape 298"/>
        <p:cNvGrpSpPr/>
        <p:nvPr/>
      </p:nvGrpSpPr>
      <p:grpSpPr>
        <a:xfrm>
          <a:off x="0" y="0"/>
          <a:ext cx="0" cy="0"/>
          <a:chOff x="0" y="0"/>
          <a:chExt cx="0" cy="0"/>
        </a:xfrm>
      </p:grpSpPr>
      <p:sp>
        <p:nvSpPr>
          <p:cNvPr id="299" name="Google Shape;299;p37"/>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300" name="Google Shape;300;p37"/>
          <p:cNvSpPr txBox="1"/>
          <p:nvPr>
            <p:ph idx="2" type="body"/>
          </p:nvPr>
        </p:nvSpPr>
        <p:spPr>
          <a:xfrm>
            <a:off x="502541" y="59931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Font typeface="Roboto"/>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vide - entete + pied">
  <p:cSld name="Page vide - entete + pied">
    <p:spTree>
      <p:nvGrpSpPr>
        <p:cNvPr id="301" name="Shape 301"/>
        <p:cNvGrpSpPr/>
        <p:nvPr/>
      </p:nvGrpSpPr>
      <p:grpSpPr>
        <a:xfrm>
          <a:off x="0" y="0"/>
          <a:ext cx="0" cy="0"/>
          <a:chOff x="0" y="0"/>
          <a:chExt cx="0" cy="0"/>
        </a:xfrm>
      </p:grpSpPr>
      <p:sp>
        <p:nvSpPr>
          <p:cNvPr id="302" name="Google Shape;302;p38"/>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Page vide - entete + pied_1">
    <p:spTree>
      <p:nvGrpSpPr>
        <p:cNvPr id="303" name="Shape 303"/>
        <p:cNvGrpSpPr/>
        <p:nvPr/>
      </p:nvGrpSpPr>
      <p:grpSpPr>
        <a:xfrm>
          <a:off x="0" y="0"/>
          <a:ext cx="0" cy="0"/>
          <a:chOff x="0" y="0"/>
          <a:chExt cx="0" cy="0"/>
        </a:xfrm>
      </p:grpSpPr>
      <p:sp>
        <p:nvSpPr>
          <p:cNvPr id="304" name="Google Shape;304;p39"/>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305" name="Google Shape;305;p39"/>
          <p:cNvSpPr txBox="1"/>
          <p:nvPr>
            <p:ph idx="2" type="body"/>
          </p:nvPr>
        </p:nvSpPr>
        <p:spPr>
          <a:xfrm>
            <a:off x="502541" y="599312"/>
            <a:ext cx="8569500" cy="3261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Font typeface="Roboto"/>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a:lvl4pPr>
            <a:lvl5pPr indent="-317500" lvl="4" marL="2286000" algn="l">
              <a:lnSpc>
                <a:spcPct val="90000"/>
              </a:lnSpc>
              <a:spcBef>
                <a:spcPts val="400"/>
              </a:spcBef>
              <a:spcAft>
                <a:spcPts val="0"/>
              </a:spcAft>
              <a:buClr>
                <a:schemeClr val="dk1"/>
              </a:buClr>
              <a:buSzPts val="1400"/>
              <a:buFont typeface="Roboto"/>
              <a:buChar char="•"/>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cxnSp>
        <p:nvCxnSpPr>
          <p:cNvPr id="306" name="Google Shape;306;p39"/>
          <p:cNvCxnSpPr/>
          <p:nvPr/>
        </p:nvCxnSpPr>
        <p:spPr>
          <a:xfrm>
            <a:off x="-21679" y="2574141"/>
            <a:ext cx="9180600" cy="0"/>
          </a:xfrm>
          <a:prstGeom prst="straightConnector1">
            <a:avLst/>
          </a:prstGeom>
          <a:noFill/>
          <a:ln cap="flat" cmpd="sng" w="38100">
            <a:solidFill>
              <a:schemeClr val="lt2"/>
            </a:solidFill>
            <a:prstDash val="solid"/>
            <a:round/>
            <a:headEnd len="med" w="med" type="none"/>
            <a:tailEnd len="med" w="med" type="none"/>
          </a:ln>
        </p:spPr>
      </p:cxnSp>
      <p:sp>
        <p:nvSpPr>
          <p:cNvPr id="307" name="Google Shape;307;p39"/>
          <p:cNvSpPr txBox="1"/>
          <p:nvPr>
            <p:ph idx="3" type="subTitle"/>
          </p:nvPr>
        </p:nvSpPr>
        <p:spPr>
          <a:xfrm>
            <a:off x="521600" y="3087700"/>
            <a:ext cx="1744500" cy="952500"/>
          </a:xfrm>
          <a:prstGeom prst="rect">
            <a:avLst/>
          </a:prstGeom>
        </p:spPr>
        <p:txBody>
          <a:bodyPr anchorCtr="0" anchor="t" bIns="34275" lIns="68575" spcFirstLastPara="1" rIns="68575" wrap="square" tIns="34275">
            <a:noAutofit/>
          </a:bodyPr>
          <a:lstStyle>
            <a:lvl1pPr lvl="0">
              <a:spcBef>
                <a:spcPts val="800"/>
              </a:spcBef>
              <a:spcAft>
                <a:spcPts val="0"/>
              </a:spcAft>
              <a:buSzPts val="1400"/>
              <a:buNone/>
              <a:defRPr sz="1400"/>
            </a:lvl1pPr>
            <a:lvl2pPr lvl="1">
              <a:spcBef>
                <a:spcPts val="400"/>
              </a:spcBef>
              <a:spcAft>
                <a:spcPts val="0"/>
              </a:spcAft>
              <a:buSzPts val="1800"/>
              <a:buNone/>
              <a:defRPr/>
            </a:lvl2pPr>
            <a:lvl3pPr lvl="2">
              <a:spcBef>
                <a:spcPts val="400"/>
              </a:spcBef>
              <a:spcAft>
                <a:spcPts val="0"/>
              </a:spcAft>
              <a:buSzPts val="1400"/>
              <a:buNone/>
              <a:defRPr/>
            </a:lvl3pPr>
            <a:lvl4pPr lvl="3">
              <a:spcBef>
                <a:spcPts val="400"/>
              </a:spcBef>
              <a:spcAft>
                <a:spcPts val="0"/>
              </a:spcAft>
              <a:buSzPts val="1200"/>
              <a:buNone/>
              <a:defRPr/>
            </a:lvl4pPr>
            <a:lvl5pPr lvl="4">
              <a:spcBef>
                <a:spcPts val="400"/>
              </a:spcBef>
              <a:spcAft>
                <a:spcPts val="0"/>
              </a:spcAft>
              <a:buSzPts val="1100"/>
              <a:buNone/>
              <a:defRPr/>
            </a:lvl5pPr>
            <a:lvl6pPr lvl="5">
              <a:spcBef>
                <a:spcPts val="400"/>
              </a:spcBef>
              <a:spcAft>
                <a:spcPts val="0"/>
              </a:spcAft>
              <a:buSzPts val="1400"/>
              <a:buNone/>
              <a:defRPr/>
            </a:lvl6pPr>
            <a:lvl7pPr lvl="6">
              <a:spcBef>
                <a:spcPts val="400"/>
              </a:spcBef>
              <a:spcAft>
                <a:spcPts val="0"/>
              </a:spcAft>
              <a:buSzPts val="1400"/>
              <a:buNone/>
              <a:defRPr/>
            </a:lvl7pPr>
            <a:lvl8pPr lvl="7">
              <a:spcBef>
                <a:spcPts val="400"/>
              </a:spcBef>
              <a:spcAft>
                <a:spcPts val="0"/>
              </a:spcAft>
              <a:buSzPts val="1400"/>
              <a:buNone/>
              <a:defRPr/>
            </a:lvl8pPr>
            <a:lvl9pPr lvl="8">
              <a:spcBef>
                <a:spcPts val="400"/>
              </a:spcBef>
              <a:spcAft>
                <a:spcPts val="0"/>
              </a:spcAft>
              <a:buSzPts val="1400"/>
              <a:buNone/>
              <a:defRPr/>
            </a:lvl9pPr>
          </a:lstStyle>
          <a:p/>
        </p:txBody>
      </p:sp>
      <p:sp>
        <p:nvSpPr>
          <p:cNvPr id="308" name="Google Shape;308;p39"/>
          <p:cNvSpPr txBox="1"/>
          <p:nvPr>
            <p:ph idx="4" type="body"/>
          </p:nvPr>
        </p:nvSpPr>
        <p:spPr>
          <a:xfrm>
            <a:off x="521600" y="2837800"/>
            <a:ext cx="1744500" cy="326100"/>
          </a:xfrm>
          <a:prstGeom prst="rect">
            <a:avLst/>
          </a:prstGeom>
        </p:spPr>
        <p:txBody>
          <a:bodyPr anchorCtr="0" anchor="t" bIns="34275" lIns="68575" spcFirstLastPara="1" rIns="68575" wrap="square" tIns="34275">
            <a:noAutofit/>
          </a:bodyPr>
          <a:lstStyle>
            <a:lvl1pPr indent="-304800" lvl="0" marL="457200">
              <a:lnSpc>
                <a:spcPct val="115000"/>
              </a:lnSpc>
              <a:spcBef>
                <a:spcPts val="800"/>
              </a:spcBef>
              <a:spcAft>
                <a:spcPts val="0"/>
              </a:spcAft>
              <a:buClr>
                <a:srgbClr val="295FEC"/>
              </a:buClr>
              <a:buSzPts val="1200"/>
              <a:buChar char="•"/>
              <a:defRPr sz="1200">
                <a:solidFill>
                  <a:srgbClr val="295FEC"/>
                </a:solidFill>
              </a:defRPr>
            </a:lvl1pPr>
            <a:lvl2pPr indent="-317500" lvl="1" marL="914400">
              <a:lnSpc>
                <a:spcPct val="115000"/>
              </a:lnSpc>
              <a:spcBef>
                <a:spcPts val="400"/>
              </a:spcBef>
              <a:spcAft>
                <a:spcPts val="0"/>
              </a:spcAft>
              <a:buClr>
                <a:srgbClr val="295FEC"/>
              </a:buClr>
              <a:buSzPts val="1400"/>
              <a:buChar char="•"/>
              <a:defRPr sz="1400">
                <a:solidFill>
                  <a:srgbClr val="295FEC"/>
                </a:solidFill>
              </a:defRPr>
            </a:lvl2pPr>
            <a:lvl3pPr indent="-317500" lvl="2" marL="1371600">
              <a:lnSpc>
                <a:spcPct val="115000"/>
              </a:lnSpc>
              <a:spcBef>
                <a:spcPts val="400"/>
              </a:spcBef>
              <a:spcAft>
                <a:spcPts val="0"/>
              </a:spcAft>
              <a:buClr>
                <a:srgbClr val="295FEC"/>
              </a:buClr>
              <a:buSzPts val="1400"/>
              <a:buChar char="•"/>
              <a:defRPr>
                <a:solidFill>
                  <a:srgbClr val="295FEC"/>
                </a:solidFill>
              </a:defRPr>
            </a:lvl3pPr>
            <a:lvl4pPr indent="-317500" lvl="3" marL="1828800">
              <a:lnSpc>
                <a:spcPct val="115000"/>
              </a:lnSpc>
              <a:spcBef>
                <a:spcPts val="400"/>
              </a:spcBef>
              <a:spcAft>
                <a:spcPts val="0"/>
              </a:spcAft>
              <a:buClr>
                <a:srgbClr val="295FEC"/>
              </a:buClr>
              <a:buSzPts val="1400"/>
              <a:buChar char="•"/>
              <a:defRPr sz="1400">
                <a:solidFill>
                  <a:srgbClr val="295FEC"/>
                </a:solidFill>
              </a:defRPr>
            </a:lvl4pPr>
            <a:lvl5pPr indent="-317500" lvl="4" marL="2286000">
              <a:lnSpc>
                <a:spcPct val="115000"/>
              </a:lnSpc>
              <a:spcBef>
                <a:spcPts val="400"/>
              </a:spcBef>
              <a:spcAft>
                <a:spcPts val="0"/>
              </a:spcAft>
              <a:buClr>
                <a:srgbClr val="295FEC"/>
              </a:buClr>
              <a:buSzPts val="1400"/>
              <a:buChar char="•"/>
              <a:defRPr sz="1400">
                <a:solidFill>
                  <a:srgbClr val="295FEC"/>
                </a:solidFill>
              </a:defRPr>
            </a:lvl5pPr>
            <a:lvl6pPr indent="-317500" lvl="5" marL="2743200">
              <a:lnSpc>
                <a:spcPct val="115000"/>
              </a:lnSpc>
              <a:spcBef>
                <a:spcPts val="400"/>
              </a:spcBef>
              <a:spcAft>
                <a:spcPts val="0"/>
              </a:spcAft>
              <a:buClr>
                <a:srgbClr val="295FEC"/>
              </a:buClr>
              <a:buSzPts val="1400"/>
              <a:buChar char="•"/>
              <a:defRPr>
                <a:solidFill>
                  <a:srgbClr val="295FEC"/>
                </a:solidFill>
              </a:defRPr>
            </a:lvl6pPr>
            <a:lvl7pPr indent="-317500" lvl="6" marL="3200400">
              <a:lnSpc>
                <a:spcPct val="115000"/>
              </a:lnSpc>
              <a:spcBef>
                <a:spcPts val="400"/>
              </a:spcBef>
              <a:spcAft>
                <a:spcPts val="0"/>
              </a:spcAft>
              <a:buClr>
                <a:srgbClr val="295FEC"/>
              </a:buClr>
              <a:buSzPts val="1400"/>
              <a:buChar char="•"/>
              <a:defRPr>
                <a:solidFill>
                  <a:srgbClr val="295FEC"/>
                </a:solidFill>
              </a:defRPr>
            </a:lvl7pPr>
            <a:lvl8pPr indent="-317500" lvl="7" marL="3657600">
              <a:lnSpc>
                <a:spcPct val="115000"/>
              </a:lnSpc>
              <a:spcBef>
                <a:spcPts val="400"/>
              </a:spcBef>
              <a:spcAft>
                <a:spcPts val="0"/>
              </a:spcAft>
              <a:buClr>
                <a:srgbClr val="295FEC"/>
              </a:buClr>
              <a:buSzPts val="1400"/>
              <a:buChar char="•"/>
              <a:defRPr>
                <a:solidFill>
                  <a:srgbClr val="295FEC"/>
                </a:solidFill>
              </a:defRPr>
            </a:lvl8pPr>
            <a:lvl9pPr indent="-317500" lvl="8" marL="4114800">
              <a:lnSpc>
                <a:spcPct val="115000"/>
              </a:lnSpc>
              <a:spcBef>
                <a:spcPts val="400"/>
              </a:spcBef>
              <a:spcAft>
                <a:spcPts val="0"/>
              </a:spcAft>
              <a:buClr>
                <a:srgbClr val="295FEC"/>
              </a:buClr>
              <a:buSzPts val="1400"/>
              <a:buChar char="•"/>
              <a:defRPr>
                <a:solidFill>
                  <a:srgbClr val="295FEC"/>
                </a:solidFill>
              </a:defRPr>
            </a:lvl9pPr>
          </a:lstStyle>
          <a:p/>
        </p:txBody>
      </p:sp>
      <p:sp>
        <p:nvSpPr>
          <p:cNvPr id="309" name="Google Shape;309;p39"/>
          <p:cNvSpPr txBox="1"/>
          <p:nvPr>
            <p:ph idx="5" type="subTitle"/>
          </p:nvPr>
        </p:nvSpPr>
        <p:spPr>
          <a:xfrm>
            <a:off x="2415350" y="1914675"/>
            <a:ext cx="1744500" cy="952500"/>
          </a:xfrm>
          <a:prstGeom prst="rect">
            <a:avLst/>
          </a:prstGeom>
        </p:spPr>
        <p:txBody>
          <a:bodyPr anchorCtr="0" anchor="t" bIns="34275" lIns="68575" spcFirstLastPara="1" rIns="68575" wrap="square" tIns="34275">
            <a:noAutofit/>
          </a:bodyPr>
          <a:lstStyle>
            <a:lvl1pPr lvl="0" rtl="0">
              <a:spcBef>
                <a:spcPts val="800"/>
              </a:spcBef>
              <a:spcAft>
                <a:spcPts val="0"/>
              </a:spcAft>
              <a:buSzPts val="1400"/>
              <a:buNone/>
              <a:defRPr sz="1400"/>
            </a:lvl1pPr>
            <a:lvl2pPr lvl="1" rtl="0">
              <a:spcBef>
                <a:spcPts val="400"/>
              </a:spcBef>
              <a:spcAft>
                <a:spcPts val="0"/>
              </a:spcAft>
              <a:buSzPts val="1800"/>
              <a:buNone/>
              <a:defRPr/>
            </a:lvl2pPr>
            <a:lvl3pPr lvl="2" rtl="0">
              <a:spcBef>
                <a:spcPts val="400"/>
              </a:spcBef>
              <a:spcAft>
                <a:spcPts val="0"/>
              </a:spcAft>
              <a:buSzPts val="1400"/>
              <a:buNone/>
              <a:defRPr/>
            </a:lvl3pPr>
            <a:lvl4pPr lvl="3" rtl="0">
              <a:spcBef>
                <a:spcPts val="400"/>
              </a:spcBef>
              <a:spcAft>
                <a:spcPts val="0"/>
              </a:spcAft>
              <a:buSzPts val="1200"/>
              <a:buNone/>
              <a:defRPr/>
            </a:lvl4pPr>
            <a:lvl5pPr lvl="4" rtl="0">
              <a:spcBef>
                <a:spcPts val="400"/>
              </a:spcBef>
              <a:spcAft>
                <a:spcPts val="0"/>
              </a:spcAft>
              <a:buSzPts val="1100"/>
              <a:buNone/>
              <a:defRPr/>
            </a:lvl5pPr>
            <a:lvl6pPr lvl="5" rtl="0">
              <a:spcBef>
                <a:spcPts val="400"/>
              </a:spcBef>
              <a:spcAft>
                <a:spcPts val="0"/>
              </a:spcAft>
              <a:buSzPts val="1400"/>
              <a:buNone/>
              <a:defRPr/>
            </a:lvl6pPr>
            <a:lvl7pPr lvl="6" rtl="0">
              <a:spcBef>
                <a:spcPts val="400"/>
              </a:spcBef>
              <a:spcAft>
                <a:spcPts val="0"/>
              </a:spcAft>
              <a:buSzPts val="1400"/>
              <a:buNone/>
              <a:defRPr/>
            </a:lvl7pPr>
            <a:lvl8pPr lvl="7" rtl="0">
              <a:spcBef>
                <a:spcPts val="400"/>
              </a:spcBef>
              <a:spcAft>
                <a:spcPts val="0"/>
              </a:spcAft>
              <a:buSzPts val="1400"/>
              <a:buNone/>
              <a:defRPr/>
            </a:lvl8pPr>
            <a:lvl9pPr lvl="8" rtl="0">
              <a:spcBef>
                <a:spcPts val="400"/>
              </a:spcBef>
              <a:spcAft>
                <a:spcPts val="0"/>
              </a:spcAft>
              <a:buSzPts val="1400"/>
              <a:buNone/>
              <a:defRPr/>
            </a:lvl9pPr>
          </a:lstStyle>
          <a:p/>
        </p:txBody>
      </p:sp>
      <p:sp>
        <p:nvSpPr>
          <p:cNvPr id="310" name="Google Shape;310;p39"/>
          <p:cNvSpPr txBox="1"/>
          <p:nvPr>
            <p:ph idx="6" type="body"/>
          </p:nvPr>
        </p:nvSpPr>
        <p:spPr>
          <a:xfrm>
            <a:off x="2415350" y="1664775"/>
            <a:ext cx="1744500" cy="326100"/>
          </a:xfrm>
          <a:prstGeom prst="rect">
            <a:avLst/>
          </a:prstGeom>
        </p:spPr>
        <p:txBody>
          <a:bodyPr anchorCtr="0" anchor="t" bIns="34275" lIns="68575" spcFirstLastPara="1" rIns="68575" wrap="square" tIns="34275">
            <a:noAutofit/>
          </a:bodyPr>
          <a:lstStyle>
            <a:lvl1pPr indent="-304800" lvl="0" marL="457200" rtl="0">
              <a:lnSpc>
                <a:spcPct val="115000"/>
              </a:lnSpc>
              <a:spcBef>
                <a:spcPts val="800"/>
              </a:spcBef>
              <a:spcAft>
                <a:spcPts val="0"/>
              </a:spcAft>
              <a:buClr>
                <a:srgbClr val="295FEC"/>
              </a:buClr>
              <a:buSzPts val="1200"/>
              <a:buChar char="•"/>
              <a:defRPr sz="1200">
                <a:solidFill>
                  <a:srgbClr val="295FEC"/>
                </a:solidFill>
              </a:defRPr>
            </a:lvl1pPr>
            <a:lvl2pPr indent="-317500" lvl="1" marL="914400" rtl="0">
              <a:lnSpc>
                <a:spcPct val="115000"/>
              </a:lnSpc>
              <a:spcBef>
                <a:spcPts val="400"/>
              </a:spcBef>
              <a:spcAft>
                <a:spcPts val="0"/>
              </a:spcAft>
              <a:buClr>
                <a:srgbClr val="295FEC"/>
              </a:buClr>
              <a:buSzPts val="1400"/>
              <a:buChar char="•"/>
              <a:defRPr sz="1400">
                <a:solidFill>
                  <a:srgbClr val="295FEC"/>
                </a:solidFill>
              </a:defRPr>
            </a:lvl2pPr>
            <a:lvl3pPr indent="-317500" lvl="2" marL="1371600" rtl="0">
              <a:lnSpc>
                <a:spcPct val="115000"/>
              </a:lnSpc>
              <a:spcBef>
                <a:spcPts val="400"/>
              </a:spcBef>
              <a:spcAft>
                <a:spcPts val="0"/>
              </a:spcAft>
              <a:buClr>
                <a:srgbClr val="295FEC"/>
              </a:buClr>
              <a:buSzPts val="1400"/>
              <a:buChar char="•"/>
              <a:defRPr>
                <a:solidFill>
                  <a:srgbClr val="295FEC"/>
                </a:solidFill>
              </a:defRPr>
            </a:lvl3pPr>
            <a:lvl4pPr indent="-317500" lvl="3" marL="1828800" rtl="0">
              <a:lnSpc>
                <a:spcPct val="115000"/>
              </a:lnSpc>
              <a:spcBef>
                <a:spcPts val="400"/>
              </a:spcBef>
              <a:spcAft>
                <a:spcPts val="0"/>
              </a:spcAft>
              <a:buClr>
                <a:srgbClr val="295FEC"/>
              </a:buClr>
              <a:buSzPts val="1400"/>
              <a:buChar char="•"/>
              <a:defRPr sz="1400">
                <a:solidFill>
                  <a:srgbClr val="295FEC"/>
                </a:solidFill>
              </a:defRPr>
            </a:lvl4pPr>
            <a:lvl5pPr indent="-317500" lvl="4" marL="2286000" rtl="0">
              <a:lnSpc>
                <a:spcPct val="115000"/>
              </a:lnSpc>
              <a:spcBef>
                <a:spcPts val="400"/>
              </a:spcBef>
              <a:spcAft>
                <a:spcPts val="0"/>
              </a:spcAft>
              <a:buClr>
                <a:srgbClr val="295FEC"/>
              </a:buClr>
              <a:buSzPts val="1400"/>
              <a:buChar char="•"/>
              <a:defRPr sz="1400">
                <a:solidFill>
                  <a:srgbClr val="295FEC"/>
                </a:solidFill>
              </a:defRPr>
            </a:lvl5pPr>
            <a:lvl6pPr indent="-317500" lvl="5" marL="2743200" rtl="0">
              <a:lnSpc>
                <a:spcPct val="115000"/>
              </a:lnSpc>
              <a:spcBef>
                <a:spcPts val="400"/>
              </a:spcBef>
              <a:spcAft>
                <a:spcPts val="0"/>
              </a:spcAft>
              <a:buClr>
                <a:srgbClr val="295FEC"/>
              </a:buClr>
              <a:buSzPts val="1400"/>
              <a:buChar char="•"/>
              <a:defRPr>
                <a:solidFill>
                  <a:srgbClr val="295FEC"/>
                </a:solidFill>
              </a:defRPr>
            </a:lvl6pPr>
            <a:lvl7pPr indent="-317500" lvl="6" marL="3200400" rtl="0">
              <a:lnSpc>
                <a:spcPct val="115000"/>
              </a:lnSpc>
              <a:spcBef>
                <a:spcPts val="400"/>
              </a:spcBef>
              <a:spcAft>
                <a:spcPts val="0"/>
              </a:spcAft>
              <a:buClr>
                <a:srgbClr val="295FEC"/>
              </a:buClr>
              <a:buSzPts val="1400"/>
              <a:buChar char="•"/>
              <a:defRPr>
                <a:solidFill>
                  <a:srgbClr val="295FEC"/>
                </a:solidFill>
              </a:defRPr>
            </a:lvl7pPr>
            <a:lvl8pPr indent="-317500" lvl="7" marL="3657600" rtl="0">
              <a:lnSpc>
                <a:spcPct val="115000"/>
              </a:lnSpc>
              <a:spcBef>
                <a:spcPts val="400"/>
              </a:spcBef>
              <a:spcAft>
                <a:spcPts val="0"/>
              </a:spcAft>
              <a:buClr>
                <a:srgbClr val="295FEC"/>
              </a:buClr>
              <a:buSzPts val="1400"/>
              <a:buChar char="•"/>
              <a:defRPr>
                <a:solidFill>
                  <a:srgbClr val="295FEC"/>
                </a:solidFill>
              </a:defRPr>
            </a:lvl8pPr>
            <a:lvl9pPr indent="-317500" lvl="8" marL="4114800" rtl="0">
              <a:lnSpc>
                <a:spcPct val="115000"/>
              </a:lnSpc>
              <a:spcBef>
                <a:spcPts val="400"/>
              </a:spcBef>
              <a:spcAft>
                <a:spcPts val="0"/>
              </a:spcAft>
              <a:buClr>
                <a:srgbClr val="295FEC"/>
              </a:buClr>
              <a:buSzPts val="1400"/>
              <a:buChar char="•"/>
              <a:defRPr>
                <a:solidFill>
                  <a:srgbClr val="295FEC"/>
                </a:solidFill>
              </a:defRPr>
            </a:lvl9pPr>
          </a:lstStyle>
          <a:p/>
        </p:txBody>
      </p:sp>
      <p:sp>
        <p:nvSpPr>
          <p:cNvPr id="311" name="Google Shape;311;p39"/>
          <p:cNvSpPr txBox="1"/>
          <p:nvPr>
            <p:ph idx="7" type="subTitle"/>
          </p:nvPr>
        </p:nvSpPr>
        <p:spPr>
          <a:xfrm>
            <a:off x="4280300" y="3087700"/>
            <a:ext cx="1744500" cy="952500"/>
          </a:xfrm>
          <a:prstGeom prst="rect">
            <a:avLst/>
          </a:prstGeom>
        </p:spPr>
        <p:txBody>
          <a:bodyPr anchorCtr="0" anchor="t" bIns="34275" lIns="68575" spcFirstLastPara="1" rIns="68575" wrap="square" tIns="34275">
            <a:noAutofit/>
          </a:bodyPr>
          <a:lstStyle>
            <a:lvl1pPr lvl="0" rtl="0">
              <a:spcBef>
                <a:spcPts val="800"/>
              </a:spcBef>
              <a:spcAft>
                <a:spcPts val="0"/>
              </a:spcAft>
              <a:buSzPts val="1400"/>
              <a:buNone/>
              <a:defRPr sz="1400"/>
            </a:lvl1pPr>
            <a:lvl2pPr lvl="1" rtl="0">
              <a:spcBef>
                <a:spcPts val="400"/>
              </a:spcBef>
              <a:spcAft>
                <a:spcPts val="0"/>
              </a:spcAft>
              <a:buSzPts val="1800"/>
              <a:buNone/>
              <a:defRPr/>
            </a:lvl2pPr>
            <a:lvl3pPr lvl="2" rtl="0">
              <a:spcBef>
                <a:spcPts val="400"/>
              </a:spcBef>
              <a:spcAft>
                <a:spcPts val="0"/>
              </a:spcAft>
              <a:buSzPts val="1400"/>
              <a:buNone/>
              <a:defRPr/>
            </a:lvl3pPr>
            <a:lvl4pPr lvl="3" rtl="0">
              <a:spcBef>
                <a:spcPts val="400"/>
              </a:spcBef>
              <a:spcAft>
                <a:spcPts val="0"/>
              </a:spcAft>
              <a:buSzPts val="1200"/>
              <a:buNone/>
              <a:defRPr/>
            </a:lvl4pPr>
            <a:lvl5pPr lvl="4" rtl="0">
              <a:spcBef>
                <a:spcPts val="400"/>
              </a:spcBef>
              <a:spcAft>
                <a:spcPts val="0"/>
              </a:spcAft>
              <a:buSzPts val="1100"/>
              <a:buNone/>
              <a:defRPr/>
            </a:lvl5pPr>
            <a:lvl6pPr lvl="5" rtl="0">
              <a:spcBef>
                <a:spcPts val="400"/>
              </a:spcBef>
              <a:spcAft>
                <a:spcPts val="0"/>
              </a:spcAft>
              <a:buSzPts val="1400"/>
              <a:buNone/>
              <a:defRPr/>
            </a:lvl6pPr>
            <a:lvl7pPr lvl="6" rtl="0">
              <a:spcBef>
                <a:spcPts val="400"/>
              </a:spcBef>
              <a:spcAft>
                <a:spcPts val="0"/>
              </a:spcAft>
              <a:buSzPts val="1400"/>
              <a:buNone/>
              <a:defRPr/>
            </a:lvl7pPr>
            <a:lvl8pPr lvl="7" rtl="0">
              <a:spcBef>
                <a:spcPts val="400"/>
              </a:spcBef>
              <a:spcAft>
                <a:spcPts val="0"/>
              </a:spcAft>
              <a:buSzPts val="1400"/>
              <a:buNone/>
              <a:defRPr/>
            </a:lvl8pPr>
            <a:lvl9pPr lvl="8" rtl="0">
              <a:spcBef>
                <a:spcPts val="400"/>
              </a:spcBef>
              <a:spcAft>
                <a:spcPts val="0"/>
              </a:spcAft>
              <a:buSzPts val="1400"/>
              <a:buNone/>
              <a:defRPr/>
            </a:lvl9pPr>
          </a:lstStyle>
          <a:p/>
        </p:txBody>
      </p:sp>
      <p:sp>
        <p:nvSpPr>
          <p:cNvPr id="312" name="Google Shape;312;p39"/>
          <p:cNvSpPr txBox="1"/>
          <p:nvPr>
            <p:ph idx="8" type="body"/>
          </p:nvPr>
        </p:nvSpPr>
        <p:spPr>
          <a:xfrm>
            <a:off x="4280300" y="2837800"/>
            <a:ext cx="1744500" cy="326100"/>
          </a:xfrm>
          <a:prstGeom prst="rect">
            <a:avLst/>
          </a:prstGeom>
        </p:spPr>
        <p:txBody>
          <a:bodyPr anchorCtr="0" anchor="t" bIns="34275" lIns="68575" spcFirstLastPara="1" rIns="68575" wrap="square" tIns="34275">
            <a:noAutofit/>
          </a:bodyPr>
          <a:lstStyle>
            <a:lvl1pPr indent="-304800" lvl="0" marL="457200" rtl="0">
              <a:lnSpc>
                <a:spcPct val="115000"/>
              </a:lnSpc>
              <a:spcBef>
                <a:spcPts val="800"/>
              </a:spcBef>
              <a:spcAft>
                <a:spcPts val="0"/>
              </a:spcAft>
              <a:buClr>
                <a:srgbClr val="295FEC"/>
              </a:buClr>
              <a:buSzPts val="1200"/>
              <a:buChar char="•"/>
              <a:defRPr sz="1200">
                <a:solidFill>
                  <a:srgbClr val="295FEC"/>
                </a:solidFill>
              </a:defRPr>
            </a:lvl1pPr>
            <a:lvl2pPr indent="-317500" lvl="1" marL="914400" rtl="0">
              <a:lnSpc>
                <a:spcPct val="115000"/>
              </a:lnSpc>
              <a:spcBef>
                <a:spcPts val="400"/>
              </a:spcBef>
              <a:spcAft>
                <a:spcPts val="0"/>
              </a:spcAft>
              <a:buClr>
                <a:srgbClr val="295FEC"/>
              </a:buClr>
              <a:buSzPts val="1400"/>
              <a:buChar char="•"/>
              <a:defRPr sz="1400">
                <a:solidFill>
                  <a:srgbClr val="295FEC"/>
                </a:solidFill>
              </a:defRPr>
            </a:lvl2pPr>
            <a:lvl3pPr indent="-317500" lvl="2" marL="1371600" rtl="0">
              <a:lnSpc>
                <a:spcPct val="115000"/>
              </a:lnSpc>
              <a:spcBef>
                <a:spcPts val="400"/>
              </a:spcBef>
              <a:spcAft>
                <a:spcPts val="0"/>
              </a:spcAft>
              <a:buClr>
                <a:srgbClr val="295FEC"/>
              </a:buClr>
              <a:buSzPts val="1400"/>
              <a:buChar char="•"/>
              <a:defRPr>
                <a:solidFill>
                  <a:srgbClr val="295FEC"/>
                </a:solidFill>
              </a:defRPr>
            </a:lvl3pPr>
            <a:lvl4pPr indent="-317500" lvl="3" marL="1828800" rtl="0">
              <a:lnSpc>
                <a:spcPct val="115000"/>
              </a:lnSpc>
              <a:spcBef>
                <a:spcPts val="400"/>
              </a:spcBef>
              <a:spcAft>
                <a:spcPts val="0"/>
              </a:spcAft>
              <a:buClr>
                <a:srgbClr val="295FEC"/>
              </a:buClr>
              <a:buSzPts val="1400"/>
              <a:buChar char="•"/>
              <a:defRPr sz="1400">
                <a:solidFill>
                  <a:srgbClr val="295FEC"/>
                </a:solidFill>
              </a:defRPr>
            </a:lvl4pPr>
            <a:lvl5pPr indent="-317500" lvl="4" marL="2286000" rtl="0">
              <a:lnSpc>
                <a:spcPct val="115000"/>
              </a:lnSpc>
              <a:spcBef>
                <a:spcPts val="400"/>
              </a:spcBef>
              <a:spcAft>
                <a:spcPts val="0"/>
              </a:spcAft>
              <a:buClr>
                <a:srgbClr val="295FEC"/>
              </a:buClr>
              <a:buSzPts val="1400"/>
              <a:buChar char="•"/>
              <a:defRPr sz="1400">
                <a:solidFill>
                  <a:srgbClr val="295FEC"/>
                </a:solidFill>
              </a:defRPr>
            </a:lvl5pPr>
            <a:lvl6pPr indent="-317500" lvl="5" marL="2743200" rtl="0">
              <a:lnSpc>
                <a:spcPct val="115000"/>
              </a:lnSpc>
              <a:spcBef>
                <a:spcPts val="400"/>
              </a:spcBef>
              <a:spcAft>
                <a:spcPts val="0"/>
              </a:spcAft>
              <a:buClr>
                <a:srgbClr val="295FEC"/>
              </a:buClr>
              <a:buSzPts val="1400"/>
              <a:buChar char="•"/>
              <a:defRPr>
                <a:solidFill>
                  <a:srgbClr val="295FEC"/>
                </a:solidFill>
              </a:defRPr>
            </a:lvl6pPr>
            <a:lvl7pPr indent="-317500" lvl="6" marL="3200400" rtl="0">
              <a:lnSpc>
                <a:spcPct val="115000"/>
              </a:lnSpc>
              <a:spcBef>
                <a:spcPts val="400"/>
              </a:spcBef>
              <a:spcAft>
                <a:spcPts val="0"/>
              </a:spcAft>
              <a:buClr>
                <a:srgbClr val="295FEC"/>
              </a:buClr>
              <a:buSzPts val="1400"/>
              <a:buChar char="•"/>
              <a:defRPr>
                <a:solidFill>
                  <a:srgbClr val="295FEC"/>
                </a:solidFill>
              </a:defRPr>
            </a:lvl7pPr>
            <a:lvl8pPr indent="-317500" lvl="7" marL="3657600" rtl="0">
              <a:lnSpc>
                <a:spcPct val="115000"/>
              </a:lnSpc>
              <a:spcBef>
                <a:spcPts val="400"/>
              </a:spcBef>
              <a:spcAft>
                <a:spcPts val="0"/>
              </a:spcAft>
              <a:buClr>
                <a:srgbClr val="295FEC"/>
              </a:buClr>
              <a:buSzPts val="1400"/>
              <a:buChar char="•"/>
              <a:defRPr>
                <a:solidFill>
                  <a:srgbClr val="295FEC"/>
                </a:solidFill>
              </a:defRPr>
            </a:lvl8pPr>
            <a:lvl9pPr indent="-317500" lvl="8" marL="4114800" rtl="0">
              <a:lnSpc>
                <a:spcPct val="115000"/>
              </a:lnSpc>
              <a:spcBef>
                <a:spcPts val="400"/>
              </a:spcBef>
              <a:spcAft>
                <a:spcPts val="0"/>
              </a:spcAft>
              <a:buClr>
                <a:srgbClr val="295FEC"/>
              </a:buClr>
              <a:buSzPts val="1400"/>
              <a:buChar char="•"/>
              <a:defRPr>
                <a:solidFill>
                  <a:srgbClr val="295FEC"/>
                </a:solidFill>
              </a:defRPr>
            </a:lvl9pPr>
          </a:lstStyle>
          <a:p/>
        </p:txBody>
      </p:sp>
      <p:sp>
        <p:nvSpPr>
          <p:cNvPr id="313" name="Google Shape;313;p39"/>
          <p:cNvSpPr txBox="1"/>
          <p:nvPr>
            <p:ph idx="9" type="subTitle"/>
          </p:nvPr>
        </p:nvSpPr>
        <p:spPr>
          <a:xfrm>
            <a:off x="5869250" y="1914675"/>
            <a:ext cx="1744500" cy="952500"/>
          </a:xfrm>
          <a:prstGeom prst="rect">
            <a:avLst/>
          </a:prstGeom>
        </p:spPr>
        <p:txBody>
          <a:bodyPr anchorCtr="0" anchor="t" bIns="34275" lIns="68575" spcFirstLastPara="1" rIns="68575" wrap="square" tIns="34275">
            <a:noAutofit/>
          </a:bodyPr>
          <a:lstStyle>
            <a:lvl1pPr lvl="0" rtl="0">
              <a:spcBef>
                <a:spcPts val="800"/>
              </a:spcBef>
              <a:spcAft>
                <a:spcPts val="0"/>
              </a:spcAft>
              <a:buSzPts val="1400"/>
              <a:buNone/>
              <a:defRPr sz="1400"/>
            </a:lvl1pPr>
            <a:lvl2pPr lvl="1" rtl="0">
              <a:spcBef>
                <a:spcPts val="400"/>
              </a:spcBef>
              <a:spcAft>
                <a:spcPts val="0"/>
              </a:spcAft>
              <a:buSzPts val="1800"/>
              <a:buNone/>
              <a:defRPr/>
            </a:lvl2pPr>
            <a:lvl3pPr lvl="2" rtl="0">
              <a:spcBef>
                <a:spcPts val="400"/>
              </a:spcBef>
              <a:spcAft>
                <a:spcPts val="0"/>
              </a:spcAft>
              <a:buSzPts val="1400"/>
              <a:buNone/>
              <a:defRPr/>
            </a:lvl3pPr>
            <a:lvl4pPr lvl="3" rtl="0">
              <a:spcBef>
                <a:spcPts val="400"/>
              </a:spcBef>
              <a:spcAft>
                <a:spcPts val="0"/>
              </a:spcAft>
              <a:buSzPts val="1200"/>
              <a:buNone/>
              <a:defRPr/>
            </a:lvl4pPr>
            <a:lvl5pPr lvl="4" rtl="0">
              <a:spcBef>
                <a:spcPts val="400"/>
              </a:spcBef>
              <a:spcAft>
                <a:spcPts val="0"/>
              </a:spcAft>
              <a:buSzPts val="1100"/>
              <a:buNone/>
              <a:defRPr/>
            </a:lvl5pPr>
            <a:lvl6pPr lvl="5" rtl="0">
              <a:spcBef>
                <a:spcPts val="400"/>
              </a:spcBef>
              <a:spcAft>
                <a:spcPts val="0"/>
              </a:spcAft>
              <a:buSzPts val="1400"/>
              <a:buNone/>
              <a:defRPr/>
            </a:lvl6pPr>
            <a:lvl7pPr lvl="6" rtl="0">
              <a:spcBef>
                <a:spcPts val="400"/>
              </a:spcBef>
              <a:spcAft>
                <a:spcPts val="0"/>
              </a:spcAft>
              <a:buSzPts val="1400"/>
              <a:buNone/>
              <a:defRPr/>
            </a:lvl7pPr>
            <a:lvl8pPr lvl="7" rtl="0">
              <a:spcBef>
                <a:spcPts val="400"/>
              </a:spcBef>
              <a:spcAft>
                <a:spcPts val="0"/>
              </a:spcAft>
              <a:buSzPts val="1400"/>
              <a:buNone/>
              <a:defRPr/>
            </a:lvl8pPr>
            <a:lvl9pPr lvl="8" rtl="0">
              <a:spcBef>
                <a:spcPts val="400"/>
              </a:spcBef>
              <a:spcAft>
                <a:spcPts val="0"/>
              </a:spcAft>
              <a:buSzPts val="1400"/>
              <a:buNone/>
              <a:defRPr/>
            </a:lvl9pPr>
          </a:lstStyle>
          <a:p/>
        </p:txBody>
      </p:sp>
      <p:sp>
        <p:nvSpPr>
          <p:cNvPr id="314" name="Google Shape;314;p39"/>
          <p:cNvSpPr txBox="1"/>
          <p:nvPr>
            <p:ph idx="13" type="body"/>
          </p:nvPr>
        </p:nvSpPr>
        <p:spPr>
          <a:xfrm>
            <a:off x="5869250" y="1664775"/>
            <a:ext cx="1744500" cy="326100"/>
          </a:xfrm>
          <a:prstGeom prst="rect">
            <a:avLst/>
          </a:prstGeom>
        </p:spPr>
        <p:txBody>
          <a:bodyPr anchorCtr="0" anchor="t" bIns="34275" lIns="68575" spcFirstLastPara="1" rIns="68575" wrap="square" tIns="34275">
            <a:noAutofit/>
          </a:bodyPr>
          <a:lstStyle>
            <a:lvl1pPr indent="-304800" lvl="0" marL="457200" rtl="0">
              <a:lnSpc>
                <a:spcPct val="115000"/>
              </a:lnSpc>
              <a:spcBef>
                <a:spcPts val="800"/>
              </a:spcBef>
              <a:spcAft>
                <a:spcPts val="0"/>
              </a:spcAft>
              <a:buClr>
                <a:srgbClr val="295FEC"/>
              </a:buClr>
              <a:buSzPts val="1200"/>
              <a:buChar char="•"/>
              <a:defRPr sz="1200">
                <a:solidFill>
                  <a:srgbClr val="295FEC"/>
                </a:solidFill>
              </a:defRPr>
            </a:lvl1pPr>
            <a:lvl2pPr indent="-317500" lvl="1" marL="914400" rtl="0">
              <a:lnSpc>
                <a:spcPct val="115000"/>
              </a:lnSpc>
              <a:spcBef>
                <a:spcPts val="400"/>
              </a:spcBef>
              <a:spcAft>
                <a:spcPts val="0"/>
              </a:spcAft>
              <a:buClr>
                <a:srgbClr val="295FEC"/>
              </a:buClr>
              <a:buSzPts val="1400"/>
              <a:buChar char="•"/>
              <a:defRPr sz="1400">
                <a:solidFill>
                  <a:srgbClr val="295FEC"/>
                </a:solidFill>
              </a:defRPr>
            </a:lvl2pPr>
            <a:lvl3pPr indent="-317500" lvl="2" marL="1371600" rtl="0">
              <a:lnSpc>
                <a:spcPct val="115000"/>
              </a:lnSpc>
              <a:spcBef>
                <a:spcPts val="400"/>
              </a:spcBef>
              <a:spcAft>
                <a:spcPts val="0"/>
              </a:spcAft>
              <a:buClr>
                <a:srgbClr val="295FEC"/>
              </a:buClr>
              <a:buSzPts val="1400"/>
              <a:buChar char="•"/>
              <a:defRPr>
                <a:solidFill>
                  <a:srgbClr val="295FEC"/>
                </a:solidFill>
              </a:defRPr>
            </a:lvl3pPr>
            <a:lvl4pPr indent="-317500" lvl="3" marL="1828800" rtl="0">
              <a:lnSpc>
                <a:spcPct val="115000"/>
              </a:lnSpc>
              <a:spcBef>
                <a:spcPts val="400"/>
              </a:spcBef>
              <a:spcAft>
                <a:spcPts val="0"/>
              </a:spcAft>
              <a:buClr>
                <a:srgbClr val="295FEC"/>
              </a:buClr>
              <a:buSzPts val="1400"/>
              <a:buChar char="•"/>
              <a:defRPr sz="1400">
                <a:solidFill>
                  <a:srgbClr val="295FEC"/>
                </a:solidFill>
              </a:defRPr>
            </a:lvl4pPr>
            <a:lvl5pPr indent="-317500" lvl="4" marL="2286000" rtl="0">
              <a:lnSpc>
                <a:spcPct val="115000"/>
              </a:lnSpc>
              <a:spcBef>
                <a:spcPts val="400"/>
              </a:spcBef>
              <a:spcAft>
                <a:spcPts val="0"/>
              </a:spcAft>
              <a:buClr>
                <a:srgbClr val="295FEC"/>
              </a:buClr>
              <a:buSzPts val="1400"/>
              <a:buChar char="•"/>
              <a:defRPr sz="1400">
                <a:solidFill>
                  <a:srgbClr val="295FEC"/>
                </a:solidFill>
              </a:defRPr>
            </a:lvl5pPr>
            <a:lvl6pPr indent="-317500" lvl="5" marL="2743200" rtl="0">
              <a:lnSpc>
                <a:spcPct val="115000"/>
              </a:lnSpc>
              <a:spcBef>
                <a:spcPts val="400"/>
              </a:spcBef>
              <a:spcAft>
                <a:spcPts val="0"/>
              </a:spcAft>
              <a:buClr>
                <a:srgbClr val="295FEC"/>
              </a:buClr>
              <a:buSzPts val="1400"/>
              <a:buChar char="•"/>
              <a:defRPr>
                <a:solidFill>
                  <a:srgbClr val="295FEC"/>
                </a:solidFill>
              </a:defRPr>
            </a:lvl6pPr>
            <a:lvl7pPr indent="-317500" lvl="6" marL="3200400" rtl="0">
              <a:lnSpc>
                <a:spcPct val="115000"/>
              </a:lnSpc>
              <a:spcBef>
                <a:spcPts val="400"/>
              </a:spcBef>
              <a:spcAft>
                <a:spcPts val="0"/>
              </a:spcAft>
              <a:buClr>
                <a:srgbClr val="295FEC"/>
              </a:buClr>
              <a:buSzPts val="1400"/>
              <a:buChar char="•"/>
              <a:defRPr>
                <a:solidFill>
                  <a:srgbClr val="295FEC"/>
                </a:solidFill>
              </a:defRPr>
            </a:lvl7pPr>
            <a:lvl8pPr indent="-317500" lvl="7" marL="3657600" rtl="0">
              <a:lnSpc>
                <a:spcPct val="115000"/>
              </a:lnSpc>
              <a:spcBef>
                <a:spcPts val="400"/>
              </a:spcBef>
              <a:spcAft>
                <a:spcPts val="0"/>
              </a:spcAft>
              <a:buClr>
                <a:srgbClr val="295FEC"/>
              </a:buClr>
              <a:buSzPts val="1400"/>
              <a:buChar char="•"/>
              <a:defRPr>
                <a:solidFill>
                  <a:srgbClr val="295FEC"/>
                </a:solidFill>
              </a:defRPr>
            </a:lvl8pPr>
            <a:lvl9pPr indent="-317500" lvl="8" marL="4114800" rtl="0">
              <a:lnSpc>
                <a:spcPct val="115000"/>
              </a:lnSpc>
              <a:spcBef>
                <a:spcPts val="400"/>
              </a:spcBef>
              <a:spcAft>
                <a:spcPts val="0"/>
              </a:spcAft>
              <a:buClr>
                <a:srgbClr val="295FEC"/>
              </a:buClr>
              <a:buSzPts val="1400"/>
              <a:buChar char="•"/>
              <a:defRPr>
                <a:solidFill>
                  <a:srgbClr val="295FEC"/>
                </a:solidFill>
              </a:defRPr>
            </a:lvl9pPr>
          </a:lstStyle>
          <a:p/>
        </p:txBody>
      </p:sp>
      <p:sp>
        <p:nvSpPr>
          <p:cNvPr id="315" name="Google Shape;315;p39"/>
          <p:cNvSpPr txBox="1"/>
          <p:nvPr>
            <p:ph idx="14" type="subTitle"/>
          </p:nvPr>
        </p:nvSpPr>
        <p:spPr>
          <a:xfrm>
            <a:off x="6972175" y="3087700"/>
            <a:ext cx="1744500" cy="952500"/>
          </a:xfrm>
          <a:prstGeom prst="rect">
            <a:avLst/>
          </a:prstGeom>
        </p:spPr>
        <p:txBody>
          <a:bodyPr anchorCtr="0" anchor="t" bIns="34275" lIns="68575" spcFirstLastPara="1" rIns="68575" wrap="square" tIns="34275">
            <a:noAutofit/>
          </a:bodyPr>
          <a:lstStyle>
            <a:lvl1pPr lvl="0" rtl="0">
              <a:spcBef>
                <a:spcPts val="800"/>
              </a:spcBef>
              <a:spcAft>
                <a:spcPts val="0"/>
              </a:spcAft>
              <a:buSzPts val="1400"/>
              <a:buNone/>
              <a:defRPr sz="1400"/>
            </a:lvl1pPr>
            <a:lvl2pPr lvl="1" rtl="0">
              <a:spcBef>
                <a:spcPts val="400"/>
              </a:spcBef>
              <a:spcAft>
                <a:spcPts val="0"/>
              </a:spcAft>
              <a:buSzPts val="1800"/>
              <a:buNone/>
              <a:defRPr/>
            </a:lvl2pPr>
            <a:lvl3pPr lvl="2" rtl="0">
              <a:spcBef>
                <a:spcPts val="400"/>
              </a:spcBef>
              <a:spcAft>
                <a:spcPts val="0"/>
              </a:spcAft>
              <a:buSzPts val="1400"/>
              <a:buNone/>
              <a:defRPr/>
            </a:lvl3pPr>
            <a:lvl4pPr lvl="3" rtl="0">
              <a:spcBef>
                <a:spcPts val="400"/>
              </a:spcBef>
              <a:spcAft>
                <a:spcPts val="0"/>
              </a:spcAft>
              <a:buSzPts val="1200"/>
              <a:buNone/>
              <a:defRPr/>
            </a:lvl4pPr>
            <a:lvl5pPr lvl="4" rtl="0">
              <a:spcBef>
                <a:spcPts val="400"/>
              </a:spcBef>
              <a:spcAft>
                <a:spcPts val="0"/>
              </a:spcAft>
              <a:buSzPts val="1100"/>
              <a:buNone/>
              <a:defRPr/>
            </a:lvl5pPr>
            <a:lvl6pPr lvl="5" rtl="0">
              <a:spcBef>
                <a:spcPts val="400"/>
              </a:spcBef>
              <a:spcAft>
                <a:spcPts val="0"/>
              </a:spcAft>
              <a:buSzPts val="1400"/>
              <a:buNone/>
              <a:defRPr/>
            </a:lvl6pPr>
            <a:lvl7pPr lvl="6" rtl="0">
              <a:spcBef>
                <a:spcPts val="400"/>
              </a:spcBef>
              <a:spcAft>
                <a:spcPts val="0"/>
              </a:spcAft>
              <a:buSzPts val="1400"/>
              <a:buNone/>
              <a:defRPr/>
            </a:lvl7pPr>
            <a:lvl8pPr lvl="7" rtl="0">
              <a:spcBef>
                <a:spcPts val="400"/>
              </a:spcBef>
              <a:spcAft>
                <a:spcPts val="0"/>
              </a:spcAft>
              <a:buSzPts val="1400"/>
              <a:buNone/>
              <a:defRPr/>
            </a:lvl8pPr>
            <a:lvl9pPr lvl="8" rtl="0">
              <a:spcBef>
                <a:spcPts val="400"/>
              </a:spcBef>
              <a:spcAft>
                <a:spcPts val="0"/>
              </a:spcAft>
              <a:buSzPts val="1400"/>
              <a:buNone/>
              <a:defRPr/>
            </a:lvl9pPr>
          </a:lstStyle>
          <a:p/>
        </p:txBody>
      </p:sp>
      <p:sp>
        <p:nvSpPr>
          <p:cNvPr id="316" name="Google Shape;316;p39"/>
          <p:cNvSpPr txBox="1"/>
          <p:nvPr>
            <p:ph idx="15" type="body"/>
          </p:nvPr>
        </p:nvSpPr>
        <p:spPr>
          <a:xfrm>
            <a:off x="6972175" y="2837800"/>
            <a:ext cx="1744500" cy="326100"/>
          </a:xfrm>
          <a:prstGeom prst="rect">
            <a:avLst/>
          </a:prstGeom>
        </p:spPr>
        <p:txBody>
          <a:bodyPr anchorCtr="0" anchor="t" bIns="34275" lIns="68575" spcFirstLastPara="1" rIns="68575" wrap="square" tIns="34275">
            <a:noAutofit/>
          </a:bodyPr>
          <a:lstStyle>
            <a:lvl1pPr indent="-304800" lvl="0" marL="457200" rtl="0">
              <a:lnSpc>
                <a:spcPct val="115000"/>
              </a:lnSpc>
              <a:spcBef>
                <a:spcPts val="800"/>
              </a:spcBef>
              <a:spcAft>
                <a:spcPts val="0"/>
              </a:spcAft>
              <a:buClr>
                <a:srgbClr val="295FEC"/>
              </a:buClr>
              <a:buSzPts val="1200"/>
              <a:buChar char="•"/>
              <a:defRPr sz="1200">
                <a:solidFill>
                  <a:srgbClr val="295FEC"/>
                </a:solidFill>
              </a:defRPr>
            </a:lvl1pPr>
            <a:lvl2pPr indent="-317500" lvl="1" marL="914400" rtl="0">
              <a:lnSpc>
                <a:spcPct val="115000"/>
              </a:lnSpc>
              <a:spcBef>
                <a:spcPts val="400"/>
              </a:spcBef>
              <a:spcAft>
                <a:spcPts val="0"/>
              </a:spcAft>
              <a:buClr>
                <a:srgbClr val="295FEC"/>
              </a:buClr>
              <a:buSzPts val="1400"/>
              <a:buChar char="•"/>
              <a:defRPr sz="1400">
                <a:solidFill>
                  <a:srgbClr val="295FEC"/>
                </a:solidFill>
              </a:defRPr>
            </a:lvl2pPr>
            <a:lvl3pPr indent="-317500" lvl="2" marL="1371600" rtl="0">
              <a:lnSpc>
                <a:spcPct val="115000"/>
              </a:lnSpc>
              <a:spcBef>
                <a:spcPts val="400"/>
              </a:spcBef>
              <a:spcAft>
                <a:spcPts val="0"/>
              </a:spcAft>
              <a:buClr>
                <a:srgbClr val="295FEC"/>
              </a:buClr>
              <a:buSzPts val="1400"/>
              <a:buChar char="•"/>
              <a:defRPr>
                <a:solidFill>
                  <a:srgbClr val="295FEC"/>
                </a:solidFill>
              </a:defRPr>
            </a:lvl3pPr>
            <a:lvl4pPr indent="-317500" lvl="3" marL="1828800" rtl="0">
              <a:lnSpc>
                <a:spcPct val="115000"/>
              </a:lnSpc>
              <a:spcBef>
                <a:spcPts val="400"/>
              </a:spcBef>
              <a:spcAft>
                <a:spcPts val="0"/>
              </a:spcAft>
              <a:buClr>
                <a:srgbClr val="295FEC"/>
              </a:buClr>
              <a:buSzPts val="1400"/>
              <a:buChar char="•"/>
              <a:defRPr sz="1400">
                <a:solidFill>
                  <a:srgbClr val="295FEC"/>
                </a:solidFill>
              </a:defRPr>
            </a:lvl4pPr>
            <a:lvl5pPr indent="-317500" lvl="4" marL="2286000" rtl="0">
              <a:lnSpc>
                <a:spcPct val="115000"/>
              </a:lnSpc>
              <a:spcBef>
                <a:spcPts val="400"/>
              </a:spcBef>
              <a:spcAft>
                <a:spcPts val="0"/>
              </a:spcAft>
              <a:buClr>
                <a:srgbClr val="295FEC"/>
              </a:buClr>
              <a:buSzPts val="1400"/>
              <a:buChar char="•"/>
              <a:defRPr sz="1400">
                <a:solidFill>
                  <a:srgbClr val="295FEC"/>
                </a:solidFill>
              </a:defRPr>
            </a:lvl5pPr>
            <a:lvl6pPr indent="-317500" lvl="5" marL="2743200" rtl="0">
              <a:lnSpc>
                <a:spcPct val="115000"/>
              </a:lnSpc>
              <a:spcBef>
                <a:spcPts val="400"/>
              </a:spcBef>
              <a:spcAft>
                <a:spcPts val="0"/>
              </a:spcAft>
              <a:buClr>
                <a:srgbClr val="295FEC"/>
              </a:buClr>
              <a:buSzPts val="1400"/>
              <a:buChar char="•"/>
              <a:defRPr>
                <a:solidFill>
                  <a:srgbClr val="295FEC"/>
                </a:solidFill>
              </a:defRPr>
            </a:lvl6pPr>
            <a:lvl7pPr indent="-317500" lvl="6" marL="3200400" rtl="0">
              <a:lnSpc>
                <a:spcPct val="115000"/>
              </a:lnSpc>
              <a:spcBef>
                <a:spcPts val="400"/>
              </a:spcBef>
              <a:spcAft>
                <a:spcPts val="0"/>
              </a:spcAft>
              <a:buClr>
                <a:srgbClr val="295FEC"/>
              </a:buClr>
              <a:buSzPts val="1400"/>
              <a:buChar char="•"/>
              <a:defRPr>
                <a:solidFill>
                  <a:srgbClr val="295FEC"/>
                </a:solidFill>
              </a:defRPr>
            </a:lvl7pPr>
            <a:lvl8pPr indent="-317500" lvl="7" marL="3657600" rtl="0">
              <a:lnSpc>
                <a:spcPct val="115000"/>
              </a:lnSpc>
              <a:spcBef>
                <a:spcPts val="400"/>
              </a:spcBef>
              <a:spcAft>
                <a:spcPts val="0"/>
              </a:spcAft>
              <a:buClr>
                <a:srgbClr val="295FEC"/>
              </a:buClr>
              <a:buSzPts val="1400"/>
              <a:buChar char="•"/>
              <a:defRPr>
                <a:solidFill>
                  <a:srgbClr val="295FEC"/>
                </a:solidFill>
              </a:defRPr>
            </a:lvl8pPr>
            <a:lvl9pPr indent="-317500" lvl="8" marL="4114800" rtl="0">
              <a:lnSpc>
                <a:spcPct val="115000"/>
              </a:lnSpc>
              <a:spcBef>
                <a:spcPts val="400"/>
              </a:spcBef>
              <a:spcAft>
                <a:spcPts val="0"/>
              </a:spcAft>
              <a:buClr>
                <a:srgbClr val="295FEC"/>
              </a:buClr>
              <a:buSzPts val="1400"/>
              <a:buChar char="•"/>
              <a:defRPr>
                <a:solidFill>
                  <a:srgbClr val="295FEC"/>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maire1">
  <p:cSld name="Sommaire1">
    <p:spTree>
      <p:nvGrpSpPr>
        <p:cNvPr id="317" name="Shape 317"/>
        <p:cNvGrpSpPr/>
        <p:nvPr/>
      </p:nvGrpSpPr>
      <p:grpSpPr>
        <a:xfrm>
          <a:off x="0" y="0"/>
          <a:ext cx="0" cy="0"/>
          <a:chOff x="0" y="0"/>
          <a:chExt cx="0" cy="0"/>
        </a:xfrm>
      </p:grpSpPr>
      <p:sp>
        <p:nvSpPr>
          <p:cNvPr id="318" name="Google Shape;318;p40"/>
          <p:cNvSpPr/>
          <p:nvPr/>
        </p:nvSpPr>
        <p:spPr>
          <a:xfrm>
            <a:off x="575072" y="1977271"/>
            <a:ext cx="8568928" cy="1352913"/>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19" name="Google Shape;319;p40"/>
          <p:cNvSpPr/>
          <p:nvPr/>
        </p:nvSpPr>
        <p:spPr>
          <a:xfrm>
            <a:off x="503043" y="632949"/>
            <a:ext cx="8704589" cy="1352913"/>
          </a:xfrm>
          <a:prstGeom prst="rect">
            <a:avLst/>
          </a:prstGeom>
          <a:solidFill>
            <a:srgbClr val="E0E0E0">
              <a:alpha val="2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20" name="Google Shape;320;p40"/>
          <p:cNvSpPr/>
          <p:nvPr/>
        </p:nvSpPr>
        <p:spPr>
          <a:xfrm>
            <a:off x="503043" y="3325053"/>
            <a:ext cx="8704589" cy="1352913"/>
          </a:xfrm>
          <a:prstGeom prst="rect">
            <a:avLst/>
          </a:prstGeom>
          <a:solidFill>
            <a:srgbClr val="E0E0E0">
              <a:alpha val="2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21" name="Google Shape;321;p40"/>
          <p:cNvSpPr txBox="1"/>
          <p:nvPr>
            <p:ph idx="1" type="body"/>
          </p:nvPr>
        </p:nvSpPr>
        <p:spPr>
          <a:xfrm>
            <a:off x="989112" y="770894"/>
            <a:ext cx="4860000" cy="26431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400"/>
              <a:buNone/>
              <a:defRPr b="1"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2" name="Google Shape;322;p40"/>
          <p:cNvSpPr txBox="1"/>
          <p:nvPr>
            <p:ph idx="2" type="body"/>
          </p:nvPr>
        </p:nvSpPr>
        <p:spPr>
          <a:xfrm>
            <a:off x="989112" y="2089270"/>
            <a:ext cx="4860000" cy="26431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400"/>
              <a:buNone/>
              <a:defRPr b="1"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3" name="Google Shape;323;p40"/>
          <p:cNvSpPr txBox="1"/>
          <p:nvPr>
            <p:ph idx="3" type="body"/>
          </p:nvPr>
        </p:nvSpPr>
        <p:spPr>
          <a:xfrm>
            <a:off x="989112" y="3433168"/>
            <a:ext cx="4860000" cy="26431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400"/>
              <a:buNone/>
              <a:defRPr b="1"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4" name="Google Shape;324;p40"/>
          <p:cNvSpPr txBox="1"/>
          <p:nvPr>
            <p:ph idx="4" type="body"/>
          </p:nvPr>
        </p:nvSpPr>
        <p:spPr>
          <a:xfrm>
            <a:off x="989113" y="1038310"/>
            <a:ext cx="4860000" cy="865585"/>
          </a:xfrm>
          <a:prstGeom prst="rect">
            <a:avLst/>
          </a:prstGeom>
          <a:noFill/>
          <a:ln>
            <a:noFill/>
          </a:ln>
        </p:spPr>
        <p:txBody>
          <a:bodyPr anchorCtr="0" anchor="t" bIns="34275" lIns="68575" spcFirstLastPara="1" rIns="68575" wrap="square" tIns="34275">
            <a:noAutofit/>
          </a:bodyPr>
          <a:lstStyle>
            <a:lvl1pPr indent="-298450" lvl="0" marL="457200" algn="l">
              <a:lnSpc>
                <a:spcPct val="90000"/>
              </a:lnSpc>
              <a:spcBef>
                <a:spcPts val="800"/>
              </a:spcBef>
              <a:spcAft>
                <a:spcPts val="0"/>
              </a:spcAft>
              <a:buClr>
                <a:schemeClr val="dk1"/>
              </a:buClr>
              <a:buSzPts val="1100"/>
              <a:buFont typeface="Roboto"/>
              <a:buAutoNum type="arabicPeriod"/>
              <a:defRPr i="0" sz="11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5" name="Google Shape;325;p40"/>
          <p:cNvSpPr txBox="1"/>
          <p:nvPr>
            <p:ph idx="5" type="body"/>
          </p:nvPr>
        </p:nvSpPr>
        <p:spPr>
          <a:xfrm>
            <a:off x="989113" y="2356396"/>
            <a:ext cx="4860000" cy="865585"/>
          </a:xfrm>
          <a:prstGeom prst="rect">
            <a:avLst/>
          </a:prstGeom>
          <a:noFill/>
          <a:ln>
            <a:noFill/>
          </a:ln>
        </p:spPr>
        <p:txBody>
          <a:bodyPr anchorCtr="0" anchor="t" bIns="34275" lIns="68575" spcFirstLastPara="1" rIns="68575" wrap="square" tIns="34275">
            <a:noAutofit/>
          </a:bodyPr>
          <a:lstStyle>
            <a:lvl1pPr indent="-298450" lvl="0" marL="457200" algn="l">
              <a:lnSpc>
                <a:spcPct val="90000"/>
              </a:lnSpc>
              <a:spcBef>
                <a:spcPts val="800"/>
              </a:spcBef>
              <a:spcAft>
                <a:spcPts val="0"/>
              </a:spcAft>
              <a:buClr>
                <a:schemeClr val="dk1"/>
              </a:buClr>
              <a:buSzPts val="1100"/>
              <a:buFont typeface="Roboto"/>
              <a:buAutoNum type="arabicPeriod"/>
              <a:defRPr sz="11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6" name="Google Shape;326;p40"/>
          <p:cNvSpPr txBox="1"/>
          <p:nvPr>
            <p:ph idx="6" type="body"/>
          </p:nvPr>
        </p:nvSpPr>
        <p:spPr>
          <a:xfrm>
            <a:off x="989113" y="3705991"/>
            <a:ext cx="4860000" cy="865585"/>
          </a:xfrm>
          <a:prstGeom prst="rect">
            <a:avLst/>
          </a:prstGeom>
          <a:noFill/>
          <a:ln>
            <a:noFill/>
          </a:ln>
        </p:spPr>
        <p:txBody>
          <a:bodyPr anchorCtr="0" anchor="t" bIns="34275" lIns="68575" spcFirstLastPara="1" rIns="68575" wrap="square" tIns="34275">
            <a:noAutofit/>
          </a:bodyPr>
          <a:lstStyle>
            <a:lvl1pPr indent="-298450" lvl="0" marL="457200" algn="l">
              <a:lnSpc>
                <a:spcPct val="90000"/>
              </a:lnSpc>
              <a:spcBef>
                <a:spcPts val="800"/>
              </a:spcBef>
              <a:spcAft>
                <a:spcPts val="0"/>
              </a:spcAft>
              <a:buClr>
                <a:schemeClr val="dk1"/>
              </a:buClr>
              <a:buSzPts val="1100"/>
              <a:buFont typeface="Roboto"/>
              <a:buAutoNum type="arabicPeriod"/>
              <a:defRPr sz="11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7" name="Google Shape;327;p40"/>
          <p:cNvSpPr/>
          <p:nvPr>
            <p:ph idx="7" type="pic"/>
          </p:nvPr>
        </p:nvSpPr>
        <p:spPr>
          <a:xfrm>
            <a:off x="6096000" y="-1"/>
            <a:ext cx="3048000" cy="5143499"/>
          </a:xfrm>
          <a:prstGeom prst="rect">
            <a:avLst/>
          </a:prstGeom>
          <a:noFill/>
          <a:ln>
            <a:noFill/>
          </a:ln>
        </p:spPr>
      </p:sp>
      <p:sp>
        <p:nvSpPr>
          <p:cNvPr id="328" name="Google Shape;328;p40"/>
          <p:cNvSpPr txBox="1"/>
          <p:nvPr>
            <p:ph idx="8" type="body"/>
          </p:nvPr>
        </p:nvSpPr>
        <p:spPr>
          <a:xfrm>
            <a:off x="503043"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329" name="Google Shape;329;p40" title="losange rouge fvae@2x.png"/>
          <p:cNvPicPr preferRelativeResize="0"/>
          <p:nvPr/>
        </p:nvPicPr>
        <p:blipFill>
          <a:blip r:embed="rId2">
            <a:alphaModFix/>
          </a:blip>
          <a:stretch>
            <a:fillRect/>
          </a:stretch>
        </p:blipFill>
        <p:spPr>
          <a:xfrm>
            <a:off x="619900" y="714989"/>
            <a:ext cx="334352" cy="376137"/>
          </a:xfrm>
          <a:prstGeom prst="rect">
            <a:avLst/>
          </a:prstGeom>
          <a:noFill/>
          <a:ln>
            <a:noFill/>
          </a:ln>
        </p:spPr>
      </p:pic>
      <p:sp>
        <p:nvSpPr>
          <p:cNvPr id="330" name="Google Shape;330;p40"/>
          <p:cNvSpPr/>
          <p:nvPr/>
        </p:nvSpPr>
        <p:spPr>
          <a:xfrm>
            <a:off x="654782" y="760675"/>
            <a:ext cx="264600" cy="264600"/>
          </a:xfrm>
          <a:prstGeom prst="ellipse">
            <a:avLst/>
          </a:prstGeom>
          <a:solidFill>
            <a:srgbClr val="1041B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fr" sz="900">
                <a:solidFill>
                  <a:schemeClr val="lt1"/>
                </a:solidFill>
                <a:latin typeface="Roboto Medium"/>
                <a:ea typeface="Roboto Medium"/>
                <a:cs typeface="Roboto Medium"/>
                <a:sym typeface="Roboto Medium"/>
              </a:rPr>
              <a:t>1</a:t>
            </a:r>
            <a:endParaRPr sz="1100"/>
          </a:p>
        </p:txBody>
      </p:sp>
      <p:pic>
        <p:nvPicPr>
          <p:cNvPr id="331" name="Google Shape;331;p40" title="losange rouge fvae@2x.png"/>
          <p:cNvPicPr preferRelativeResize="0"/>
          <p:nvPr/>
        </p:nvPicPr>
        <p:blipFill>
          <a:blip r:embed="rId2">
            <a:alphaModFix/>
          </a:blip>
          <a:stretch>
            <a:fillRect/>
          </a:stretch>
        </p:blipFill>
        <p:spPr>
          <a:xfrm>
            <a:off x="619900" y="2020014"/>
            <a:ext cx="334352" cy="376137"/>
          </a:xfrm>
          <a:prstGeom prst="rect">
            <a:avLst/>
          </a:prstGeom>
          <a:noFill/>
          <a:ln>
            <a:noFill/>
          </a:ln>
        </p:spPr>
      </p:pic>
      <p:sp>
        <p:nvSpPr>
          <p:cNvPr id="332" name="Google Shape;332;p40"/>
          <p:cNvSpPr/>
          <p:nvPr/>
        </p:nvSpPr>
        <p:spPr>
          <a:xfrm>
            <a:off x="654782" y="2065700"/>
            <a:ext cx="264600" cy="264600"/>
          </a:xfrm>
          <a:prstGeom prst="ellipse">
            <a:avLst/>
          </a:prstGeom>
          <a:solidFill>
            <a:srgbClr val="1041B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fr" sz="900">
                <a:solidFill>
                  <a:schemeClr val="lt1"/>
                </a:solidFill>
                <a:latin typeface="Roboto Medium"/>
                <a:ea typeface="Roboto Medium"/>
                <a:cs typeface="Roboto Medium"/>
                <a:sym typeface="Roboto Medium"/>
              </a:rPr>
              <a:t>2</a:t>
            </a:r>
            <a:endParaRPr sz="1100"/>
          </a:p>
        </p:txBody>
      </p:sp>
      <p:pic>
        <p:nvPicPr>
          <p:cNvPr id="333" name="Google Shape;333;p40" title="losange rouge fvae@2x.png"/>
          <p:cNvPicPr preferRelativeResize="0"/>
          <p:nvPr/>
        </p:nvPicPr>
        <p:blipFill>
          <a:blip r:embed="rId2">
            <a:alphaModFix/>
          </a:blip>
          <a:stretch>
            <a:fillRect/>
          </a:stretch>
        </p:blipFill>
        <p:spPr>
          <a:xfrm>
            <a:off x="619900" y="3370714"/>
            <a:ext cx="334352" cy="376137"/>
          </a:xfrm>
          <a:prstGeom prst="rect">
            <a:avLst/>
          </a:prstGeom>
          <a:noFill/>
          <a:ln>
            <a:noFill/>
          </a:ln>
        </p:spPr>
      </p:pic>
      <p:sp>
        <p:nvSpPr>
          <p:cNvPr id="334" name="Google Shape;334;p40"/>
          <p:cNvSpPr/>
          <p:nvPr/>
        </p:nvSpPr>
        <p:spPr>
          <a:xfrm>
            <a:off x="654782" y="3416400"/>
            <a:ext cx="264600" cy="264600"/>
          </a:xfrm>
          <a:prstGeom prst="ellipse">
            <a:avLst/>
          </a:prstGeom>
          <a:solidFill>
            <a:srgbClr val="1041B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fr" sz="900">
                <a:solidFill>
                  <a:schemeClr val="lt1"/>
                </a:solidFill>
                <a:latin typeface="Roboto Medium"/>
                <a:ea typeface="Roboto Medium"/>
                <a:cs typeface="Roboto Medium"/>
                <a:sym typeface="Roboto Medium"/>
              </a:rPr>
              <a:t>3</a:t>
            </a:r>
            <a:endParaRPr sz="110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 3 column">
  <p:cSld name="Sommaire3">
    <p:spTree>
      <p:nvGrpSpPr>
        <p:cNvPr id="335" name="Shape 335"/>
        <p:cNvGrpSpPr/>
        <p:nvPr/>
      </p:nvGrpSpPr>
      <p:grpSpPr>
        <a:xfrm>
          <a:off x="0" y="0"/>
          <a:ext cx="0" cy="0"/>
          <a:chOff x="0" y="0"/>
          <a:chExt cx="0" cy="0"/>
        </a:xfrm>
      </p:grpSpPr>
      <p:pic>
        <p:nvPicPr>
          <p:cNvPr id="336" name="Google Shape;336;p41" title="losange bleu roi fvae@2x.png"/>
          <p:cNvPicPr preferRelativeResize="0"/>
          <p:nvPr/>
        </p:nvPicPr>
        <p:blipFill>
          <a:blip r:embed="rId2">
            <a:alphaModFix/>
          </a:blip>
          <a:stretch>
            <a:fillRect/>
          </a:stretch>
        </p:blipFill>
        <p:spPr>
          <a:xfrm>
            <a:off x="3322600" y="1418525"/>
            <a:ext cx="334348" cy="374202"/>
          </a:xfrm>
          <a:prstGeom prst="rect">
            <a:avLst/>
          </a:prstGeom>
          <a:noFill/>
          <a:ln>
            <a:noFill/>
          </a:ln>
        </p:spPr>
      </p:pic>
      <p:pic>
        <p:nvPicPr>
          <p:cNvPr id="337" name="Google Shape;337;p41" title="losange bleu roi fvae@2x.png"/>
          <p:cNvPicPr preferRelativeResize="0"/>
          <p:nvPr/>
        </p:nvPicPr>
        <p:blipFill>
          <a:blip r:embed="rId2">
            <a:alphaModFix/>
          </a:blip>
          <a:stretch>
            <a:fillRect/>
          </a:stretch>
        </p:blipFill>
        <p:spPr>
          <a:xfrm>
            <a:off x="6070125" y="1418525"/>
            <a:ext cx="334348" cy="374202"/>
          </a:xfrm>
          <a:prstGeom prst="rect">
            <a:avLst/>
          </a:prstGeom>
          <a:noFill/>
          <a:ln>
            <a:noFill/>
          </a:ln>
        </p:spPr>
      </p:pic>
      <p:pic>
        <p:nvPicPr>
          <p:cNvPr id="338" name="Google Shape;338;p41" title="losange bleu roi fvae@2x.png"/>
          <p:cNvPicPr preferRelativeResize="0"/>
          <p:nvPr/>
        </p:nvPicPr>
        <p:blipFill>
          <a:blip r:embed="rId2">
            <a:alphaModFix/>
          </a:blip>
          <a:stretch>
            <a:fillRect/>
          </a:stretch>
        </p:blipFill>
        <p:spPr>
          <a:xfrm>
            <a:off x="575075" y="1418525"/>
            <a:ext cx="334348" cy="374202"/>
          </a:xfrm>
          <a:prstGeom prst="rect">
            <a:avLst/>
          </a:prstGeom>
          <a:noFill/>
          <a:ln>
            <a:noFill/>
          </a:ln>
        </p:spPr>
      </p:pic>
      <p:sp>
        <p:nvSpPr>
          <p:cNvPr id="339" name="Google Shape;339;p41"/>
          <p:cNvSpPr txBox="1"/>
          <p:nvPr>
            <p:ph idx="1" type="body"/>
          </p:nvPr>
        </p:nvSpPr>
        <p:spPr>
          <a:xfrm>
            <a:off x="502541" y="569700"/>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800"/>
              </a:spcBef>
              <a:spcAft>
                <a:spcPts val="0"/>
              </a:spcAft>
              <a:buClr>
                <a:schemeClr val="dk1"/>
              </a:buClr>
              <a:buSzPts val="2300"/>
              <a:buFont typeface="Roboto"/>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b="1">
                <a:latin typeface="Roboto"/>
                <a:ea typeface="Roboto"/>
                <a:cs typeface="Roboto"/>
                <a:sym typeface="Roboto"/>
              </a:defRPr>
            </a:lvl2pPr>
            <a:lvl3pPr indent="-317500" lvl="2" marL="1371600" algn="l">
              <a:lnSpc>
                <a:spcPct val="120000"/>
              </a:lnSpc>
              <a:spcBef>
                <a:spcPts val="400"/>
              </a:spcBef>
              <a:spcAft>
                <a:spcPts val="0"/>
              </a:spcAft>
              <a:buClr>
                <a:schemeClr val="dk1"/>
              </a:buClr>
              <a:buSzPts val="1400"/>
              <a:buFont typeface="Roboto"/>
              <a:buChar char="•"/>
              <a:defRPr b="1"/>
            </a:lvl3pPr>
            <a:lvl4pPr indent="-317500" lvl="3" marL="1828800" algn="l">
              <a:lnSpc>
                <a:spcPct val="90000"/>
              </a:lnSpc>
              <a:spcBef>
                <a:spcPts val="400"/>
              </a:spcBef>
              <a:spcAft>
                <a:spcPts val="0"/>
              </a:spcAft>
              <a:buClr>
                <a:schemeClr val="dk1"/>
              </a:buClr>
              <a:buSzPts val="1400"/>
              <a:buFont typeface="Roboto"/>
              <a:buChar char="•"/>
              <a:defRPr b="1"/>
            </a:lvl4pPr>
            <a:lvl5pPr indent="-317500" lvl="4" marL="2286000" algn="l">
              <a:lnSpc>
                <a:spcPct val="90000"/>
              </a:lnSpc>
              <a:spcBef>
                <a:spcPts val="400"/>
              </a:spcBef>
              <a:spcAft>
                <a:spcPts val="0"/>
              </a:spcAft>
              <a:buClr>
                <a:schemeClr val="dk1"/>
              </a:buClr>
              <a:buSzPts val="1400"/>
              <a:buFont typeface="Roboto"/>
              <a:buChar char="•"/>
              <a:defRPr b="1"/>
            </a:lvl5pPr>
            <a:lvl6pPr indent="-317500" lvl="5" marL="2743200" algn="l">
              <a:lnSpc>
                <a:spcPct val="90000"/>
              </a:lnSpc>
              <a:spcBef>
                <a:spcPts val="400"/>
              </a:spcBef>
              <a:spcAft>
                <a:spcPts val="0"/>
              </a:spcAft>
              <a:buClr>
                <a:schemeClr val="dk1"/>
              </a:buClr>
              <a:buSzPts val="1400"/>
              <a:buFont typeface="Roboto"/>
              <a:buChar char="•"/>
              <a:defRPr b="1">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b="1">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b="1">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b="1">
                <a:latin typeface="Roboto"/>
                <a:ea typeface="Roboto"/>
                <a:cs typeface="Roboto"/>
                <a:sym typeface="Roboto"/>
              </a:defRPr>
            </a:lvl9pPr>
          </a:lstStyle>
          <a:p/>
        </p:txBody>
      </p:sp>
      <p:sp>
        <p:nvSpPr>
          <p:cNvPr id="340" name="Google Shape;340;p41"/>
          <p:cNvSpPr txBox="1"/>
          <p:nvPr>
            <p:ph idx="2" type="body"/>
          </p:nvPr>
        </p:nvSpPr>
        <p:spPr>
          <a:xfrm>
            <a:off x="980100" y="1476000"/>
            <a:ext cx="2160000" cy="2643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Font typeface="Roboto"/>
              <a:buNone/>
              <a:defRPr b="1" i="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800"/>
              <a:buFont typeface="Roboto"/>
              <a:buNone/>
              <a:defRPr sz="1800"/>
            </a:lvl3pPr>
            <a:lvl4pPr indent="-228600" lvl="3" marL="1828800" algn="l">
              <a:lnSpc>
                <a:spcPct val="90000"/>
              </a:lnSpc>
              <a:spcBef>
                <a:spcPts val="400"/>
              </a:spcBef>
              <a:spcAft>
                <a:spcPts val="0"/>
              </a:spcAft>
              <a:buClr>
                <a:schemeClr val="dk1"/>
              </a:buClr>
              <a:buSzPts val="1800"/>
              <a:buFont typeface="Roboto"/>
              <a:buNone/>
              <a:defRPr sz="1800"/>
            </a:lvl4pPr>
            <a:lvl5pPr indent="-228600" lvl="4" marL="2286000" algn="l">
              <a:lnSpc>
                <a:spcPct val="90000"/>
              </a:lnSpc>
              <a:spcBef>
                <a:spcPts val="400"/>
              </a:spcBef>
              <a:spcAft>
                <a:spcPts val="0"/>
              </a:spcAft>
              <a:buClr>
                <a:schemeClr val="dk1"/>
              </a:buClr>
              <a:buSzPts val="1800"/>
              <a:buFont typeface="Roboto"/>
              <a:buNone/>
              <a:defRPr sz="1800"/>
            </a:lvl5pPr>
            <a:lvl6pPr indent="-342900" lvl="5" marL="27432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6pPr>
            <a:lvl7pPr indent="-342900" lvl="6" marL="32004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7pPr>
            <a:lvl8pPr indent="-342900" lvl="7" marL="36576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8pPr>
            <a:lvl9pPr indent="-342900" lvl="8" marL="41148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9pPr>
          </a:lstStyle>
          <a:p/>
        </p:txBody>
      </p:sp>
      <p:sp>
        <p:nvSpPr>
          <p:cNvPr id="341" name="Google Shape;341;p41"/>
          <p:cNvSpPr txBox="1"/>
          <p:nvPr>
            <p:ph idx="3" type="body"/>
          </p:nvPr>
        </p:nvSpPr>
        <p:spPr>
          <a:xfrm>
            <a:off x="980100" y="1860070"/>
            <a:ext cx="2160000" cy="833400"/>
          </a:xfrm>
          <a:prstGeom prst="rect">
            <a:avLst/>
          </a:prstGeom>
          <a:noFill/>
          <a:ln>
            <a:noFill/>
          </a:ln>
        </p:spPr>
        <p:txBody>
          <a:bodyPr anchorCtr="0" anchor="t" bIns="34275" lIns="68575" spcFirstLastPara="1" rIns="68575" wrap="square" tIns="34275">
            <a:noAutofit/>
          </a:bodyPr>
          <a:lstStyle>
            <a:lvl1pPr indent="-317500" lvl="0" marL="457200" algn="l">
              <a:lnSpc>
                <a:spcPct val="120000"/>
              </a:lnSpc>
              <a:spcBef>
                <a:spcPts val="800"/>
              </a:spcBef>
              <a:spcAft>
                <a:spcPts val="0"/>
              </a:spcAft>
              <a:buClr>
                <a:schemeClr val="dk1"/>
              </a:buClr>
              <a:buSzPts val="1400"/>
              <a:buFont typeface="Roboto"/>
              <a:buAutoNum type="arabicPeriod"/>
              <a:defRPr i="0" sz="14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sz="1400"/>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sz="1400"/>
            </a:lvl4pPr>
            <a:lvl5pPr indent="-317500" lvl="4" marL="2286000" algn="l">
              <a:lnSpc>
                <a:spcPct val="90000"/>
              </a:lnSpc>
              <a:spcBef>
                <a:spcPts val="400"/>
              </a:spcBef>
              <a:spcAft>
                <a:spcPts val="0"/>
              </a:spcAft>
              <a:buClr>
                <a:schemeClr val="dk1"/>
              </a:buClr>
              <a:buSzPts val="1400"/>
              <a:buFont typeface="Roboto"/>
              <a:buChar char="•"/>
              <a:defRPr sz="1400"/>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342" name="Google Shape;342;p41"/>
          <p:cNvSpPr txBox="1"/>
          <p:nvPr>
            <p:ph idx="4" type="body"/>
          </p:nvPr>
        </p:nvSpPr>
        <p:spPr>
          <a:xfrm>
            <a:off x="3732614" y="1476000"/>
            <a:ext cx="2160000" cy="2643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Font typeface="Roboto"/>
              <a:buNone/>
              <a:defRPr b="1" i="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800"/>
              <a:buFont typeface="Roboto"/>
              <a:buNone/>
              <a:defRPr sz="1800"/>
            </a:lvl3pPr>
            <a:lvl4pPr indent="-228600" lvl="3" marL="1828800" algn="l">
              <a:lnSpc>
                <a:spcPct val="90000"/>
              </a:lnSpc>
              <a:spcBef>
                <a:spcPts val="400"/>
              </a:spcBef>
              <a:spcAft>
                <a:spcPts val="0"/>
              </a:spcAft>
              <a:buClr>
                <a:schemeClr val="dk1"/>
              </a:buClr>
              <a:buSzPts val="1800"/>
              <a:buFont typeface="Roboto"/>
              <a:buNone/>
              <a:defRPr sz="1800"/>
            </a:lvl4pPr>
            <a:lvl5pPr indent="-228600" lvl="4" marL="2286000" algn="l">
              <a:lnSpc>
                <a:spcPct val="90000"/>
              </a:lnSpc>
              <a:spcBef>
                <a:spcPts val="400"/>
              </a:spcBef>
              <a:spcAft>
                <a:spcPts val="0"/>
              </a:spcAft>
              <a:buClr>
                <a:schemeClr val="dk1"/>
              </a:buClr>
              <a:buSzPts val="1800"/>
              <a:buFont typeface="Roboto"/>
              <a:buNone/>
              <a:defRPr sz="1800"/>
            </a:lvl5pPr>
            <a:lvl6pPr indent="-342900" lvl="5" marL="27432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6pPr>
            <a:lvl7pPr indent="-342900" lvl="6" marL="32004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7pPr>
            <a:lvl8pPr indent="-342900" lvl="7" marL="36576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8pPr>
            <a:lvl9pPr indent="-342900" lvl="8" marL="41148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9pPr>
          </a:lstStyle>
          <a:p/>
        </p:txBody>
      </p:sp>
      <p:sp>
        <p:nvSpPr>
          <p:cNvPr id="343" name="Google Shape;343;p41"/>
          <p:cNvSpPr txBox="1"/>
          <p:nvPr>
            <p:ph idx="5" type="body"/>
          </p:nvPr>
        </p:nvSpPr>
        <p:spPr>
          <a:xfrm>
            <a:off x="3732614" y="1860070"/>
            <a:ext cx="2160000" cy="833400"/>
          </a:xfrm>
          <a:prstGeom prst="rect">
            <a:avLst/>
          </a:prstGeom>
          <a:noFill/>
          <a:ln>
            <a:noFill/>
          </a:ln>
        </p:spPr>
        <p:txBody>
          <a:bodyPr anchorCtr="0" anchor="t" bIns="34275" lIns="68575" spcFirstLastPara="1" rIns="68575" wrap="square" tIns="34275">
            <a:noAutofit/>
          </a:bodyPr>
          <a:lstStyle>
            <a:lvl1pPr indent="-317500" lvl="0" marL="457200" algn="l">
              <a:lnSpc>
                <a:spcPct val="120000"/>
              </a:lnSpc>
              <a:spcBef>
                <a:spcPts val="800"/>
              </a:spcBef>
              <a:spcAft>
                <a:spcPts val="0"/>
              </a:spcAft>
              <a:buClr>
                <a:schemeClr val="dk1"/>
              </a:buClr>
              <a:buSzPts val="1400"/>
              <a:buFont typeface="Roboto"/>
              <a:buAutoNum type="arabicPeriod"/>
              <a:defRPr i="0" sz="14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sz="1400"/>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sz="1400"/>
            </a:lvl4pPr>
            <a:lvl5pPr indent="-317500" lvl="4" marL="2286000" algn="l">
              <a:lnSpc>
                <a:spcPct val="90000"/>
              </a:lnSpc>
              <a:spcBef>
                <a:spcPts val="400"/>
              </a:spcBef>
              <a:spcAft>
                <a:spcPts val="0"/>
              </a:spcAft>
              <a:buClr>
                <a:schemeClr val="dk1"/>
              </a:buClr>
              <a:buSzPts val="1400"/>
              <a:buFont typeface="Roboto"/>
              <a:buChar char="•"/>
              <a:defRPr sz="1400"/>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344" name="Google Shape;344;p41"/>
          <p:cNvSpPr txBox="1"/>
          <p:nvPr>
            <p:ph idx="6" type="body"/>
          </p:nvPr>
        </p:nvSpPr>
        <p:spPr>
          <a:xfrm>
            <a:off x="6485129" y="1476000"/>
            <a:ext cx="2160000" cy="2643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Font typeface="Roboto"/>
              <a:buNone/>
              <a:defRPr b="1" i="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800"/>
              <a:buFont typeface="Roboto"/>
              <a:buNone/>
              <a:defRPr sz="1800"/>
            </a:lvl3pPr>
            <a:lvl4pPr indent="-228600" lvl="3" marL="1828800" algn="l">
              <a:lnSpc>
                <a:spcPct val="90000"/>
              </a:lnSpc>
              <a:spcBef>
                <a:spcPts val="400"/>
              </a:spcBef>
              <a:spcAft>
                <a:spcPts val="0"/>
              </a:spcAft>
              <a:buClr>
                <a:schemeClr val="dk1"/>
              </a:buClr>
              <a:buSzPts val="1800"/>
              <a:buFont typeface="Roboto"/>
              <a:buNone/>
              <a:defRPr sz="1800"/>
            </a:lvl4pPr>
            <a:lvl5pPr indent="-228600" lvl="4" marL="2286000" algn="l">
              <a:lnSpc>
                <a:spcPct val="90000"/>
              </a:lnSpc>
              <a:spcBef>
                <a:spcPts val="400"/>
              </a:spcBef>
              <a:spcAft>
                <a:spcPts val="0"/>
              </a:spcAft>
              <a:buClr>
                <a:schemeClr val="dk1"/>
              </a:buClr>
              <a:buSzPts val="1800"/>
              <a:buFont typeface="Roboto"/>
              <a:buNone/>
              <a:defRPr sz="1800"/>
            </a:lvl5pPr>
            <a:lvl6pPr indent="-342900" lvl="5" marL="27432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6pPr>
            <a:lvl7pPr indent="-342900" lvl="6" marL="32004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7pPr>
            <a:lvl8pPr indent="-342900" lvl="7" marL="36576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8pPr>
            <a:lvl9pPr indent="-342900" lvl="8" marL="4114800" algn="l">
              <a:lnSpc>
                <a:spcPct val="90000"/>
              </a:lnSpc>
              <a:spcBef>
                <a:spcPts val="400"/>
              </a:spcBef>
              <a:spcAft>
                <a:spcPts val="0"/>
              </a:spcAft>
              <a:buClr>
                <a:schemeClr val="dk1"/>
              </a:buClr>
              <a:buSzPts val="1800"/>
              <a:buFont typeface="Roboto"/>
              <a:buChar char="•"/>
              <a:defRPr sz="1800">
                <a:latin typeface="Roboto"/>
                <a:ea typeface="Roboto"/>
                <a:cs typeface="Roboto"/>
                <a:sym typeface="Roboto"/>
              </a:defRPr>
            </a:lvl9pPr>
          </a:lstStyle>
          <a:p/>
        </p:txBody>
      </p:sp>
      <p:sp>
        <p:nvSpPr>
          <p:cNvPr id="345" name="Google Shape;345;p41"/>
          <p:cNvSpPr txBox="1"/>
          <p:nvPr>
            <p:ph idx="7" type="body"/>
          </p:nvPr>
        </p:nvSpPr>
        <p:spPr>
          <a:xfrm>
            <a:off x="6485129" y="1860070"/>
            <a:ext cx="2160000" cy="833400"/>
          </a:xfrm>
          <a:prstGeom prst="rect">
            <a:avLst/>
          </a:prstGeom>
          <a:noFill/>
          <a:ln>
            <a:noFill/>
          </a:ln>
        </p:spPr>
        <p:txBody>
          <a:bodyPr anchorCtr="0" anchor="t" bIns="34275" lIns="68575" spcFirstLastPara="1" rIns="68575" wrap="square" tIns="34275">
            <a:noAutofit/>
          </a:bodyPr>
          <a:lstStyle>
            <a:lvl1pPr indent="-317500" lvl="0" marL="457200" algn="l">
              <a:lnSpc>
                <a:spcPct val="120000"/>
              </a:lnSpc>
              <a:spcBef>
                <a:spcPts val="800"/>
              </a:spcBef>
              <a:spcAft>
                <a:spcPts val="0"/>
              </a:spcAft>
              <a:buClr>
                <a:schemeClr val="dk1"/>
              </a:buClr>
              <a:buSzPts val="1400"/>
              <a:buFont typeface="Roboto"/>
              <a:buAutoNum type="arabicPeriod"/>
              <a:defRPr i="0" sz="14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Font typeface="Roboto"/>
              <a:buChar char="•"/>
              <a:defRPr sz="1400"/>
            </a:lvl2pPr>
            <a:lvl3pPr indent="-317500" lvl="2" marL="1371600" algn="l">
              <a:lnSpc>
                <a:spcPct val="120000"/>
              </a:lnSpc>
              <a:spcBef>
                <a:spcPts val="400"/>
              </a:spcBef>
              <a:spcAft>
                <a:spcPts val="0"/>
              </a:spcAft>
              <a:buClr>
                <a:schemeClr val="dk1"/>
              </a:buClr>
              <a:buSzPts val="1400"/>
              <a:buFont typeface="Roboto"/>
              <a:buChar char="•"/>
              <a:defRPr/>
            </a:lvl3pPr>
            <a:lvl4pPr indent="-317500" lvl="3" marL="1828800" algn="l">
              <a:lnSpc>
                <a:spcPct val="90000"/>
              </a:lnSpc>
              <a:spcBef>
                <a:spcPts val="400"/>
              </a:spcBef>
              <a:spcAft>
                <a:spcPts val="0"/>
              </a:spcAft>
              <a:buClr>
                <a:schemeClr val="dk1"/>
              </a:buClr>
              <a:buSzPts val="1400"/>
              <a:buFont typeface="Roboto"/>
              <a:buChar char="•"/>
              <a:defRPr sz="1400"/>
            </a:lvl4pPr>
            <a:lvl5pPr indent="-317500" lvl="4" marL="2286000" algn="l">
              <a:lnSpc>
                <a:spcPct val="90000"/>
              </a:lnSpc>
              <a:spcBef>
                <a:spcPts val="400"/>
              </a:spcBef>
              <a:spcAft>
                <a:spcPts val="0"/>
              </a:spcAft>
              <a:buClr>
                <a:schemeClr val="dk1"/>
              </a:buClr>
              <a:buSzPts val="1400"/>
              <a:buFont typeface="Roboto"/>
              <a:buChar char="•"/>
              <a:defRPr sz="1400"/>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346" name="Google Shape;346;p41"/>
          <p:cNvSpPr txBox="1"/>
          <p:nvPr>
            <p:ph idx="8"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atin typeface="Roboto"/>
                <a:ea typeface="Roboto"/>
                <a:cs typeface="Roboto"/>
                <a:sym typeface="Roboto"/>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347" name="Google Shape;347;p41"/>
          <p:cNvSpPr/>
          <p:nvPr/>
        </p:nvSpPr>
        <p:spPr>
          <a:xfrm>
            <a:off x="609957" y="1464212"/>
            <a:ext cx="264600" cy="264600"/>
          </a:xfrm>
          <a:prstGeom prst="ellipse">
            <a:avLst/>
          </a:prstGeom>
          <a:solidFill>
            <a:srgbClr val="1041B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fr" sz="900">
                <a:solidFill>
                  <a:schemeClr val="lt1"/>
                </a:solidFill>
                <a:latin typeface="Roboto Medium"/>
                <a:ea typeface="Roboto Medium"/>
                <a:cs typeface="Roboto Medium"/>
                <a:sym typeface="Roboto Medium"/>
              </a:rPr>
              <a:t>1</a:t>
            </a:r>
            <a:endParaRPr sz="1100"/>
          </a:p>
        </p:txBody>
      </p:sp>
      <p:sp>
        <p:nvSpPr>
          <p:cNvPr id="348" name="Google Shape;348;p41"/>
          <p:cNvSpPr/>
          <p:nvPr/>
        </p:nvSpPr>
        <p:spPr>
          <a:xfrm>
            <a:off x="3357470" y="1464212"/>
            <a:ext cx="264600" cy="264600"/>
          </a:xfrm>
          <a:prstGeom prst="ellipse">
            <a:avLst/>
          </a:prstGeom>
          <a:solidFill>
            <a:srgbClr val="1041B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fr" sz="900">
                <a:solidFill>
                  <a:schemeClr val="lt1"/>
                </a:solidFill>
                <a:latin typeface="Roboto Medium"/>
                <a:ea typeface="Roboto Medium"/>
                <a:cs typeface="Roboto Medium"/>
                <a:sym typeface="Roboto Medium"/>
              </a:rPr>
              <a:t>2</a:t>
            </a:r>
            <a:endParaRPr sz="1100"/>
          </a:p>
        </p:txBody>
      </p:sp>
      <p:sp>
        <p:nvSpPr>
          <p:cNvPr id="349" name="Google Shape;349;p41"/>
          <p:cNvSpPr/>
          <p:nvPr/>
        </p:nvSpPr>
        <p:spPr>
          <a:xfrm>
            <a:off x="6104995" y="1464212"/>
            <a:ext cx="264600" cy="264600"/>
          </a:xfrm>
          <a:prstGeom prst="ellipse">
            <a:avLst/>
          </a:prstGeom>
          <a:solidFill>
            <a:srgbClr val="1041B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fr" sz="900">
                <a:solidFill>
                  <a:schemeClr val="lt1"/>
                </a:solidFill>
                <a:latin typeface="Roboto Medium"/>
                <a:ea typeface="Roboto Medium"/>
                <a:cs typeface="Roboto Medium"/>
                <a:sym typeface="Roboto Medium"/>
              </a:rPr>
              <a:t>3</a:t>
            </a:r>
            <a:endParaRPr sz="110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2 blocs - 2 col">
  <p:cSld name="Texte - Parag Medium - 2 blocs - 2 col">
    <p:spTree>
      <p:nvGrpSpPr>
        <p:cNvPr id="350" name="Shape 350"/>
        <p:cNvGrpSpPr/>
        <p:nvPr/>
      </p:nvGrpSpPr>
      <p:grpSpPr>
        <a:xfrm>
          <a:off x="0" y="0"/>
          <a:ext cx="0" cy="0"/>
          <a:chOff x="0" y="0"/>
          <a:chExt cx="0" cy="0"/>
        </a:xfrm>
      </p:grpSpPr>
      <p:sp>
        <p:nvSpPr>
          <p:cNvPr id="351" name="Google Shape;351;p42"/>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2" name="Google Shape;352;p42"/>
          <p:cNvSpPr txBox="1"/>
          <p:nvPr>
            <p:ph idx="2" type="body"/>
          </p:nvPr>
        </p:nvSpPr>
        <p:spPr>
          <a:xfrm>
            <a:off x="502541" y="59931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3" name="Google Shape;353;p42"/>
          <p:cNvSpPr txBox="1"/>
          <p:nvPr>
            <p:ph idx="3" type="body"/>
          </p:nvPr>
        </p:nvSpPr>
        <p:spPr>
          <a:xfrm>
            <a:off x="502541" y="1323594"/>
            <a:ext cx="3853955" cy="3189780"/>
          </a:xfrm>
          <a:prstGeom prst="rect">
            <a:avLst/>
          </a:prstGeom>
          <a:noFill/>
          <a:ln>
            <a:noFill/>
          </a:ln>
        </p:spPr>
        <p:txBody>
          <a:bodyPr anchorCtr="0" anchor="t" bIns="34275" lIns="68575" spcFirstLastPara="1" rIns="68575" wrap="square" tIns="34275">
            <a:noAutofit/>
          </a:bodyPr>
          <a:lstStyle>
            <a:lvl1pPr indent="-228600" lvl="0" marL="457200" marR="0" algn="l">
              <a:lnSpc>
                <a:spcPct val="120000"/>
              </a:lnSpc>
              <a:spcBef>
                <a:spcPts val="800"/>
              </a:spcBef>
              <a:spcAft>
                <a:spcPts val="0"/>
              </a:spcAft>
              <a:buClr>
                <a:schemeClr val="dk1"/>
              </a:buClr>
              <a:buSzPts val="1400"/>
              <a:buFont typeface="Arial"/>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4" name="Google Shape;354;p42"/>
          <p:cNvSpPr txBox="1"/>
          <p:nvPr>
            <p:ph idx="4" type="body"/>
          </p:nvPr>
        </p:nvSpPr>
        <p:spPr>
          <a:xfrm>
            <a:off x="4711471" y="1323594"/>
            <a:ext cx="3853955" cy="318978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4 blocs - 2 col">
  <p:cSld name="Texte - parag Medium - 4 blocs - 2 col">
    <p:spTree>
      <p:nvGrpSpPr>
        <p:cNvPr id="355" name="Shape 355"/>
        <p:cNvGrpSpPr/>
        <p:nvPr/>
      </p:nvGrpSpPr>
      <p:grpSpPr>
        <a:xfrm>
          <a:off x="0" y="0"/>
          <a:ext cx="0" cy="0"/>
          <a:chOff x="0" y="0"/>
          <a:chExt cx="0" cy="0"/>
        </a:xfrm>
      </p:grpSpPr>
      <p:sp>
        <p:nvSpPr>
          <p:cNvPr id="356" name="Google Shape;356;p43"/>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7" name="Google Shape;357;p43"/>
          <p:cNvSpPr txBox="1"/>
          <p:nvPr>
            <p:ph idx="2" type="body"/>
          </p:nvPr>
        </p:nvSpPr>
        <p:spPr>
          <a:xfrm>
            <a:off x="502541" y="599312"/>
            <a:ext cx="8569426" cy="40195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8" name="Google Shape;358;p43"/>
          <p:cNvSpPr txBox="1"/>
          <p:nvPr>
            <p:ph idx="3" type="body"/>
          </p:nvPr>
        </p:nvSpPr>
        <p:spPr>
          <a:xfrm>
            <a:off x="502541" y="1324237"/>
            <a:ext cx="3853955" cy="10737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9" name="Google Shape;359;p43"/>
          <p:cNvSpPr txBox="1"/>
          <p:nvPr>
            <p:ph idx="4" type="body"/>
          </p:nvPr>
        </p:nvSpPr>
        <p:spPr>
          <a:xfrm>
            <a:off x="4711471" y="1324237"/>
            <a:ext cx="3853955" cy="10737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0" name="Google Shape;360;p43"/>
          <p:cNvSpPr txBox="1"/>
          <p:nvPr>
            <p:ph idx="5" type="body"/>
          </p:nvPr>
        </p:nvSpPr>
        <p:spPr>
          <a:xfrm>
            <a:off x="502541" y="2534884"/>
            <a:ext cx="3853955" cy="10737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1" name="Google Shape;361;p43"/>
          <p:cNvSpPr txBox="1"/>
          <p:nvPr>
            <p:ph idx="6" type="body"/>
          </p:nvPr>
        </p:nvSpPr>
        <p:spPr>
          <a:xfrm>
            <a:off x="4711471" y="2534884"/>
            <a:ext cx="3853955" cy="1073771"/>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 Texte - parag Medium - 4 blocs - 2 col">
  <p:cSld name="Titre + Texte - parag Medium - 4 blocs - 2 col">
    <p:spTree>
      <p:nvGrpSpPr>
        <p:cNvPr id="362" name="Shape 362"/>
        <p:cNvGrpSpPr/>
        <p:nvPr/>
      </p:nvGrpSpPr>
      <p:grpSpPr>
        <a:xfrm>
          <a:off x="0" y="0"/>
          <a:ext cx="0" cy="0"/>
          <a:chOff x="0" y="0"/>
          <a:chExt cx="0" cy="0"/>
        </a:xfrm>
      </p:grpSpPr>
      <p:sp>
        <p:nvSpPr>
          <p:cNvPr id="363" name="Google Shape;363;p44"/>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4" name="Google Shape;364;p44"/>
          <p:cNvSpPr txBox="1"/>
          <p:nvPr>
            <p:ph idx="2" type="body"/>
          </p:nvPr>
        </p:nvSpPr>
        <p:spPr>
          <a:xfrm>
            <a:off x="502541" y="1320270"/>
            <a:ext cx="3853955"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5" name="Google Shape;365;p44"/>
          <p:cNvSpPr txBox="1"/>
          <p:nvPr>
            <p:ph idx="3" type="body"/>
          </p:nvPr>
        </p:nvSpPr>
        <p:spPr>
          <a:xfrm>
            <a:off x="502541" y="1635838"/>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6" name="Google Shape;366;p44"/>
          <p:cNvSpPr txBox="1"/>
          <p:nvPr>
            <p:ph idx="4" type="body"/>
          </p:nvPr>
        </p:nvSpPr>
        <p:spPr>
          <a:xfrm>
            <a:off x="4711471" y="1320270"/>
            <a:ext cx="3853955"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7" name="Google Shape;367;p44"/>
          <p:cNvSpPr txBox="1"/>
          <p:nvPr>
            <p:ph idx="5" type="body"/>
          </p:nvPr>
        </p:nvSpPr>
        <p:spPr>
          <a:xfrm>
            <a:off x="4711471" y="1635838"/>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8" name="Google Shape;368;p44"/>
          <p:cNvSpPr txBox="1"/>
          <p:nvPr>
            <p:ph idx="6" type="body"/>
          </p:nvPr>
        </p:nvSpPr>
        <p:spPr>
          <a:xfrm>
            <a:off x="502541" y="3082885"/>
            <a:ext cx="3853955" cy="31556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69" name="Google Shape;369;p44"/>
          <p:cNvSpPr txBox="1"/>
          <p:nvPr>
            <p:ph idx="7" type="body"/>
          </p:nvPr>
        </p:nvSpPr>
        <p:spPr>
          <a:xfrm>
            <a:off x="502541" y="3398454"/>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0" name="Google Shape;370;p44"/>
          <p:cNvSpPr txBox="1"/>
          <p:nvPr>
            <p:ph idx="8" type="body"/>
          </p:nvPr>
        </p:nvSpPr>
        <p:spPr>
          <a:xfrm>
            <a:off x="4711471" y="3082885"/>
            <a:ext cx="3853955" cy="31556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1" name="Google Shape;371;p44"/>
          <p:cNvSpPr txBox="1"/>
          <p:nvPr>
            <p:ph idx="9" type="body"/>
          </p:nvPr>
        </p:nvSpPr>
        <p:spPr>
          <a:xfrm>
            <a:off x="4711471" y="3398454"/>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2" name="Google Shape;372;p44"/>
          <p:cNvSpPr txBox="1"/>
          <p:nvPr>
            <p:ph idx="13" type="body"/>
          </p:nvPr>
        </p:nvSpPr>
        <p:spPr>
          <a:xfrm>
            <a:off x="502541" y="599312"/>
            <a:ext cx="8569426" cy="32623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2300"/>
              <a:buNone/>
              <a:defRPr b="1" i="0" sz="2300">
                <a:solidFill>
                  <a:schemeClr val="dk1"/>
                </a:solidFill>
                <a:latin typeface="Roboto"/>
                <a:ea typeface="Roboto"/>
                <a:cs typeface="Roboto"/>
                <a:sym typeface="Roboto"/>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12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Texte - parag Medium - sur-titre - 4 blocs - 2 col">
  <p:cSld name="Titre+Texte - parag Medium - sur-titre - 4 blocs - 2 col">
    <p:spTree>
      <p:nvGrpSpPr>
        <p:cNvPr id="373" name="Shape 373"/>
        <p:cNvGrpSpPr/>
        <p:nvPr/>
      </p:nvGrpSpPr>
      <p:grpSpPr>
        <a:xfrm>
          <a:off x="0" y="0"/>
          <a:ext cx="0" cy="0"/>
          <a:chOff x="0" y="0"/>
          <a:chExt cx="0" cy="0"/>
        </a:xfrm>
      </p:grpSpPr>
      <p:sp>
        <p:nvSpPr>
          <p:cNvPr id="374" name="Google Shape;374;p45"/>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5" name="Google Shape;375;p45"/>
          <p:cNvSpPr txBox="1"/>
          <p:nvPr>
            <p:ph idx="2" type="body"/>
          </p:nvPr>
        </p:nvSpPr>
        <p:spPr>
          <a:xfrm>
            <a:off x="502540" y="600956"/>
            <a:ext cx="3853955" cy="20050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6" name="Google Shape;376;p45"/>
          <p:cNvSpPr txBox="1"/>
          <p:nvPr>
            <p:ph idx="3" type="body"/>
          </p:nvPr>
        </p:nvSpPr>
        <p:spPr>
          <a:xfrm>
            <a:off x="502541" y="881467"/>
            <a:ext cx="3853955"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7" name="Google Shape;377;p45"/>
          <p:cNvSpPr txBox="1"/>
          <p:nvPr>
            <p:ph idx="4" type="body"/>
          </p:nvPr>
        </p:nvSpPr>
        <p:spPr>
          <a:xfrm>
            <a:off x="502541" y="1197036"/>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8" name="Google Shape;378;p45"/>
          <p:cNvSpPr txBox="1"/>
          <p:nvPr>
            <p:ph idx="5" type="body"/>
          </p:nvPr>
        </p:nvSpPr>
        <p:spPr>
          <a:xfrm>
            <a:off x="4711470" y="600956"/>
            <a:ext cx="3853955" cy="20050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9" name="Google Shape;379;p45"/>
          <p:cNvSpPr txBox="1"/>
          <p:nvPr>
            <p:ph idx="6" type="body"/>
          </p:nvPr>
        </p:nvSpPr>
        <p:spPr>
          <a:xfrm>
            <a:off x="4711471" y="881467"/>
            <a:ext cx="3853955"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0" name="Google Shape;380;p45"/>
          <p:cNvSpPr txBox="1"/>
          <p:nvPr>
            <p:ph idx="7" type="body"/>
          </p:nvPr>
        </p:nvSpPr>
        <p:spPr>
          <a:xfrm>
            <a:off x="4711471" y="1197036"/>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1" name="Google Shape;381;p45"/>
          <p:cNvSpPr txBox="1"/>
          <p:nvPr>
            <p:ph idx="8" type="body"/>
          </p:nvPr>
        </p:nvSpPr>
        <p:spPr>
          <a:xfrm>
            <a:off x="502540" y="2658356"/>
            <a:ext cx="3853955" cy="20050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2" name="Google Shape;382;p45"/>
          <p:cNvSpPr txBox="1"/>
          <p:nvPr>
            <p:ph idx="9" type="body"/>
          </p:nvPr>
        </p:nvSpPr>
        <p:spPr>
          <a:xfrm>
            <a:off x="502541" y="2938868"/>
            <a:ext cx="3853955" cy="31556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3" name="Google Shape;383;p45"/>
          <p:cNvSpPr txBox="1"/>
          <p:nvPr>
            <p:ph idx="13" type="body"/>
          </p:nvPr>
        </p:nvSpPr>
        <p:spPr>
          <a:xfrm>
            <a:off x="502541" y="3254436"/>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4" name="Google Shape;384;p45"/>
          <p:cNvSpPr txBox="1"/>
          <p:nvPr>
            <p:ph idx="14" type="body"/>
          </p:nvPr>
        </p:nvSpPr>
        <p:spPr>
          <a:xfrm>
            <a:off x="4711470" y="2658356"/>
            <a:ext cx="3853955" cy="20050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5" name="Google Shape;385;p45"/>
          <p:cNvSpPr txBox="1"/>
          <p:nvPr>
            <p:ph idx="15" type="body"/>
          </p:nvPr>
        </p:nvSpPr>
        <p:spPr>
          <a:xfrm>
            <a:off x="4711471" y="2938868"/>
            <a:ext cx="3853955" cy="315569"/>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86" name="Google Shape;386;p45"/>
          <p:cNvSpPr txBox="1"/>
          <p:nvPr>
            <p:ph idx="16" type="body"/>
          </p:nvPr>
        </p:nvSpPr>
        <p:spPr>
          <a:xfrm>
            <a:off x="4711471" y="3254436"/>
            <a:ext cx="3853955" cy="1296000"/>
          </a:xfrm>
          <a:prstGeom prst="rect">
            <a:avLst/>
          </a:prstGeom>
          <a:noFill/>
          <a:ln>
            <a:noFill/>
          </a:ln>
        </p:spPr>
        <p:txBody>
          <a:bodyPr anchorCtr="0" anchor="t" bIns="34275" lIns="68575" spcFirstLastPara="1" rIns="68575" wrap="square" tIns="34275">
            <a:no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Light">
  <p:cSld name="Texte-Exergue-Light">
    <p:spTree>
      <p:nvGrpSpPr>
        <p:cNvPr id="387" name="Shape 387"/>
        <p:cNvGrpSpPr/>
        <p:nvPr/>
      </p:nvGrpSpPr>
      <p:grpSpPr>
        <a:xfrm>
          <a:off x="0" y="0"/>
          <a:ext cx="0" cy="0"/>
          <a:chOff x="0" y="0"/>
          <a:chExt cx="0" cy="0"/>
        </a:xfrm>
      </p:grpSpPr>
      <p:sp>
        <p:nvSpPr>
          <p:cNvPr id="388" name="Google Shape;388;p46"/>
          <p:cNvSpPr txBox="1"/>
          <p:nvPr>
            <p:ph idx="1" type="body"/>
          </p:nvPr>
        </p:nvSpPr>
        <p:spPr>
          <a:xfrm>
            <a:off x="503039" y="6248"/>
            <a:ext cx="8568928" cy="304085"/>
          </a:xfrm>
          <a:prstGeom prst="rect">
            <a:avLst/>
          </a:prstGeom>
          <a:noFill/>
          <a:ln>
            <a:noFill/>
          </a:ln>
        </p:spPr>
        <p:txBody>
          <a:bodyPr anchorCtr="0" anchor="ctr" bIns="0" lIns="68575" spcFirstLastPara="1" rIns="68575" wrap="square" tIns="0">
            <a:noAutofit/>
          </a:bodyPr>
          <a:lstStyle>
            <a:lvl1pPr indent="-228600" lvl="0" marL="457200" algn="l">
              <a:lnSpc>
                <a:spcPct val="90000"/>
              </a:lnSpc>
              <a:spcBef>
                <a:spcPts val="800"/>
              </a:spcBef>
              <a:spcAft>
                <a:spcPts val="0"/>
              </a:spcAft>
              <a:buClr>
                <a:srgbClr val="1041BE"/>
              </a:buClr>
              <a:buSzPts val="900"/>
              <a:buFont typeface="Roboto"/>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
        <p:nvSpPr>
          <p:cNvPr id="389" name="Google Shape;389;p46"/>
          <p:cNvSpPr txBox="1"/>
          <p:nvPr>
            <p:ph idx="2" type="body"/>
          </p:nvPr>
        </p:nvSpPr>
        <p:spPr>
          <a:xfrm>
            <a:off x="502444" y="619433"/>
            <a:ext cx="8066485" cy="3933629"/>
          </a:xfrm>
          <a:prstGeom prst="rect">
            <a:avLst/>
          </a:prstGeom>
          <a:noFill/>
          <a:ln>
            <a:noFill/>
          </a:ln>
        </p:spPr>
        <p:txBody>
          <a:bodyPr anchorCtr="0" anchor="ctr" bIns="34275" lIns="68575" spcFirstLastPara="1" rIns="68575" wrap="square" tIns="34275">
            <a:noAutofit/>
          </a:bodyPr>
          <a:lstStyle>
            <a:lvl1pPr indent="-228600" lvl="0" marL="457200" algn="l">
              <a:lnSpc>
                <a:spcPct val="90000"/>
              </a:lnSpc>
              <a:spcBef>
                <a:spcPts val="800"/>
              </a:spcBef>
              <a:spcAft>
                <a:spcPts val="0"/>
              </a:spcAft>
              <a:buClr>
                <a:schemeClr val="dk1"/>
              </a:buClr>
              <a:buSzPts val="4100"/>
              <a:buFont typeface="Roboto"/>
              <a:buNone/>
              <a:defRPr i="0" sz="41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Font typeface="Roboto"/>
              <a:buNone/>
              <a:defRPr/>
            </a:lvl2pPr>
            <a:lvl3pPr indent="-228600" lvl="2" marL="1371600" algn="l">
              <a:lnSpc>
                <a:spcPct val="120000"/>
              </a:lnSpc>
              <a:spcBef>
                <a:spcPts val="400"/>
              </a:spcBef>
              <a:spcAft>
                <a:spcPts val="0"/>
              </a:spcAft>
              <a:buClr>
                <a:schemeClr val="dk1"/>
              </a:buClr>
              <a:buSzPts val="1400"/>
              <a:buFont typeface="Roboto"/>
              <a:buNone/>
              <a:defRPr/>
            </a:lvl3pPr>
            <a:lvl4pPr indent="-228600" lvl="3" marL="1828800" algn="l">
              <a:lnSpc>
                <a:spcPct val="90000"/>
              </a:lnSpc>
              <a:spcBef>
                <a:spcPts val="400"/>
              </a:spcBef>
              <a:spcAft>
                <a:spcPts val="0"/>
              </a:spcAft>
              <a:buClr>
                <a:schemeClr val="dk1"/>
              </a:buClr>
              <a:buSzPts val="1200"/>
              <a:buFont typeface="Roboto"/>
              <a:buNone/>
              <a:defRPr/>
            </a:lvl4pPr>
            <a:lvl5pPr indent="-228600" lvl="4" marL="2286000" algn="l">
              <a:lnSpc>
                <a:spcPct val="90000"/>
              </a:lnSpc>
              <a:spcBef>
                <a:spcPts val="400"/>
              </a:spcBef>
              <a:spcAft>
                <a:spcPts val="0"/>
              </a:spcAft>
              <a:buClr>
                <a:schemeClr val="dk1"/>
              </a:buClr>
              <a:buSzPts val="1100"/>
              <a:buFont typeface="Roboto"/>
              <a:buNone/>
              <a:defRPr/>
            </a:lvl5pPr>
            <a:lvl6pPr indent="-317500" lvl="5" marL="27432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6pPr>
            <a:lvl7pPr indent="-317500" lvl="6" marL="32004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7pPr>
            <a:lvl8pPr indent="-317500" lvl="7" marL="36576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8pPr>
            <a:lvl9pPr indent="-317500" lvl="8" marL="4114800" algn="l">
              <a:lnSpc>
                <a:spcPct val="90000"/>
              </a:lnSpc>
              <a:spcBef>
                <a:spcPts val="400"/>
              </a:spcBef>
              <a:spcAft>
                <a:spcPts val="0"/>
              </a:spcAft>
              <a:buClr>
                <a:schemeClr val="dk1"/>
              </a:buClr>
              <a:buSzPts val="1400"/>
              <a:buFont typeface="Roboto"/>
              <a:buChar char="•"/>
              <a:defRPr>
                <a:latin typeface="Roboto"/>
                <a:ea typeface="Roboto"/>
                <a:cs typeface="Roboto"/>
                <a:sym typeface="Roboto"/>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Exergue-Dark">
  <p:cSld name="Texte-Exergue-Dark">
    <p:bg>
      <p:bgPr>
        <a:solidFill>
          <a:schemeClr val="dk1"/>
        </a:solidFill>
      </p:bgPr>
    </p:bg>
    <p:spTree>
      <p:nvGrpSpPr>
        <p:cNvPr id="390" name="Shape 390"/>
        <p:cNvGrpSpPr/>
        <p:nvPr/>
      </p:nvGrpSpPr>
      <p:grpSpPr>
        <a:xfrm>
          <a:off x="0" y="0"/>
          <a:ext cx="0" cy="0"/>
          <a:chOff x="0" y="0"/>
          <a:chExt cx="0" cy="0"/>
        </a:xfrm>
      </p:grpSpPr>
      <p:sp>
        <p:nvSpPr>
          <p:cNvPr id="391" name="Google Shape;391;p47"/>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392" name="Google Shape;392;p47"/>
          <p:cNvSpPr txBox="1"/>
          <p:nvPr>
            <p:ph idx="1" type="body"/>
          </p:nvPr>
        </p:nvSpPr>
        <p:spPr>
          <a:xfrm>
            <a:off x="502444" y="0"/>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chemeClr val="accent6"/>
              </a:buClr>
              <a:buSzPts val="900"/>
              <a:buNone/>
              <a:defRPr sz="900">
                <a:solidFill>
                  <a:schemeClr val="accent6"/>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3" name="Google Shape;393;p47"/>
          <p:cNvSpPr txBox="1"/>
          <p:nvPr>
            <p:ph idx="2" type="body"/>
          </p:nvPr>
        </p:nvSpPr>
        <p:spPr>
          <a:xfrm>
            <a:off x="502444" y="604684"/>
            <a:ext cx="8066485" cy="3948377"/>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4100"/>
              <a:buNone/>
              <a:defRPr b="0" i="0" sz="4100">
                <a:solidFill>
                  <a:schemeClr val="lt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394" name="Google Shape;394;p47"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Image - 1 col - Light">
  <p:cSld name="Texte + Parag Medium + Image - 1 col - Light">
    <p:spTree>
      <p:nvGrpSpPr>
        <p:cNvPr id="395" name="Shape 395"/>
        <p:cNvGrpSpPr/>
        <p:nvPr/>
      </p:nvGrpSpPr>
      <p:grpSpPr>
        <a:xfrm>
          <a:off x="0" y="0"/>
          <a:ext cx="0" cy="0"/>
          <a:chOff x="0" y="0"/>
          <a:chExt cx="0" cy="0"/>
        </a:xfrm>
      </p:grpSpPr>
      <p:sp>
        <p:nvSpPr>
          <p:cNvPr id="396" name="Google Shape;396;p48"/>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7" name="Google Shape;397;p48"/>
          <p:cNvSpPr txBox="1"/>
          <p:nvPr>
            <p:ph idx="2" type="body"/>
          </p:nvPr>
        </p:nvSpPr>
        <p:spPr>
          <a:xfrm>
            <a:off x="502542" y="1145676"/>
            <a:ext cx="252304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8" name="Google Shape;398;p48"/>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99" name="Google Shape;399;p48"/>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0" name="Google Shape;400;p48"/>
          <p:cNvSpPr/>
          <p:nvPr>
            <p:ph idx="5" type="pic"/>
          </p:nvPr>
        </p:nvSpPr>
        <p:spPr>
          <a:xfrm>
            <a:off x="3426041" y="865165"/>
            <a:ext cx="5717960" cy="3812801"/>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Image - 1 col - Grey">
  <p:cSld name="Texte + Parag Medium + Image - 1 col - Grey">
    <p:spTree>
      <p:nvGrpSpPr>
        <p:cNvPr id="401" name="Shape 401"/>
        <p:cNvGrpSpPr/>
        <p:nvPr/>
      </p:nvGrpSpPr>
      <p:grpSpPr>
        <a:xfrm>
          <a:off x="0" y="0"/>
          <a:ext cx="0" cy="0"/>
          <a:chOff x="0" y="0"/>
          <a:chExt cx="0" cy="0"/>
        </a:xfrm>
      </p:grpSpPr>
      <p:sp>
        <p:nvSpPr>
          <p:cNvPr id="402" name="Google Shape;402;p49"/>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403" name="Google Shape;403;p49"/>
          <p:cNvSpPr/>
          <p:nvPr/>
        </p:nvSpPr>
        <p:spPr>
          <a:xfrm>
            <a:off x="6091518" y="1"/>
            <a:ext cx="3052482"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04" name="Google Shape;404;p49"/>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5" name="Google Shape;405;p49"/>
          <p:cNvSpPr txBox="1"/>
          <p:nvPr>
            <p:ph idx="2" type="body"/>
          </p:nvPr>
        </p:nvSpPr>
        <p:spPr>
          <a:xfrm>
            <a:off x="502542" y="1145676"/>
            <a:ext cx="252304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6" name="Google Shape;406;p49"/>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7" name="Google Shape;407;p49"/>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8" name="Google Shape;408;p49"/>
          <p:cNvSpPr/>
          <p:nvPr>
            <p:ph idx="5" type="pic"/>
          </p:nvPr>
        </p:nvSpPr>
        <p:spPr>
          <a:xfrm>
            <a:off x="3426041" y="865165"/>
            <a:ext cx="5717960" cy="3812801"/>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Tablette - 1 col - Grey">
  <p:cSld name="Texte + Parag Medium + Tablette - 1 col - Grey">
    <p:spTree>
      <p:nvGrpSpPr>
        <p:cNvPr id="409" name="Shape 409"/>
        <p:cNvGrpSpPr/>
        <p:nvPr/>
      </p:nvGrpSpPr>
      <p:grpSpPr>
        <a:xfrm>
          <a:off x="0" y="0"/>
          <a:ext cx="0" cy="0"/>
          <a:chOff x="0" y="0"/>
          <a:chExt cx="0" cy="0"/>
        </a:xfrm>
      </p:grpSpPr>
      <p:sp>
        <p:nvSpPr>
          <p:cNvPr id="410" name="Google Shape;410;p50"/>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411" name="Google Shape;411;p50"/>
          <p:cNvSpPr/>
          <p:nvPr/>
        </p:nvSpPr>
        <p:spPr>
          <a:xfrm>
            <a:off x="6091518" y="1"/>
            <a:ext cx="3052482"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12" name="Google Shape;412;p50"/>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accent1"/>
              </a:buClr>
              <a:buSzPts val="900"/>
              <a:buNone/>
              <a:defRPr b="0" i="0" sz="900">
                <a:solidFill>
                  <a:schemeClr val="accent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3" name="Google Shape;413;p50"/>
          <p:cNvSpPr txBox="1"/>
          <p:nvPr>
            <p:ph idx="2" type="body"/>
          </p:nvPr>
        </p:nvSpPr>
        <p:spPr>
          <a:xfrm>
            <a:off x="502542" y="1145676"/>
            <a:ext cx="252304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4" name="Google Shape;414;p50"/>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15" name="Google Shape;415;p50"/>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descr="Une image contenant moniteur, équipement électronique, écran, ordinateur&#10;&#10;Description générée automatiquement" id="416" name="Google Shape;416;p50"/>
          <p:cNvPicPr preferRelativeResize="0"/>
          <p:nvPr/>
        </p:nvPicPr>
        <p:blipFill rotWithShape="1">
          <a:blip r:embed="rId2">
            <a:alphaModFix/>
          </a:blip>
          <a:srcRect b="0" l="0" r="0" t="0"/>
          <a:stretch/>
        </p:blipFill>
        <p:spPr>
          <a:xfrm>
            <a:off x="3202852" y="607495"/>
            <a:ext cx="6462551" cy="3890546"/>
          </a:xfrm>
          <a:prstGeom prst="rect">
            <a:avLst/>
          </a:prstGeom>
          <a:noFill/>
          <a:ln>
            <a:noFill/>
          </a:ln>
        </p:spPr>
      </p:pic>
      <p:sp>
        <p:nvSpPr>
          <p:cNvPr id="417" name="Google Shape;417;p50"/>
          <p:cNvSpPr/>
          <p:nvPr>
            <p:ph idx="5" type="pic"/>
          </p:nvPr>
        </p:nvSpPr>
        <p:spPr>
          <a:xfrm>
            <a:off x="3724835" y="858441"/>
            <a:ext cx="5419165" cy="3384106"/>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Laptop - 1 col - Grey">
  <p:cSld name="Texte + Parag Medium + Laptop - 1 col - Grey">
    <p:spTree>
      <p:nvGrpSpPr>
        <p:cNvPr id="418" name="Shape 418"/>
        <p:cNvGrpSpPr/>
        <p:nvPr/>
      </p:nvGrpSpPr>
      <p:grpSpPr>
        <a:xfrm>
          <a:off x="0" y="0"/>
          <a:ext cx="0" cy="0"/>
          <a:chOff x="0" y="0"/>
          <a:chExt cx="0" cy="0"/>
        </a:xfrm>
      </p:grpSpPr>
      <p:sp>
        <p:nvSpPr>
          <p:cNvPr id="419" name="Google Shape;419;p51"/>
          <p:cNvSpPr txBox="1"/>
          <p:nvPr>
            <p:ph idx="12" type="sldNum"/>
          </p:nvPr>
        </p:nvSpPr>
        <p:spPr>
          <a:xfrm>
            <a:off x="6457950" y="4767263"/>
            <a:ext cx="2057400" cy="273844"/>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None/>
              <a:defRPr sz="1400">
                <a:solidFill>
                  <a:schemeClr val="dk1"/>
                </a:solidFill>
                <a:latin typeface="Calibri"/>
                <a:ea typeface="Calibri"/>
                <a:cs typeface="Calibri"/>
                <a:sym typeface="Calibri"/>
              </a:defRPr>
            </a:lvl1pPr>
            <a:lvl2pPr indent="0" lvl="1" marL="0" marR="0" rtl="0" algn="l">
              <a:spcBef>
                <a:spcPts val="0"/>
              </a:spcBef>
              <a:buNone/>
              <a:defRPr sz="1400">
                <a:solidFill>
                  <a:schemeClr val="dk1"/>
                </a:solidFill>
                <a:latin typeface="Calibri"/>
                <a:ea typeface="Calibri"/>
                <a:cs typeface="Calibri"/>
                <a:sym typeface="Calibri"/>
              </a:defRPr>
            </a:lvl2pPr>
            <a:lvl3pPr indent="0" lvl="2" marL="0" marR="0" rtl="0" algn="l">
              <a:spcBef>
                <a:spcPts val="0"/>
              </a:spcBef>
              <a:buNone/>
              <a:defRPr sz="1400">
                <a:solidFill>
                  <a:schemeClr val="dk1"/>
                </a:solidFill>
                <a:latin typeface="Calibri"/>
                <a:ea typeface="Calibri"/>
                <a:cs typeface="Calibri"/>
                <a:sym typeface="Calibri"/>
              </a:defRPr>
            </a:lvl3pPr>
            <a:lvl4pPr indent="0" lvl="3" marL="0" marR="0" rtl="0" algn="l">
              <a:spcBef>
                <a:spcPts val="0"/>
              </a:spcBef>
              <a:buNone/>
              <a:defRPr sz="1400">
                <a:solidFill>
                  <a:schemeClr val="dk1"/>
                </a:solidFill>
                <a:latin typeface="Calibri"/>
                <a:ea typeface="Calibri"/>
                <a:cs typeface="Calibri"/>
                <a:sym typeface="Calibri"/>
              </a:defRPr>
            </a:lvl4pPr>
            <a:lvl5pPr indent="0" lvl="4" marL="0" marR="0" rtl="0" algn="l">
              <a:spcBef>
                <a:spcPts val="0"/>
              </a:spcBef>
              <a:buNone/>
              <a:defRPr sz="1400">
                <a:solidFill>
                  <a:schemeClr val="dk1"/>
                </a:solidFill>
                <a:latin typeface="Calibri"/>
                <a:ea typeface="Calibri"/>
                <a:cs typeface="Calibri"/>
                <a:sym typeface="Calibri"/>
              </a:defRPr>
            </a:lvl5pPr>
            <a:lvl6pPr indent="0" lvl="5" marL="0" marR="0" rtl="0" algn="l">
              <a:spcBef>
                <a:spcPts val="0"/>
              </a:spcBef>
              <a:buNone/>
              <a:defRPr sz="1400">
                <a:solidFill>
                  <a:schemeClr val="dk1"/>
                </a:solidFill>
                <a:latin typeface="Calibri"/>
                <a:ea typeface="Calibri"/>
                <a:cs typeface="Calibri"/>
                <a:sym typeface="Calibri"/>
              </a:defRPr>
            </a:lvl6pPr>
            <a:lvl7pPr indent="0" lvl="6" marL="0" marR="0" rtl="0" algn="l">
              <a:spcBef>
                <a:spcPts val="0"/>
              </a:spcBef>
              <a:buNone/>
              <a:defRPr sz="1400">
                <a:solidFill>
                  <a:schemeClr val="dk1"/>
                </a:solidFill>
                <a:latin typeface="Calibri"/>
                <a:ea typeface="Calibri"/>
                <a:cs typeface="Calibri"/>
                <a:sym typeface="Calibri"/>
              </a:defRPr>
            </a:lvl7pPr>
            <a:lvl8pPr indent="0" lvl="7" marL="0" marR="0" rtl="0" algn="l">
              <a:spcBef>
                <a:spcPts val="0"/>
              </a:spcBef>
              <a:buNone/>
              <a:defRPr sz="1400">
                <a:solidFill>
                  <a:schemeClr val="dk1"/>
                </a:solidFill>
                <a:latin typeface="Calibri"/>
                <a:ea typeface="Calibri"/>
                <a:cs typeface="Calibri"/>
                <a:sym typeface="Calibri"/>
              </a:defRPr>
            </a:lvl8pPr>
            <a:lvl9pPr indent="0" lvl="8" marL="0" marR="0" rtl="0" algn="l">
              <a:spcBef>
                <a:spcPts val="0"/>
              </a:spcBef>
              <a:buNone/>
              <a:defRPr sz="14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fr"/>
              <a:t>‹#›</a:t>
            </a:fld>
            <a:endParaRPr/>
          </a:p>
        </p:txBody>
      </p:sp>
      <p:sp>
        <p:nvSpPr>
          <p:cNvPr id="420" name="Google Shape;420;p51"/>
          <p:cNvSpPr/>
          <p:nvPr/>
        </p:nvSpPr>
        <p:spPr>
          <a:xfrm>
            <a:off x="6091525" y="0"/>
            <a:ext cx="3052500" cy="5149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1" name="Google Shape;421;p51"/>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accent1"/>
              </a:buClr>
              <a:buSzPts val="900"/>
              <a:buNone/>
              <a:defRPr b="0" i="0" sz="900">
                <a:solidFill>
                  <a:schemeClr val="accent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2" name="Google Shape;422;p51"/>
          <p:cNvSpPr txBox="1"/>
          <p:nvPr>
            <p:ph idx="2" type="body"/>
          </p:nvPr>
        </p:nvSpPr>
        <p:spPr>
          <a:xfrm>
            <a:off x="502542" y="1145676"/>
            <a:ext cx="2523047" cy="315568"/>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3" name="Google Shape;423;p51"/>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4" name="Google Shape;424;p51"/>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descr="Une image contenant portable, ordinateur, équipement électronique, moniteur&#10;&#10;Description générée automatiquement" id="425" name="Google Shape;425;p51"/>
          <p:cNvPicPr preferRelativeResize="0"/>
          <p:nvPr/>
        </p:nvPicPr>
        <p:blipFill rotWithShape="1">
          <a:blip r:embed="rId2">
            <a:alphaModFix/>
          </a:blip>
          <a:srcRect b="0" l="0" r="0" t="0"/>
          <a:stretch/>
        </p:blipFill>
        <p:spPr>
          <a:xfrm>
            <a:off x="2793733" y="607495"/>
            <a:ext cx="7492379" cy="4258775"/>
          </a:xfrm>
          <a:prstGeom prst="rect">
            <a:avLst/>
          </a:prstGeom>
          <a:noFill/>
          <a:ln>
            <a:noFill/>
          </a:ln>
        </p:spPr>
      </p:pic>
      <p:sp>
        <p:nvSpPr>
          <p:cNvPr id="426" name="Google Shape;426;p51"/>
          <p:cNvSpPr/>
          <p:nvPr>
            <p:ph idx="5" type="pic"/>
          </p:nvPr>
        </p:nvSpPr>
        <p:spPr>
          <a:xfrm>
            <a:off x="3703179" y="873139"/>
            <a:ext cx="5419165" cy="3077241"/>
          </a:xfrm>
          <a:prstGeom prst="rect">
            <a:avLst/>
          </a:prstGeom>
          <a:noFill/>
          <a:ln>
            <a:noFill/>
          </a:ln>
        </p:spPr>
      </p:sp>
      <p:sp>
        <p:nvSpPr>
          <p:cNvPr id="427" name="Google Shape;427;p51"/>
          <p:cNvSpPr/>
          <p:nvPr/>
        </p:nvSpPr>
        <p:spPr>
          <a:xfrm>
            <a:off x="3703175" y="669975"/>
            <a:ext cx="1247100" cy="200400"/>
          </a:xfrm>
          <a:prstGeom prst="rect">
            <a:avLst/>
          </a:prstGeom>
          <a:solidFill>
            <a:srgbClr val="44484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Medium"/>
              <a:ea typeface="Roboto Medium"/>
              <a:cs typeface="Roboto Medium"/>
              <a:sym typeface="Roboto Medium"/>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Browser - 1 col - Light">
  <p:cSld name="Texte + Parag Medium + Browser - 1 col - Light">
    <p:spTree>
      <p:nvGrpSpPr>
        <p:cNvPr id="428" name="Shape 428"/>
        <p:cNvGrpSpPr/>
        <p:nvPr/>
      </p:nvGrpSpPr>
      <p:grpSpPr>
        <a:xfrm>
          <a:off x="0" y="0"/>
          <a:ext cx="0" cy="0"/>
          <a:chOff x="0" y="0"/>
          <a:chExt cx="0" cy="0"/>
        </a:xfrm>
      </p:grpSpPr>
      <p:sp>
        <p:nvSpPr>
          <p:cNvPr id="429" name="Google Shape;429;p52"/>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0" name="Google Shape;430;p52"/>
          <p:cNvSpPr txBox="1"/>
          <p:nvPr>
            <p:ph idx="2" type="body"/>
          </p:nvPr>
        </p:nvSpPr>
        <p:spPr>
          <a:xfrm>
            <a:off x="502542" y="1145676"/>
            <a:ext cx="2523047"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1" name="Google Shape;431;p52"/>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2" name="Google Shape;432;p52"/>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433" name="Google Shape;433;p52"/>
          <p:cNvPicPr preferRelativeResize="0"/>
          <p:nvPr/>
        </p:nvPicPr>
        <p:blipFill rotWithShape="1">
          <a:blip r:embed="rId2">
            <a:alphaModFix/>
          </a:blip>
          <a:srcRect b="0" l="0" r="0" t="0"/>
          <a:stretch/>
        </p:blipFill>
        <p:spPr>
          <a:xfrm>
            <a:off x="3145733" y="865165"/>
            <a:ext cx="5750584" cy="3812801"/>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Parag Medium + Browser - 1 col - Dark">
  <p:cSld name="Texte + Parag Medium + Browser - 1 col - Dark">
    <p:spTree>
      <p:nvGrpSpPr>
        <p:cNvPr id="434" name="Shape 434"/>
        <p:cNvGrpSpPr/>
        <p:nvPr/>
      </p:nvGrpSpPr>
      <p:grpSpPr>
        <a:xfrm>
          <a:off x="0" y="0"/>
          <a:ext cx="0" cy="0"/>
          <a:chOff x="0" y="0"/>
          <a:chExt cx="0" cy="0"/>
        </a:xfrm>
      </p:grpSpPr>
      <p:sp>
        <p:nvSpPr>
          <p:cNvPr id="435" name="Google Shape;435;p53"/>
          <p:cNvSpPr/>
          <p:nvPr/>
        </p:nvSpPr>
        <p:spPr>
          <a:xfrm>
            <a:off x="6091518" y="1"/>
            <a:ext cx="3052482"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6" name="Google Shape;436;p53"/>
          <p:cNvSpPr txBox="1"/>
          <p:nvPr>
            <p:ph idx="1" type="body"/>
          </p:nvPr>
        </p:nvSpPr>
        <p:spPr>
          <a:xfrm>
            <a:off x="502541" y="865165"/>
            <a:ext cx="2523047" cy="20050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CA0538"/>
              </a:buClr>
              <a:buSzPts val="900"/>
              <a:buNone/>
              <a:defRPr b="0" i="0" sz="900">
                <a:solidFill>
                  <a:srgbClr val="CA0538"/>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7" name="Google Shape;437;p53"/>
          <p:cNvSpPr txBox="1"/>
          <p:nvPr>
            <p:ph idx="2" type="body"/>
          </p:nvPr>
        </p:nvSpPr>
        <p:spPr>
          <a:xfrm>
            <a:off x="502542" y="1145676"/>
            <a:ext cx="2523047" cy="304085"/>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0" i="0" sz="1800">
                <a:solidFill>
                  <a:schemeClr val="dk1"/>
                </a:solidFill>
                <a:latin typeface="Roboto Medium"/>
                <a:ea typeface="Roboto Medium"/>
                <a:cs typeface="Roboto Medium"/>
                <a:sym typeface="Roboto Medium"/>
              </a:defRPr>
            </a:lvl1pPr>
            <a:lvl2pPr indent="-228600" lvl="1" marL="914400" algn="l">
              <a:lnSpc>
                <a:spcPct val="90000"/>
              </a:lnSpc>
              <a:spcBef>
                <a:spcPts val="400"/>
              </a:spcBef>
              <a:spcAft>
                <a:spcPts val="0"/>
              </a:spcAft>
              <a:buClr>
                <a:schemeClr val="dk1"/>
              </a:buClr>
              <a:buSzPts val="1400"/>
              <a:buNone/>
              <a:defRPr sz="1400"/>
            </a:lvl2pPr>
            <a:lvl3pPr indent="-228600" lvl="2" marL="1371600" algn="l">
              <a:lnSpc>
                <a:spcPct val="120000"/>
              </a:lnSpc>
              <a:spcBef>
                <a:spcPts val="400"/>
              </a:spcBef>
              <a:spcAft>
                <a:spcPts val="0"/>
              </a:spcAft>
              <a:buClr>
                <a:schemeClr val="dk1"/>
              </a:buClr>
              <a:buSzPts val="1400"/>
              <a:buNone/>
              <a:defRPr sz="1400"/>
            </a:lvl3pPr>
            <a:lvl4pPr indent="-228600" lvl="3" marL="1828800" algn="l">
              <a:lnSpc>
                <a:spcPct val="90000"/>
              </a:lnSpc>
              <a:spcBef>
                <a:spcPts val="400"/>
              </a:spcBef>
              <a:spcAft>
                <a:spcPts val="0"/>
              </a:spcAft>
              <a:buClr>
                <a:schemeClr val="dk1"/>
              </a:buClr>
              <a:buSzPts val="1400"/>
              <a:buNone/>
              <a:defRPr sz="1400"/>
            </a:lvl4pPr>
            <a:lvl5pPr indent="-228600" lvl="4" marL="2286000" algn="l">
              <a:lnSpc>
                <a:spcPct val="90000"/>
              </a:lnSpc>
              <a:spcBef>
                <a:spcPts val="400"/>
              </a:spcBef>
              <a:spcAft>
                <a:spcPts val="0"/>
              </a:spcAft>
              <a:buClr>
                <a:schemeClr val="dk1"/>
              </a:buClr>
              <a:buSzPts val="1400"/>
              <a:buNone/>
              <a:defRPr sz="14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8" name="Google Shape;438;p53"/>
          <p:cNvSpPr txBox="1"/>
          <p:nvPr>
            <p:ph idx="3" type="body"/>
          </p:nvPr>
        </p:nvSpPr>
        <p:spPr>
          <a:xfrm>
            <a:off x="502542" y="1461245"/>
            <a:ext cx="2523047" cy="3216721"/>
          </a:xfrm>
          <a:prstGeom prst="rect">
            <a:avLst/>
          </a:prstGeom>
          <a:noFill/>
          <a:ln>
            <a:noFill/>
          </a:ln>
        </p:spPr>
        <p:txBody>
          <a:bodyPr anchorCtr="0" anchor="t" bIns="34275" lIns="68575" spcFirstLastPara="1" rIns="68575" wrap="square" tIns="34275">
            <a:normAutofit/>
          </a:bodyPr>
          <a:lstStyle>
            <a:lvl1pPr indent="-228600" lvl="0" marL="457200" algn="l">
              <a:lnSpc>
                <a:spcPct val="120000"/>
              </a:lnSpc>
              <a:spcBef>
                <a:spcPts val="800"/>
              </a:spcBef>
              <a:spcAft>
                <a:spcPts val="0"/>
              </a:spcAft>
              <a:buClr>
                <a:schemeClr val="dk1"/>
              </a:buClr>
              <a:buSzPts val="1400"/>
              <a:buNone/>
              <a:defRPr b="0" i="0" sz="1400">
                <a:solidFill>
                  <a:schemeClr val="dk1"/>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9" name="Google Shape;439;p53"/>
          <p:cNvSpPr txBox="1"/>
          <p:nvPr>
            <p:ph idx="4" type="body"/>
          </p:nvPr>
        </p:nvSpPr>
        <p:spPr>
          <a:xfrm>
            <a:off x="503039" y="6248"/>
            <a:ext cx="8568928" cy="304085"/>
          </a:xfrm>
          <a:prstGeom prst="rect">
            <a:avLst/>
          </a:prstGeom>
          <a:noFill/>
          <a:ln>
            <a:noFill/>
          </a:ln>
        </p:spPr>
        <p:txBody>
          <a:bodyPr anchorCtr="0" anchor="ctr" bIns="0" lIns="68575" spcFirstLastPara="1" rIns="68575" wrap="square" tIns="0">
            <a:normAutofit/>
          </a:bodyPr>
          <a:lstStyle>
            <a:lvl1pPr indent="-228600" lvl="0" marL="457200" algn="l">
              <a:lnSpc>
                <a:spcPct val="90000"/>
              </a:lnSpc>
              <a:spcBef>
                <a:spcPts val="800"/>
              </a:spcBef>
              <a:spcAft>
                <a:spcPts val="0"/>
              </a:spcAft>
              <a:buClr>
                <a:srgbClr val="1041BE"/>
              </a:buClr>
              <a:buSzPts val="900"/>
              <a:buNone/>
              <a:defRPr sz="900">
                <a:solidFill>
                  <a:srgbClr val="1041BE"/>
                </a:solidFill>
                <a:latin typeface="Roboto"/>
                <a:ea typeface="Roboto"/>
                <a:cs typeface="Roboto"/>
                <a:sym typeface="Roboto"/>
              </a:defRPr>
            </a:lvl1pPr>
            <a:lvl2pPr indent="-228600" lvl="1" marL="914400" algn="l">
              <a:lnSpc>
                <a:spcPct val="90000"/>
              </a:lnSpc>
              <a:spcBef>
                <a:spcPts val="400"/>
              </a:spcBef>
              <a:spcAft>
                <a:spcPts val="0"/>
              </a:spcAft>
              <a:buClr>
                <a:schemeClr val="dk1"/>
              </a:buClr>
              <a:buSzPts val="1800"/>
              <a:buNone/>
              <a:defRPr/>
            </a:lvl2pPr>
            <a:lvl3pPr indent="-228600" lvl="2" marL="1371600" algn="l">
              <a:lnSpc>
                <a:spcPct val="120000"/>
              </a:lnSpc>
              <a:spcBef>
                <a:spcPts val="400"/>
              </a:spcBef>
              <a:spcAft>
                <a:spcPts val="0"/>
              </a:spcAft>
              <a:buClr>
                <a:schemeClr val="dk1"/>
              </a:buClr>
              <a:buSzPts val="1400"/>
              <a:buNone/>
              <a:defRPr/>
            </a:lvl3pPr>
            <a:lvl4pPr indent="-228600" lvl="3" marL="1828800" algn="l">
              <a:lnSpc>
                <a:spcPct val="90000"/>
              </a:lnSpc>
              <a:spcBef>
                <a:spcPts val="400"/>
              </a:spcBef>
              <a:spcAft>
                <a:spcPts val="0"/>
              </a:spcAft>
              <a:buClr>
                <a:schemeClr val="dk1"/>
              </a:buClr>
              <a:buSzPts val="1200"/>
              <a:buNone/>
              <a:defRPr/>
            </a:lvl4pPr>
            <a:lvl5pPr indent="-228600" lvl="4" marL="2286000" algn="l">
              <a:lnSpc>
                <a:spcPct val="90000"/>
              </a:lnSpc>
              <a:spcBef>
                <a:spcPts val="400"/>
              </a:spcBef>
              <a:spcAft>
                <a:spcPts val="0"/>
              </a:spcAft>
              <a:buClr>
                <a:schemeClr val="dk1"/>
              </a:buClr>
              <a:buSzPts val="1100"/>
              <a:buNon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pic>
        <p:nvPicPr>
          <p:cNvPr id="440" name="Google Shape;440;p53"/>
          <p:cNvPicPr preferRelativeResize="0"/>
          <p:nvPr/>
        </p:nvPicPr>
        <p:blipFill rotWithShape="1">
          <a:blip r:embed="rId2">
            <a:alphaModFix/>
          </a:blip>
          <a:srcRect b="0" l="0" r="0" t="0"/>
          <a:stretch/>
        </p:blipFill>
        <p:spPr>
          <a:xfrm>
            <a:off x="3145733" y="865165"/>
            <a:ext cx="5750584" cy="3812801"/>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urtitre - page vide">
  <p:cSld name="2_Surtitre - page vide">
    <p:bg>
      <p:bgPr>
        <a:solidFill>
          <a:schemeClr val="dk1"/>
        </a:solidFill>
      </p:bgPr>
    </p:bg>
    <p:spTree>
      <p:nvGrpSpPr>
        <p:cNvPr id="441" name="Shape 441"/>
        <p:cNvGrpSpPr/>
        <p:nvPr/>
      </p:nvGrpSpPr>
      <p:grpSpPr>
        <a:xfrm>
          <a:off x="0" y="0"/>
          <a:ext cx="0" cy="0"/>
          <a:chOff x="0" y="0"/>
          <a:chExt cx="0" cy="0"/>
        </a:xfrm>
      </p:grpSpPr>
      <p:sp>
        <p:nvSpPr>
          <p:cNvPr id="442" name="Google Shape;442;p54"/>
          <p:cNvSpPr txBox="1"/>
          <p:nvPr/>
        </p:nvSpPr>
        <p:spPr>
          <a:xfrm>
            <a:off x="3323630" y="2225501"/>
            <a:ext cx="2496741" cy="692497"/>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lang="fr" sz="4100">
                <a:solidFill>
                  <a:schemeClr val="lt1"/>
                </a:solidFill>
                <a:latin typeface="Roboto"/>
                <a:ea typeface="Roboto"/>
                <a:cs typeface="Roboto"/>
                <a:sym typeface="Roboto"/>
              </a:rPr>
              <a:t>Questions</a:t>
            </a:r>
            <a:endParaRPr sz="1100"/>
          </a:p>
        </p:txBody>
      </p:sp>
      <p:sp>
        <p:nvSpPr>
          <p:cNvPr id="443" name="Google Shape;443;p54"/>
          <p:cNvSpPr/>
          <p:nvPr/>
        </p:nvSpPr>
        <p:spPr>
          <a:xfrm>
            <a:off x="0" y="4624388"/>
            <a:ext cx="1949947" cy="512864"/>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4" name="Google Shape;444;p54"/>
          <p:cNvSpPr/>
          <p:nvPr/>
        </p:nvSpPr>
        <p:spPr>
          <a:xfrm>
            <a:off x="4063050" y="941250"/>
            <a:ext cx="1017900" cy="1017900"/>
          </a:xfrm>
          <a:prstGeom prst="ellipse">
            <a:avLst/>
          </a:prstGeom>
          <a:solidFill>
            <a:srgbClr val="1041B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2400">
                <a:solidFill>
                  <a:schemeClr val="lt1"/>
                </a:solidFill>
                <a:latin typeface="Roboto Medium"/>
                <a:ea typeface="Roboto Medium"/>
                <a:cs typeface="Roboto Medium"/>
                <a:sym typeface="Roboto Medium"/>
              </a:rPr>
              <a:t>?</a:t>
            </a:r>
            <a:endParaRPr sz="2400">
              <a:solidFill>
                <a:schemeClr val="lt1"/>
              </a:solidFill>
              <a:latin typeface="Roboto Medium"/>
              <a:ea typeface="Roboto Medium"/>
              <a:cs typeface="Roboto Medium"/>
              <a:sym typeface="Roboto Medium"/>
            </a:endParaRPr>
          </a:p>
        </p:txBody>
      </p:sp>
      <p:pic>
        <p:nvPicPr>
          <p:cNvPr id="445" name="Google Shape;445;p54"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2_Surtitre - page vide_1">
    <p:bg>
      <p:bgPr>
        <a:solidFill>
          <a:schemeClr val="dk1"/>
        </a:solidFill>
      </p:bgPr>
    </p:bg>
    <p:spTree>
      <p:nvGrpSpPr>
        <p:cNvPr id="446" name="Shape 446"/>
        <p:cNvGrpSpPr/>
        <p:nvPr/>
      </p:nvGrpSpPr>
      <p:grpSpPr>
        <a:xfrm>
          <a:off x="0" y="0"/>
          <a:ext cx="0" cy="0"/>
          <a:chOff x="0" y="0"/>
          <a:chExt cx="0" cy="0"/>
        </a:xfrm>
      </p:grpSpPr>
      <p:sp>
        <p:nvSpPr>
          <p:cNvPr id="447" name="Google Shape;447;p55"/>
          <p:cNvSpPr txBox="1"/>
          <p:nvPr/>
        </p:nvSpPr>
        <p:spPr>
          <a:xfrm>
            <a:off x="498879" y="1012126"/>
            <a:ext cx="2496600" cy="700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fr" sz="4100">
                <a:solidFill>
                  <a:schemeClr val="lt1"/>
                </a:solidFill>
                <a:latin typeface="Roboto"/>
                <a:ea typeface="Roboto"/>
                <a:cs typeface="Roboto"/>
                <a:sym typeface="Roboto"/>
              </a:rPr>
              <a:t>Contact</a:t>
            </a:r>
            <a:endParaRPr sz="1100"/>
          </a:p>
        </p:txBody>
      </p:sp>
      <p:sp>
        <p:nvSpPr>
          <p:cNvPr id="448" name="Google Shape;448;p55"/>
          <p:cNvSpPr/>
          <p:nvPr/>
        </p:nvSpPr>
        <p:spPr>
          <a:xfrm>
            <a:off x="0" y="4624388"/>
            <a:ext cx="1950000" cy="5130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449" name="Google Shape;449;p55" title="fvae_logo_couleur_inverse@2x.png"/>
          <p:cNvPicPr preferRelativeResize="0"/>
          <p:nvPr/>
        </p:nvPicPr>
        <p:blipFill>
          <a:blip r:embed="rId2">
            <a:alphaModFix/>
          </a:blip>
          <a:stretch>
            <a:fillRect/>
          </a:stretch>
        </p:blipFill>
        <p:spPr>
          <a:xfrm>
            <a:off x="503050" y="4773606"/>
            <a:ext cx="504008" cy="273901"/>
          </a:xfrm>
          <a:prstGeom prst="rect">
            <a:avLst/>
          </a:prstGeom>
          <a:noFill/>
          <a:ln>
            <a:noFill/>
          </a:ln>
        </p:spPr>
      </p:pic>
      <p:pic>
        <p:nvPicPr>
          <p:cNvPr id="450" name="Google Shape;450;p55" title="fvae_logo_couleur_inverse@2x.png"/>
          <p:cNvPicPr preferRelativeResize="0"/>
          <p:nvPr/>
        </p:nvPicPr>
        <p:blipFill>
          <a:blip r:embed="rId3">
            <a:alphaModFix amt="20000"/>
          </a:blip>
          <a:stretch>
            <a:fillRect/>
          </a:stretch>
        </p:blipFill>
        <p:spPr>
          <a:xfrm>
            <a:off x="4152400" y="-463324"/>
            <a:ext cx="11169725" cy="6070149"/>
          </a:xfrm>
          <a:prstGeom prst="rect">
            <a:avLst/>
          </a:prstGeom>
          <a:noFill/>
          <a:ln>
            <a:noFill/>
          </a:ln>
        </p:spPr>
      </p:pic>
      <p:sp>
        <p:nvSpPr>
          <p:cNvPr id="451" name="Google Shape;451;p55"/>
          <p:cNvSpPr/>
          <p:nvPr/>
        </p:nvSpPr>
        <p:spPr>
          <a:xfrm>
            <a:off x="0" y="310325"/>
            <a:ext cx="167700" cy="436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56" Type="http://schemas.openxmlformats.org/officeDocument/2006/relationships/theme" Target="../theme/theme2.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1375" y="327428"/>
            <a:ext cx="7886700" cy="421500"/>
          </a:xfrm>
          <a:prstGeom prst="rect">
            <a:avLst/>
          </a:prstGeom>
          <a:noFill/>
          <a:ln>
            <a:noFill/>
          </a:ln>
        </p:spPr>
        <p:txBody>
          <a:bodyPr anchorCtr="0" anchor="t" bIns="34275" lIns="68575" spcFirstLastPara="1" rIns="68575" wrap="square" tIns="34275">
            <a:normAutofit/>
          </a:bodyPr>
          <a:lstStyle>
            <a:lvl1pPr lvl="0" marR="0" rtl="0" algn="l">
              <a:lnSpc>
                <a:spcPct val="100000"/>
              </a:lnSpc>
              <a:spcBef>
                <a:spcPts val="0"/>
              </a:spcBef>
              <a:spcAft>
                <a:spcPts val="0"/>
              </a:spcAft>
              <a:buClr>
                <a:schemeClr val="dk1"/>
              </a:buClr>
              <a:buSzPts val="2400"/>
              <a:buFont typeface="Roboto Medium"/>
              <a:buNone/>
              <a:defRPr b="0" i="0" sz="2400" u="none" cap="none" strike="noStrike">
                <a:solidFill>
                  <a:schemeClr val="dk1"/>
                </a:solidFill>
                <a:latin typeface="Roboto Medium"/>
                <a:ea typeface="Roboto Medium"/>
                <a:cs typeface="Roboto Medium"/>
                <a:sym typeface="Roboto Medium"/>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501375" y="1306325"/>
            <a:ext cx="7886700" cy="3328800"/>
          </a:xfrm>
          <a:prstGeom prst="rect">
            <a:avLst/>
          </a:prstGeom>
          <a:noFill/>
          <a:ln>
            <a:noFill/>
          </a:ln>
        </p:spPr>
        <p:txBody>
          <a:bodyPr anchorCtr="0" anchor="t" bIns="34275" lIns="68575" spcFirstLastPara="1" rIns="68575" wrap="square" tIns="34275">
            <a:normAutofit/>
          </a:bodyPr>
          <a:lstStyle>
            <a:lvl1pPr indent="-342900" lvl="0" marL="457200" marR="0" rtl="0" algn="l">
              <a:lnSpc>
                <a:spcPct val="90000"/>
              </a:lnSpc>
              <a:spcBef>
                <a:spcPts val="800"/>
              </a:spcBef>
              <a:spcAft>
                <a:spcPts val="0"/>
              </a:spcAft>
              <a:buClr>
                <a:schemeClr val="dk1"/>
              </a:buClr>
              <a:buSzPts val="1800"/>
              <a:buFont typeface="Roboto"/>
              <a:buChar char="•"/>
              <a:defRPr i="0" sz="1800" u="none" cap="none" strike="noStrike">
                <a:solidFill>
                  <a:schemeClr val="dk1"/>
                </a:solidFill>
                <a:latin typeface="Roboto Medium"/>
                <a:ea typeface="Roboto Medium"/>
                <a:cs typeface="Roboto Medium"/>
                <a:sym typeface="Roboto Medium"/>
              </a:defRPr>
            </a:lvl1pPr>
            <a:lvl2pPr indent="-342900" lvl="1" marL="914400" marR="0" rtl="0" algn="l">
              <a:lnSpc>
                <a:spcPct val="90000"/>
              </a:lnSpc>
              <a:spcBef>
                <a:spcPts val="400"/>
              </a:spcBef>
              <a:spcAft>
                <a:spcPts val="0"/>
              </a:spcAft>
              <a:buClr>
                <a:schemeClr val="dk1"/>
              </a:buClr>
              <a:buSzPts val="1800"/>
              <a:buFont typeface="Roboto"/>
              <a:buChar char="•"/>
              <a:defRPr i="0" sz="1800" u="none" cap="none" strike="noStrike">
                <a:solidFill>
                  <a:schemeClr val="dk1"/>
                </a:solidFill>
                <a:latin typeface="Roboto Medium"/>
                <a:ea typeface="Roboto Medium"/>
                <a:cs typeface="Roboto Medium"/>
                <a:sym typeface="Roboto Medium"/>
              </a:defRPr>
            </a:lvl2pPr>
            <a:lvl3pPr indent="-317500" lvl="2" marL="1371600" marR="0" rtl="0" algn="l">
              <a:lnSpc>
                <a:spcPct val="120000"/>
              </a:lnSpc>
              <a:spcBef>
                <a:spcPts val="400"/>
              </a:spcBef>
              <a:spcAft>
                <a:spcPts val="0"/>
              </a:spcAft>
              <a:buClr>
                <a:schemeClr val="dk1"/>
              </a:buClr>
              <a:buSzPts val="1400"/>
              <a:buFont typeface="Roboto"/>
              <a:buChar char="•"/>
              <a:defRPr i="0" sz="1400" u="none" cap="none" strike="noStrike">
                <a:solidFill>
                  <a:schemeClr val="dk1"/>
                </a:solidFill>
                <a:latin typeface="Roboto"/>
                <a:ea typeface="Roboto"/>
                <a:cs typeface="Roboto"/>
                <a:sym typeface="Roboto"/>
              </a:defRPr>
            </a:lvl3pPr>
            <a:lvl4pPr indent="-304800" lvl="3" marL="1828800" marR="0" rtl="0" algn="l">
              <a:lnSpc>
                <a:spcPct val="90000"/>
              </a:lnSpc>
              <a:spcBef>
                <a:spcPts val="400"/>
              </a:spcBef>
              <a:spcAft>
                <a:spcPts val="0"/>
              </a:spcAft>
              <a:buClr>
                <a:schemeClr val="dk1"/>
              </a:buClr>
              <a:buSzPts val="1200"/>
              <a:buFont typeface="Roboto"/>
              <a:buChar char="•"/>
              <a:defRPr i="0" sz="1200" u="none" cap="none" strike="noStrike">
                <a:solidFill>
                  <a:schemeClr val="dk1"/>
                </a:solidFill>
                <a:latin typeface="Roboto"/>
                <a:ea typeface="Roboto"/>
                <a:cs typeface="Roboto"/>
                <a:sym typeface="Roboto"/>
              </a:defRPr>
            </a:lvl4pPr>
            <a:lvl5pPr indent="-298450" lvl="4" marL="2286000" marR="0" rtl="0" algn="l">
              <a:lnSpc>
                <a:spcPct val="90000"/>
              </a:lnSpc>
              <a:spcBef>
                <a:spcPts val="400"/>
              </a:spcBef>
              <a:spcAft>
                <a:spcPts val="0"/>
              </a:spcAft>
              <a:buClr>
                <a:schemeClr val="dk1"/>
              </a:buClr>
              <a:buSzPts val="1100"/>
              <a:buFont typeface="Roboto"/>
              <a:buChar char="•"/>
              <a:defRPr i="0" sz="1100" u="none" cap="none" strike="noStrike">
                <a:solidFill>
                  <a:schemeClr val="dk1"/>
                </a:solidFill>
                <a:latin typeface="Roboto"/>
                <a:ea typeface="Roboto"/>
                <a:cs typeface="Roboto"/>
                <a:sym typeface="Roboto"/>
              </a:defRPr>
            </a:lvl5pPr>
            <a:lvl6pPr indent="-317500" lvl="5" marL="2743200" marR="0" rtl="0" algn="l">
              <a:lnSpc>
                <a:spcPct val="90000"/>
              </a:lnSpc>
              <a:spcBef>
                <a:spcPts val="400"/>
              </a:spcBef>
              <a:spcAft>
                <a:spcPts val="0"/>
              </a:spcAft>
              <a:buClr>
                <a:schemeClr val="dk1"/>
              </a:buClr>
              <a:buSzPts val="1400"/>
              <a:buFont typeface="Roboto"/>
              <a:buChar char="•"/>
              <a:defRPr i="0" sz="1400" u="none" cap="none" strike="noStrike">
                <a:solidFill>
                  <a:schemeClr val="dk1"/>
                </a:solidFill>
                <a:latin typeface="Roboto"/>
                <a:ea typeface="Roboto"/>
                <a:cs typeface="Roboto"/>
                <a:sym typeface="Roboto"/>
              </a:defRPr>
            </a:lvl6pPr>
            <a:lvl7pPr indent="-317500" lvl="6" marL="3200400" marR="0" rtl="0" algn="l">
              <a:lnSpc>
                <a:spcPct val="90000"/>
              </a:lnSpc>
              <a:spcBef>
                <a:spcPts val="400"/>
              </a:spcBef>
              <a:spcAft>
                <a:spcPts val="0"/>
              </a:spcAft>
              <a:buClr>
                <a:schemeClr val="dk1"/>
              </a:buClr>
              <a:buSzPts val="1400"/>
              <a:buFont typeface="Roboto"/>
              <a:buChar char="•"/>
              <a:defRPr i="0" sz="1400" u="none" cap="none" strike="noStrike">
                <a:solidFill>
                  <a:schemeClr val="dk1"/>
                </a:solidFill>
                <a:latin typeface="Roboto"/>
                <a:ea typeface="Roboto"/>
                <a:cs typeface="Roboto"/>
                <a:sym typeface="Roboto"/>
              </a:defRPr>
            </a:lvl7pPr>
            <a:lvl8pPr indent="-317500" lvl="7" marL="3657600" marR="0" rtl="0" algn="l">
              <a:lnSpc>
                <a:spcPct val="90000"/>
              </a:lnSpc>
              <a:spcBef>
                <a:spcPts val="400"/>
              </a:spcBef>
              <a:spcAft>
                <a:spcPts val="0"/>
              </a:spcAft>
              <a:buClr>
                <a:schemeClr val="dk1"/>
              </a:buClr>
              <a:buSzPts val="1400"/>
              <a:buFont typeface="Roboto"/>
              <a:buChar char="•"/>
              <a:defRPr i="0" sz="1400" u="none" cap="none" strike="noStrike">
                <a:solidFill>
                  <a:schemeClr val="dk1"/>
                </a:solidFill>
                <a:latin typeface="Roboto"/>
                <a:ea typeface="Roboto"/>
                <a:cs typeface="Roboto"/>
                <a:sym typeface="Roboto"/>
              </a:defRPr>
            </a:lvl8pPr>
            <a:lvl9pPr indent="-317500" lvl="8" marL="4114800" marR="0" rtl="0" algn="l">
              <a:lnSpc>
                <a:spcPct val="90000"/>
              </a:lnSpc>
              <a:spcBef>
                <a:spcPts val="400"/>
              </a:spcBef>
              <a:spcAft>
                <a:spcPts val="0"/>
              </a:spcAft>
              <a:buClr>
                <a:schemeClr val="dk1"/>
              </a:buClr>
              <a:buSzPts val="1400"/>
              <a:buFont typeface="Roboto"/>
              <a:buChar char="•"/>
              <a:defRPr i="0" sz="1400" u="none" cap="none" strike="noStrike">
                <a:solidFill>
                  <a:schemeClr val="dk1"/>
                </a:solidFill>
                <a:latin typeface="Roboto"/>
                <a:ea typeface="Roboto"/>
                <a:cs typeface="Roboto"/>
                <a:sym typeface="Roboto"/>
              </a:defRPr>
            </a:lvl9pPr>
          </a:lstStyle>
          <a:p/>
        </p:txBody>
      </p:sp>
      <p:sp>
        <p:nvSpPr>
          <p:cNvPr id="8" name="Google Shape;8;p1"/>
          <p:cNvSpPr txBox="1"/>
          <p:nvPr/>
        </p:nvSpPr>
        <p:spPr>
          <a:xfrm>
            <a:off x="6596895" y="4677965"/>
            <a:ext cx="1972186" cy="465535"/>
          </a:xfrm>
          <a:prstGeom prst="rect">
            <a:avLst/>
          </a:prstGeom>
          <a:noFill/>
          <a:ln>
            <a:noFill/>
          </a:ln>
        </p:spPr>
        <p:txBody>
          <a:bodyPr anchorCtr="0" anchor="ctr" bIns="0" lIns="0" spcFirstLastPara="1" rIns="0" wrap="square" tIns="0">
            <a:noAutofit/>
          </a:bodyPr>
          <a:lstStyle/>
          <a:p>
            <a:pPr indent="0" lvl="0" marL="0" marR="0" rtl="0" algn="r">
              <a:lnSpc>
                <a:spcPct val="150000"/>
              </a:lnSpc>
              <a:spcBef>
                <a:spcPts val="0"/>
              </a:spcBef>
              <a:spcAft>
                <a:spcPts val="0"/>
              </a:spcAft>
              <a:buClr>
                <a:srgbClr val="7A869A"/>
              </a:buClr>
              <a:buSzPts val="600"/>
              <a:buFont typeface="Roboto"/>
              <a:buNone/>
            </a:pPr>
            <a:fld id="{00000000-1234-1234-1234-123412341234}" type="slidenum">
              <a:rPr b="0" i="0" lang="fr" sz="600" u="none" cap="none" strike="noStrike">
                <a:solidFill>
                  <a:srgbClr val="7A869A"/>
                </a:solidFill>
                <a:latin typeface="Roboto"/>
                <a:ea typeface="Roboto"/>
                <a:cs typeface="Roboto"/>
                <a:sym typeface="Roboto"/>
              </a:rPr>
              <a:t>‹#›</a:t>
            </a:fld>
            <a:endParaRPr b="0" i="0" sz="600" u="none" cap="none" strike="noStrike">
              <a:solidFill>
                <a:srgbClr val="7A869A"/>
              </a:solidFill>
              <a:latin typeface="Roboto"/>
              <a:ea typeface="Roboto"/>
              <a:cs typeface="Roboto"/>
              <a:sym typeface="Roboto"/>
            </a:endParaRPr>
          </a:p>
        </p:txBody>
      </p:sp>
      <p:pic>
        <p:nvPicPr>
          <p:cNvPr descr="Une image contenant Graphique, graphisme, Police, logo&#10;&#10;Description générée automatiquement" id="9" name="Google Shape;9;p1"/>
          <p:cNvPicPr preferRelativeResize="0"/>
          <p:nvPr/>
        </p:nvPicPr>
        <p:blipFill rotWithShape="1">
          <a:blip r:embed="rId1">
            <a:alphaModFix/>
          </a:blip>
          <a:srcRect b="0" l="0" r="0" t="0"/>
          <a:stretch/>
        </p:blipFill>
        <p:spPr>
          <a:xfrm>
            <a:off x="503050" y="4773606"/>
            <a:ext cx="504225" cy="27426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orient="horz" pos="409">
          <p15:clr>
            <a:srgbClr val="F26B43"/>
          </p15:clr>
        </p15:guide>
        <p15:guide id="3" pos="2880">
          <p15:clr>
            <a:srgbClr val="F26B43"/>
          </p15:clr>
        </p15:guide>
        <p15:guide id="4" pos="2744">
          <p15:clr>
            <a:srgbClr val="F26B43"/>
          </p15:clr>
        </p15:guide>
        <p15:guide id="5" pos="3016">
          <p15:clr>
            <a:srgbClr val="F26B43"/>
          </p15:clr>
        </p15:guide>
        <p15:guide id="6" pos="5398">
          <p15:clr>
            <a:srgbClr val="F26B43"/>
          </p15:clr>
        </p15:guide>
        <p15:guide id="7" orient="horz" pos="191">
          <p15:clr>
            <a:srgbClr val="F26B43"/>
          </p15:clr>
        </p15:guide>
        <p15:guide id="8" orient="horz" pos="2947">
          <p15:clr>
            <a:srgbClr val="F26B43"/>
          </p15:clr>
        </p15:guide>
        <p15:guide id="9" pos="362">
          <p15:clr>
            <a:srgbClr val="F26B43"/>
          </p15:clr>
        </p15:guide>
        <p15:guide id="10" pos="635">
          <p15:clr>
            <a:srgbClr val="F26B43"/>
          </p15:clr>
        </p15:guide>
        <p15:guide id="11" pos="5125">
          <p15:clr>
            <a:srgbClr val="F26B43"/>
          </p15:clr>
        </p15:guide>
        <p15:guide id="12" orient="horz" pos="973">
          <p15:clr>
            <a:srgbClr val="F26B43"/>
          </p15:clr>
        </p15:guide>
        <p15:guide id="13" pos="383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9.xml"/><Relationship Id="rId3" Type="http://schemas.openxmlformats.org/officeDocument/2006/relationships/comments" Target="../comments/commen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comments" Target="../comments/comment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6"/>
          <p:cNvSpPr txBox="1"/>
          <p:nvPr>
            <p:ph type="ctrTitle"/>
          </p:nvPr>
        </p:nvSpPr>
        <p:spPr>
          <a:xfrm>
            <a:off x="477147" y="2179745"/>
            <a:ext cx="7210369" cy="2399162"/>
          </a:xfrm>
          <a:prstGeom prst="rect">
            <a:avLst/>
          </a:prstGeom>
          <a:noFill/>
          <a:ln>
            <a:noFill/>
          </a:ln>
        </p:spPr>
        <p:txBody>
          <a:bodyPr anchorCtr="0" anchor="t" bIns="34275" lIns="68575" spcFirstLastPara="1" rIns="68575" wrap="square" tIns="34275">
            <a:normAutofit/>
          </a:bodyPr>
          <a:lstStyle/>
          <a:p>
            <a:pPr indent="0" lvl="0" marL="0" rtl="0" algn="l">
              <a:lnSpc>
                <a:spcPct val="100000"/>
              </a:lnSpc>
              <a:spcBef>
                <a:spcPts val="0"/>
              </a:spcBef>
              <a:spcAft>
                <a:spcPts val="0"/>
              </a:spcAft>
              <a:buClr>
                <a:schemeClr val="lt1"/>
              </a:buClr>
              <a:buSzPts val="4100"/>
              <a:buFont typeface="Roboto Medium"/>
              <a:buNone/>
            </a:pPr>
            <a:r>
              <a:rPr lang="fr"/>
              <a:t>Initier son projet de VAE collective intra</a:t>
            </a:r>
            <a:endParaRPr/>
          </a:p>
        </p:txBody>
      </p:sp>
      <p:sp>
        <p:nvSpPr>
          <p:cNvPr id="457" name="Google Shape;457;p56"/>
          <p:cNvSpPr txBox="1"/>
          <p:nvPr>
            <p:ph idx="1" type="subTitle"/>
          </p:nvPr>
        </p:nvSpPr>
        <p:spPr>
          <a:xfrm>
            <a:off x="503191" y="1888825"/>
            <a:ext cx="7184324" cy="273844"/>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accent1"/>
              </a:buClr>
              <a:buSzPts val="1100"/>
              <a:buNone/>
            </a:pPr>
            <a:r>
              <a:rPr lang="fr"/>
              <a:t>WEBINAIRE - VAE COLLECTIVE</a:t>
            </a:r>
            <a:endParaRPr/>
          </a:p>
        </p:txBody>
      </p:sp>
      <p:sp>
        <p:nvSpPr>
          <p:cNvPr id="458" name="Google Shape;458;p56"/>
          <p:cNvSpPr txBox="1"/>
          <p:nvPr>
            <p:ph idx="2" type="body"/>
          </p:nvPr>
        </p:nvSpPr>
        <p:spPr>
          <a:xfrm>
            <a:off x="575075" y="4684150"/>
            <a:ext cx="3281400" cy="459300"/>
          </a:xfrm>
          <a:prstGeom prst="rect">
            <a:avLst/>
          </a:prstGeom>
        </p:spPr>
        <p:txBody>
          <a:bodyPr anchorCtr="0" anchor="ctr" bIns="34275" lIns="68575" spcFirstLastPara="1" rIns="68575" wrap="square" tIns="34275">
            <a:normAutofit/>
          </a:bodyPr>
          <a:lstStyle/>
          <a:p>
            <a:pPr indent="0" lvl="0" marL="0" rtl="0" algn="l">
              <a:spcBef>
                <a:spcPts val="800"/>
              </a:spcBef>
              <a:spcAft>
                <a:spcPts val="0"/>
              </a:spcAft>
              <a:buNone/>
            </a:pPr>
            <a:r>
              <a:rPr lang="fr"/>
              <a:t>Présentation template FVAE</a:t>
            </a:r>
            <a:endParaRPr/>
          </a:p>
        </p:txBody>
      </p:sp>
      <p:sp>
        <p:nvSpPr>
          <p:cNvPr id="459" name="Google Shape;459;p56"/>
          <p:cNvSpPr/>
          <p:nvPr/>
        </p:nvSpPr>
        <p:spPr>
          <a:xfrm>
            <a:off x="-1693525" y="778725"/>
            <a:ext cx="987000" cy="3327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Roboto Medium"/>
                <a:ea typeface="Roboto Medium"/>
                <a:cs typeface="Roboto Medium"/>
                <a:sym typeface="Roboto Medium"/>
              </a:rPr>
              <a:t>Verif numeros de slides</a:t>
            </a:r>
            <a:endParaRPr>
              <a:latin typeface="Roboto Medium"/>
              <a:ea typeface="Roboto Medium"/>
              <a:cs typeface="Roboto Medium"/>
              <a:sym typeface="Roboto Medium"/>
            </a:endParaRPr>
          </a:p>
        </p:txBody>
      </p:sp>
      <p:sp>
        <p:nvSpPr>
          <p:cNvPr id="460" name="Google Shape;460;p56"/>
          <p:cNvSpPr txBox="1"/>
          <p:nvPr/>
        </p:nvSpPr>
        <p:spPr>
          <a:xfrm>
            <a:off x="3585907" y="4677965"/>
            <a:ext cx="1972200" cy="4656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7A869A"/>
              </a:buClr>
              <a:buSzPts val="600"/>
              <a:buFont typeface="Roboto"/>
              <a:buNone/>
            </a:pPr>
            <a:r>
              <a:rPr lang="fr" sz="600">
                <a:solidFill>
                  <a:srgbClr val="7A869A"/>
                </a:solidFill>
                <a:latin typeface="Roboto"/>
                <a:ea typeface="Roboto"/>
                <a:cs typeface="Roboto"/>
                <a:sym typeface="Roboto"/>
              </a:rPr>
              <a:t>29 avril 2025</a:t>
            </a:r>
            <a:endParaRPr b="0" i="0" sz="600" u="none" cap="none" strike="noStrike">
              <a:solidFill>
                <a:srgbClr val="7A869A"/>
              </a:solidFill>
              <a:latin typeface="Roboto"/>
              <a:ea typeface="Roboto"/>
              <a:cs typeface="Roboto"/>
              <a:sym typeface="Roboto"/>
            </a:endParaRPr>
          </a:p>
        </p:txBody>
      </p:sp>
      <p:sp>
        <p:nvSpPr>
          <p:cNvPr id="461" name="Google Shape;461;p56"/>
          <p:cNvSpPr/>
          <p:nvPr/>
        </p:nvSpPr>
        <p:spPr>
          <a:xfrm>
            <a:off x="6406425" y="0"/>
            <a:ext cx="2737500" cy="1665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lt1"/>
                </a:solidFill>
                <a:latin typeface="Roboto Medium"/>
                <a:ea typeface="Roboto Medium"/>
                <a:cs typeface="Roboto Medium"/>
                <a:sym typeface="Roboto Medium"/>
              </a:rPr>
              <a:t>WIP</a:t>
            </a:r>
            <a:endParaRPr>
              <a:solidFill>
                <a:schemeClr val="lt1"/>
              </a:solidFill>
              <a:latin typeface="Roboto Medium"/>
              <a:ea typeface="Roboto Medium"/>
              <a:cs typeface="Roboto Medium"/>
              <a:sym typeface="Roboto Medium"/>
            </a:endParaRPr>
          </a:p>
          <a:p>
            <a:pPr indent="0" lvl="0" marL="0" rtl="0" algn="ctr">
              <a:spcBef>
                <a:spcPts val="0"/>
              </a:spcBef>
              <a:spcAft>
                <a:spcPts val="0"/>
              </a:spcAft>
              <a:buNone/>
            </a:pPr>
            <a:r>
              <a:rPr lang="fr">
                <a:solidFill>
                  <a:schemeClr val="lt1"/>
                </a:solidFill>
                <a:latin typeface="Roboto Medium"/>
                <a:ea typeface="Roboto Medium"/>
                <a:cs typeface="Roboto Medium"/>
                <a:sym typeface="Roboto Medium"/>
              </a:rPr>
              <a:t>version opérationnels</a:t>
            </a:r>
            <a:endParaRPr>
              <a:solidFill>
                <a:schemeClr val="lt1"/>
              </a:solidFill>
              <a:latin typeface="Roboto Medium"/>
              <a:ea typeface="Roboto Medium"/>
              <a:cs typeface="Roboto Medium"/>
              <a:sym typeface="Robot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7"/>
          <p:cNvSpPr txBox="1"/>
          <p:nvPr/>
        </p:nvSpPr>
        <p:spPr>
          <a:xfrm>
            <a:off x="6312475" y="2626350"/>
            <a:ext cx="2352900" cy="4002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800"/>
              </a:spcBef>
              <a:spcAft>
                <a:spcPts val="0"/>
              </a:spcAft>
              <a:buNone/>
            </a:pPr>
            <a:r>
              <a:rPr lang="fr">
                <a:solidFill>
                  <a:schemeClr val="dk1"/>
                </a:solidFill>
                <a:latin typeface="Roboto"/>
                <a:ea typeface="Roboto"/>
                <a:cs typeface="Roboto"/>
                <a:sym typeface="Roboto"/>
              </a:rPr>
              <a:t>Accès à la certification</a:t>
            </a:r>
            <a:endParaRPr>
              <a:solidFill>
                <a:schemeClr val="dk1"/>
              </a:solidFill>
              <a:latin typeface="Roboto"/>
              <a:ea typeface="Roboto"/>
              <a:cs typeface="Roboto"/>
              <a:sym typeface="Roboto"/>
            </a:endParaRPr>
          </a:p>
        </p:txBody>
      </p:sp>
      <p:sp>
        <p:nvSpPr>
          <p:cNvPr id="467" name="Google Shape;467;p57"/>
          <p:cNvSpPr txBox="1"/>
          <p:nvPr>
            <p:ph idx="1" type="body"/>
          </p:nvPr>
        </p:nvSpPr>
        <p:spPr>
          <a:xfrm>
            <a:off x="503039" y="6248"/>
            <a:ext cx="8568900" cy="304200"/>
          </a:xfrm>
          <a:prstGeom prst="rect">
            <a:avLst/>
          </a:prstGeom>
        </p:spPr>
        <p:txBody>
          <a:bodyPr anchorCtr="0" anchor="ctr" bIns="0" lIns="68575" spcFirstLastPara="1" rIns="68575" wrap="square" tIns="0">
            <a:normAutofit/>
          </a:bodyPr>
          <a:lstStyle/>
          <a:p>
            <a:pPr indent="0" lvl="0" marL="0" rtl="0" algn="l">
              <a:spcBef>
                <a:spcPts val="800"/>
              </a:spcBef>
              <a:spcAft>
                <a:spcPts val="0"/>
              </a:spcAft>
              <a:buNone/>
            </a:pPr>
            <a:r>
              <a:rPr lang="fr"/>
              <a:t>ENJEUX RH</a:t>
            </a:r>
            <a:endParaRPr/>
          </a:p>
        </p:txBody>
      </p:sp>
      <p:sp>
        <p:nvSpPr>
          <p:cNvPr id="468" name="Google Shape;468;p57"/>
          <p:cNvSpPr txBox="1"/>
          <p:nvPr>
            <p:ph idx="2" type="body"/>
          </p:nvPr>
        </p:nvSpPr>
        <p:spPr>
          <a:xfrm>
            <a:off x="575075" y="90625"/>
            <a:ext cx="2304000" cy="4282500"/>
          </a:xfrm>
          <a:prstGeom prst="rect">
            <a:avLst/>
          </a:prstGeom>
        </p:spPr>
        <p:txBody>
          <a:bodyPr anchorCtr="0" anchor="ctr" bIns="34275" lIns="68575" spcFirstLastPara="1" rIns="68575" wrap="square" tIns="34275">
            <a:normAutofit/>
          </a:bodyPr>
          <a:lstStyle/>
          <a:p>
            <a:pPr indent="0" lvl="0" marL="0" rtl="0" algn="ctr">
              <a:spcBef>
                <a:spcPts val="800"/>
              </a:spcBef>
              <a:spcAft>
                <a:spcPts val="0"/>
              </a:spcAft>
              <a:buNone/>
            </a:pPr>
            <a:r>
              <a:rPr lang="fr"/>
              <a:t>Reconnaissance</a:t>
            </a:r>
            <a:endParaRPr/>
          </a:p>
        </p:txBody>
      </p:sp>
      <p:sp>
        <p:nvSpPr>
          <p:cNvPr id="469" name="Google Shape;469;p57"/>
          <p:cNvSpPr txBox="1"/>
          <p:nvPr>
            <p:ph idx="3" type="body"/>
          </p:nvPr>
        </p:nvSpPr>
        <p:spPr>
          <a:xfrm>
            <a:off x="3492001" y="90617"/>
            <a:ext cx="2160000" cy="4282500"/>
          </a:xfrm>
          <a:prstGeom prst="rect">
            <a:avLst/>
          </a:prstGeom>
        </p:spPr>
        <p:txBody>
          <a:bodyPr anchorCtr="0" anchor="ctr" bIns="34275" lIns="68575" spcFirstLastPara="1" rIns="68575" wrap="square" tIns="34275">
            <a:normAutofit/>
          </a:bodyPr>
          <a:lstStyle/>
          <a:p>
            <a:pPr indent="0" lvl="0" marL="0" rtl="0" algn="ctr">
              <a:spcBef>
                <a:spcPts val="800"/>
              </a:spcBef>
              <a:spcAft>
                <a:spcPts val="0"/>
              </a:spcAft>
              <a:buNone/>
            </a:pPr>
            <a:r>
              <a:rPr lang="fr"/>
              <a:t>Fidélisation</a:t>
            </a:r>
            <a:endParaRPr/>
          </a:p>
        </p:txBody>
      </p:sp>
      <p:sp>
        <p:nvSpPr>
          <p:cNvPr id="470" name="Google Shape;470;p57"/>
          <p:cNvSpPr txBox="1"/>
          <p:nvPr>
            <p:ph idx="4" type="body"/>
          </p:nvPr>
        </p:nvSpPr>
        <p:spPr>
          <a:xfrm>
            <a:off x="6408925" y="90625"/>
            <a:ext cx="2544000" cy="4282500"/>
          </a:xfrm>
          <a:prstGeom prst="rect">
            <a:avLst/>
          </a:prstGeom>
        </p:spPr>
        <p:txBody>
          <a:bodyPr anchorCtr="0" anchor="ctr" bIns="34275" lIns="68575" spcFirstLastPara="1" rIns="68575" wrap="square" tIns="34275">
            <a:normAutofit/>
          </a:bodyPr>
          <a:lstStyle/>
          <a:p>
            <a:pPr indent="0" lvl="0" marL="0" rtl="0" algn="ctr">
              <a:spcBef>
                <a:spcPts val="800"/>
              </a:spcBef>
              <a:spcAft>
                <a:spcPts val="0"/>
              </a:spcAft>
              <a:buNone/>
            </a:pPr>
            <a:r>
              <a:rPr lang="fr"/>
              <a:t>Sécurisation </a:t>
            </a:r>
            <a:br>
              <a:rPr lang="fr"/>
            </a:br>
            <a:r>
              <a:rPr lang="fr"/>
              <a:t>des parcours pro.</a:t>
            </a:r>
            <a:endParaRPr/>
          </a:p>
        </p:txBody>
      </p:sp>
      <p:sp>
        <p:nvSpPr>
          <p:cNvPr id="471" name="Google Shape;471;p57"/>
          <p:cNvSpPr txBox="1"/>
          <p:nvPr/>
        </p:nvSpPr>
        <p:spPr>
          <a:xfrm>
            <a:off x="575075" y="2626350"/>
            <a:ext cx="2352900" cy="9174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800"/>
              </a:spcBef>
              <a:spcAft>
                <a:spcPts val="0"/>
              </a:spcAft>
              <a:buNone/>
            </a:pPr>
            <a:r>
              <a:rPr lang="fr">
                <a:solidFill>
                  <a:schemeClr val="dk1"/>
                </a:solidFill>
                <a:latin typeface="Roboto"/>
                <a:ea typeface="Roboto"/>
                <a:cs typeface="Roboto"/>
                <a:sym typeface="Roboto"/>
              </a:rPr>
              <a:t>Valoriser l’expérience acquise par vos collaborateurs</a:t>
            </a:r>
            <a:endParaRPr>
              <a:solidFill>
                <a:schemeClr val="dk1"/>
              </a:solidFill>
              <a:latin typeface="Roboto"/>
              <a:ea typeface="Roboto"/>
              <a:cs typeface="Roboto"/>
              <a:sym typeface="Roboto"/>
            </a:endParaRPr>
          </a:p>
        </p:txBody>
      </p:sp>
      <p:sp>
        <p:nvSpPr>
          <p:cNvPr id="472" name="Google Shape;472;p57"/>
          <p:cNvSpPr txBox="1"/>
          <p:nvPr/>
        </p:nvSpPr>
        <p:spPr>
          <a:xfrm>
            <a:off x="3395550" y="2626350"/>
            <a:ext cx="2352900" cy="658800"/>
          </a:xfrm>
          <a:prstGeom prst="rect">
            <a:avLst/>
          </a:prstGeom>
          <a:noFill/>
          <a:ln>
            <a:noFill/>
          </a:ln>
        </p:spPr>
        <p:txBody>
          <a:bodyPr anchorCtr="0" anchor="t" bIns="91425" lIns="91425" spcFirstLastPara="1" rIns="91425" wrap="square" tIns="91425">
            <a:spAutoFit/>
          </a:bodyPr>
          <a:lstStyle/>
          <a:p>
            <a:pPr indent="0" lvl="0" marL="0" rtl="0" algn="ctr">
              <a:lnSpc>
                <a:spcPct val="120000"/>
              </a:lnSpc>
              <a:spcBef>
                <a:spcPts val="800"/>
              </a:spcBef>
              <a:spcAft>
                <a:spcPts val="0"/>
              </a:spcAft>
              <a:buNone/>
            </a:pPr>
            <a:r>
              <a:rPr lang="fr">
                <a:solidFill>
                  <a:schemeClr val="dk1"/>
                </a:solidFill>
                <a:latin typeface="Roboto"/>
                <a:ea typeface="Roboto"/>
                <a:cs typeface="Roboto"/>
                <a:sym typeface="Roboto"/>
              </a:rPr>
              <a:t>Renforcer l’engagement et réduire le turnover</a:t>
            </a:r>
            <a:endParaRPr>
              <a:solidFill>
                <a:schemeClr val="dk1"/>
              </a:solidFill>
              <a:latin typeface="Roboto"/>
              <a:ea typeface="Roboto"/>
              <a:cs typeface="Roboto"/>
              <a:sym typeface="Roboto"/>
            </a:endParaRPr>
          </a:p>
        </p:txBody>
      </p:sp>
      <p:sp>
        <p:nvSpPr>
          <p:cNvPr id="473" name="Google Shape;473;p57"/>
          <p:cNvSpPr txBox="1"/>
          <p:nvPr>
            <p:ph idx="5" type="body"/>
          </p:nvPr>
        </p:nvSpPr>
        <p:spPr>
          <a:xfrm>
            <a:off x="502541" y="362537"/>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Pourquoi la VAE collective ?</a:t>
            </a:r>
            <a:endParaRPr/>
          </a:p>
        </p:txBody>
      </p:sp>
      <p:sp>
        <p:nvSpPr>
          <p:cNvPr id="474" name="Google Shape;474;p57"/>
          <p:cNvSpPr/>
          <p:nvPr/>
        </p:nvSpPr>
        <p:spPr>
          <a:xfrm>
            <a:off x="595950" y="4019175"/>
            <a:ext cx="7973100" cy="6588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lnSpc>
                <a:spcPct val="120000"/>
              </a:lnSpc>
              <a:spcBef>
                <a:spcPts val="800"/>
              </a:spcBef>
              <a:spcAft>
                <a:spcPts val="0"/>
              </a:spcAft>
              <a:buNone/>
            </a:pPr>
            <a:r>
              <a:rPr lang="fr">
                <a:solidFill>
                  <a:schemeClr val="dk1"/>
                </a:solidFill>
                <a:latin typeface="Roboto"/>
                <a:ea typeface="Roboto"/>
                <a:cs typeface="Roboto"/>
                <a:sym typeface="Roboto"/>
              </a:rPr>
              <a:t>La réforme nationale simplifie et accélère l’accès à la VAE. </a:t>
            </a:r>
            <a:endParaRPr>
              <a:solidFill>
                <a:schemeClr val="dk1"/>
              </a:solidFill>
              <a:latin typeface="Roboto"/>
              <a:ea typeface="Roboto"/>
              <a:cs typeface="Roboto"/>
              <a:sym typeface="Roboto"/>
            </a:endParaRPr>
          </a:p>
        </p:txBody>
      </p:sp>
      <p:sp>
        <p:nvSpPr>
          <p:cNvPr id="475" name="Google Shape;475;p57"/>
          <p:cNvSpPr txBox="1"/>
          <p:nvPr>
            <p:ph idx="4" type="body"/>
          </p:nvPr>
        </p:nvSpPr>
        <p:spPr>
          <a:xfrm>
            <a:off x="9144004" y="90617"/>
            <a:ext cx="2160000" cy="4282500"/>
          </a:xfrm>
          <a:prstGeom prst="rect">
            <a:avLst/>
          </a:prstGeom>
        </p:spPr>
        <p:txBody>
          <a:bodyPr anchorCtr="0" anchor="ctr" bIns="34275" lIns="68575" spcFirstLastPara="1" rIns="68575" wrap="square" tIns="34275">
            <a:normAutofit/>
          </a:bodyPr>
          <a:lstStyle/>
          <a:p>
            <a:pPr indent="0" lvl="0" marL="0" rtl="0" algn="ctr">
              <a:spcBef>
                <a:spcPts val="800"/>
              </a:spcBef>
              <a:spcAft>
                <a:spcPts val="0"/>
              </a:spcAft>
              <a:buNone/>
            </a:pPr>
            <a:r>
              <a:rPr lang="fr"/>
              <a:t>Renforcer la marque employeur</a:t>
            </a:r>
            <a:endParaRPr/>
          </a:p>
        </p:txBody>
      </p:sp>
      <p:sp>
        <p:nvSpPr>
          <p:cNvPr id="476" name="Google Shape;476;p57"/>
          <p:cNvSpPr/>
          <p:nvPr/>
        </p:nvSpPr>
        <p:spPr>
          <a:xfrm>
            <a:off x="7406075" y="-905350"/>
            <a:ext cx="2737500" cy="1665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lt1"/>
                </a:solidFill>
                <a:latin typeface="Roboto Medium"/>
                <a:ea typeface="Roboto Medium"/>
                <a:cs typeface="Roboto Medium"/>
                <a:sym typeface="Roboto Medium"/>
              </a:rPr>
              <a:t>A compléter - Point 4</a:t>
            </a:r>
            <a:endParaRPr>
              <a:solidFill>
                <a:schemeClr val="lt1"/>
              </a:solidFill>
              <a:latin typeface="Roboto Medium"/>
              <a:ea typeface="Roboto Medium"/>
              <a:cs typeface="Roboto Medium"/>
              <a:sym typeface="Roboto Medium"/>
            </a:endParaRPr>
          </a:p>
        </p:txBody>
      </p:sp>
      <p:sp>
        <p:nvSpPr>
          <p:cNvPr id="477" name="Google Shape;477;p57"/>
          <p:cNvSpPr txBox="1"/>
          <p:nvPr>
            <p:ph idx="5" type="body"/>
          </p:nvPr>
        </p:nvSpPr>
        <p:spPr>
          <a:xfrm>
            <a:off x="502541" y="1135862"/>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Le cercle vertueux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58"/>
          <p:cNvSpPr txBox="1"/>
          <p:nvPr>
            <p:ph idx="1" type="body"/>
          </p:nvPr>
        </p:nvSpPr>
        <p:spPr>
          <a:xfrm>
            <a:off x="503039" y="6248"/>
            <a:ext cx="8568900" cy="304200"/>
          </a:xfrm>
          <a:prstGeom prst="rect">
            <a:avLst/>
          </a:prstGeom>
        </p:spPr>
        <p:txBody>
          <a:bodyPr anchorCtr="0" anchor="ctr" bIns="0" lIns="68575" spcFirstLastPara="1" rIns="68575" wrap="square" tIns="0">
            <a:normAutofit/>
          </a:bodyPr>
          <a:lstStyle/>
          <a:p>
            <a:pPr indent="0" lvl="0" marL="0" rtl="0" algn="l">
              <a:spcBef>
                <a:spcPts val="800"/>
              </a:spcBef>
              <a:spcAft>
                <a:spcPts val="0"/>
              </a:spcAft>
              <a:buNone/>
            </a:pPr>
            <a:r>
              <a:rPr lang="fr"/>
              <a:t>ENJEUX RH</a:t>
            </a:r>
            <a:endParaRPr/>
          </a:p>
        </p:txBody>
      </p:sp>
      <p:sp>
        <p:nvSpPr>
          <p:cNvPr id="483" name="Google Shape;483;p58"/>
          <p:cNvSpPr txBox="1"/>
          <p:nvPr>
            <p:ph idx="2" type="body"/>
          </p:nvPr>
        </p:nvSpPr>
        <p:spPr>
          <a:xfrm>
            <a:off x="575075" y="760550"/>
            <a:ext cx="2304000" cy="877200"/>
          </a:xfrm>
          <a:prstGeom prst="rect">
            <a:avLst/>
          </a:prstGeom>
        </p:spPr>
        <p:txBody>
          <a:bodyPr anchorCtr="0" anchor="ctr" bIns="34275" lIns="68575" spcFirstLastPara="1" rIns="68575" wrap="square" tIns="34275">
            <a:normAutofit/>
          </a:bodyPr>
          <a:lstStyle/>
          <a:p>
            <a:pPr indent="0" lvl="0" marL="0" rtl="0" algn="ctr">
              <a:spcBef>
                <a:spcPts val="800"/>
              </a:spcBef>
              <a:spcAft>
                <a:spcPts val="0"/>
              </a:spcAft>
              <a:buNone/>
            </a:pPr>
            <a:r>
              <a:rPr lang="fr"/>
              <a:t>Pour l’employeur</a:t>
            </a:r>
            <a:endParaRPr/>
          </a:p>
        </p:txBody>
      </p:sp>
      <p:sp>
        <p:nvSpPr>
          <p:cNvPr id="484" name="Google Shape;484;p58"/>
          <p:cNvSpPr txBox="1"/>
          <p:nvPr/>
        </p:nvSpPr>
        <p:spPr>
          <a:xfrm>
            <a:off x="575075" y="2626350"/>
            <a:ext cx="25968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800"/>
              </a:spcBef>
              <a:spcAft>
                <a:spcPts val="0"/>
              </a:spcAft>
              <a:buNone/>
            </a:pPr>
            <a:r>
              <a:rPr lang="fr">
                <a:solidFill>
                  <a:schemeClr val="dk1"/>
                </a:solidFill>
                <a:latin typeface="Roboto"/>
                <a:ea typeface="Roboto"/>
                <a:cs typeface="Roboto"/>
                <a:sym typeface="Roboto"/>
              </a:rPr>
              <a:t>Réduction du temps et du </a:t>
            </a:r>
            <a:r>
              <a:rPr lang="fr">
                <a:solidFill>
                  <a:schemeClr val="dk1"/>
                </a:solidFill>
                <a:latin typeface="Roboto"/>
                <a:ea typeface="Roboto"/>
                <a:cs typeface="Roboto"/>
                <a:sym typeface="Roboto"/>
              </a:rPr>
              <a:t>coût</a:t>
            </a:r>
            <a:r>
              <a:rPr lang="fr">
                <a:solidFill>
                  <a:schemeClr val="dk1"/>
                </a:solidFill>
                <a:latin typeface="Roboto"/>
                <a:ea typeface="Roboto"/>
                <a:cs typeface="Roboto"/>
                <a:sym typeface="Roboto"/>
              </a:rPr>
              <a:t> d’accès à la certification</a:t>
            </a:r>
            <a:endParaRPr>
              <a:solidFill>
                <a:schemeClr val="dk1"/>
              </a:solidFill>
              <a:latin typeface="Roboto"/>
              <a:ea typeface="Roboto"/>
              <a:cs typeface="Roboto"/>
              <a:sym typeface="Roboto"/>
            </a:endParaRPr>
          </a:p>
        </p:txBody>
      </p:sp>
      <p:sp>
        <p:nvSpPr>
          <p:cNvPr id="485" name="Google Shape;485;p58"/>
          <p:cNvSpPr txBox="1"/>
          <p:nvPr>
            <p:ph idx="5" type="body"/>
          </p:nvPr>
        </p:nvSpPr>
        <p:spPr>
          <a:xfrm>
            <a:off x="502541" y="362537"/>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L’ensemble des bénéfices</a:t>
            </a:r>
            <a:endParaRPr/>
          </a:p>
        </p:txBody>
      </p:sp>
      <p:sp>
        <p:nvSpPr>
          <p:cNvPr id="486" name="Google Shape;486;p58"/>
          <p:cNvSpPr/>
          <p:nvPr/>
        </p:nvSpPr>
        <p:spPr>
          <a:xfrm>
            <a:off x="595950" y="4019175"/>
            <a:ext cx="7973100" cy="6588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lnSpc>
                <a:spcPct val="120000"/>
              </a:lnSpc>
              <a:spcBef>
                <a:spcPts val="800"/>
              </a:spcBef>
              <a:spcAft>
                <a:spcPts val="0"/>
              </a:spcAft>
              <a:buNone/>
            </a:pPr>
            <a:r>
              <a:rPr lang="fr">
                <a:solidFill>
                  <a:schemeClr val="dk1"/>
                </a:solidFill>
                <a:latin typeface="Roboto"/>
                <a:ea typeface="Roboto"/>
                <a:cs typeface="Roboto"/>
                <a:sym typeface="Roboto"/>
              </a:rPr>
              <a:t>La réforme nationale simplifie et accélère l’accès à la VAE. </a:t>
            </a:r>
            <a:endParaRPr>
              <a:solidFill>
                <a:schemeClr val="dk1"/>
              </a:solidFill>
              <a:latin typeface="Roboto"/>
              <a:ea typeface="Roboto"/>
              <a:cs typeface="Roboto"/>
              <a:sym typeface="Roboto"/>
            </a:endParaRPr>
          </a:p>
        </p:txBody>
      </p:sp>
      <p:sp>
        <p:nvSpPr>
          <p:cNvPr id="487" name="Google Shape;487;p58"/>
          <p:cNvSpPr/>
          <p:nvPr/>
        </p:nvSpPr>
        <p:spPr>
          <a:xfrm>
            <a:off x="7406075" y="-905350"/>
            <a:ext cx="2737500" cy="1665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lt1"/>
                </a:solidFill>
                <a:latin typeface="Roboto Medium"/>
                <a:ea typeface="Roboto Medium"/>
                <a:cs typeface="Roboto Medium"/>
                <a:sym typeface="Roboto Medium"/>
              </a:rPr>
              <a:t>A compléter - Point 4</a:t>
            </a:r>
            <a:endParaRPr>
              <a:solidFill>
                <a:schemeClr val="lt1"/>
              </a:solidFill>
              <a:latin typeface="Roboto Medium"/>
              <a:ea typeface="Roboto Medium"/>
              <a:cs typeface="Roboto Medium"/>
              <a:sym typeface="Roboto Medium"/>
            </a:endParaRPr>
          </a:p>
        </p:txBody>
      </p:sp>
      <p:sp>
        <p:nvSpPr>
          <p:cNvPr id="488" name="Google Shape;488;p58"/>
          <p:cNvSpPr txBox="1"/>
          <p:nvPr>
            <p:ph idx="2" type="body"/>
          </p:nvPr>
        </p:nvSpPr>
        <p:spPr>
          <a:xfrm>
            <a:off x="4943125" y="760550"/>
            <a:ext cx="2304000" cy="877200"/>
          </a:xfrm>
          <a:prstGeom prst="rect">
            <a:avLst/>
          </a:prstGeom>
        </p:spPr>
        <p:txBody>
          <a:bodyPr anchorCtr="0" anchor="ctr" bIns="34275" lIns="68575" spcFirstLastPara="1" rIns="68575" wrap="square" tIns="34275">
            <a:normAutofit/>
          </a:bodyPr>
          <a:lstStyle/>
          <a:p>
            <a:pPr indent="0" lvl="0" marL="0" rtl="0" algn="ctr">
              <a:spcBef>
                <a:spcPts val="800"/>
              </a:spcBef>
              <a:spcAft>
                <a:spcPts val="0"/>
              </a:spcAft>
              <a:buNone/>
            </a:pPr>
            <a:r>
              <a:rPr lang="fr"/>
              <a:t>Pour le salarié</a:t>
            </a:r>
            <a:endParaRPr/>
          </a:p>
        </p:txBody>
      </p:sp>
      <p:sp>
        <p:nvSpPr>
          <p:cNvPr id="489" name="Google Shape;489;p58"/>
          <p:cNvSpPr txBox="1"/>
          <p:nvPr/>
        </p:nvSpPr>
        <p:spPr>
          <a:xfrm>
            <a:off x="5167825" y="2626350"/>
            <a:ext cx="3077700" cy="6588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800"/>
              </a:spcBef>
              <a:spcAft>
                <a:spcPts val="0"/>
              </a:spcAft>
              <a:buNone/>
            </a:pPr>
            <a:r>
              <a:rPr lang="fr">
                <a:solidFill>
                  <a:schemeClr val="dk1"/>
                </a:solidFill>
                <a:latin typeface="Roboto"/>
                <a:ea typeface="Roboto"/>
                <a:cs typeface="Roboto"/>
                <a:sym typeface="Roboto"/>
              </a:rPr>
              <a:t>Posture reflexive renforcée des collaborateurs après la VAE</a:t>
            </a:r>
            <a:endParaRPr>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9"/>
          <p:cNvSpPr txBox="1"/>
          <p:nvPr>
            <p:ph idx="1" type="body"/>
          </p:nvPr>
        </p:nvSpPr>
        <p:spPr>
          <a:xfrm>
            <a:off x="503039" y="6248"/>
            <a:ext cx="8568900" cy="304200"/>
          </a:xfrm>
          <a:prstGeom prst="rect">
            <a:avLst/>
          </a:prstGeom>
        </p:spPr>
        <p:txBody>
          <a:bodyPr anchorCtr="0" anchor="ctr" bIns="0" lIns="68575" spcFirstLastPara="1" rIns="68575" wrap="square" tIns="0">
            <a:noAutofit/>
          </a:bodyPr>
          <a:lstStyle/>
          <a:p>
            <a:pPr indent="0" lvl="0" marL="0" rtl="0" algn="l">
              <a:spcBef>
                <a:spcPts val="800"/>
              </a:spcBef>
              <a:spcAft>
                <a:spcPts val="0"/>
              </a:spcAft>
              <a:buNone/>
            </a:pPr>
            <a:r>
              <a:rPr lang="fr"/>
              <a:t>PARCOURS CANDIDAT</a:t>
            </a:r>
            <a:endParaRPr/>
          </a:p>
        </p:txBody>
      </p:sp>
      <p:sp>
        <p:nvSpPr>
          <p:cNvPr id="495" name="Google Shape;495;p59"/>
          <p:cNvSpPr txBox="1"/>
          <p:nvPr>
            <p:ph idx="2" type="body"/>
          </p:nvPr>
        </p:nvSpPr>
        <p:spPr>
          <a:xfrm>
            <a:off x="502541" y="360587"/>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Un parcours simple, balisé, efficace</a:t>
            </a:r>
            <a:endParaRPr/>
          </a:p>
        </p:txBody>
      </p:sp>
      <p:sp>
        <p:nvSpPr>
          <p:cNvPr id="496" name="Google Shape;496;p59"/>
          <p:cNvSpPr txBox="1"/>
          <p:nvPr>
            <p:ph idx="3" type="subTitle"/>
          </p:nvPr>
        </p:nvSpPr>
        <p:spPr>
          <a:xfrm>
            <a:off x="521600" y="2935300"/>
            <a:ext cx="1744500" cy="3165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solidFill>
                  <a:srgbClr val="1041BE"/>
                </a:solidFill>
              </a:rPr>
              <a:t>Lancement projet collectif</a:t>
            </a:r>
            <a:endParaRPr>
              <a:solidFill>
                <a:srgbClr val="1041BE"/>
              </a:solidFill>
            </a:endParaRPr>
          </a:p>
        </p:txBody>
      </p:sp>
      <p:sp>
        <p:nvSpPr>
          <p:cNvPr id="497" name="Google Shape;497;p59"/>
          <p:cNvSpPr txBox="1"/>
          <p:nvPr>
            <p:ph idx="5" type="subTitle"/>
          </p:nvPr>
        </p:nvSpPr>
        <p:spPr>
          <a:xfrm>
            <a:off x="1924775" y="1457475"/>
            <a:ext cx="20346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solidFill>
                  <a:srgbClr val="1041BE"/>
                </a:solidFill>
              </a:rPr>
              <a:t>Appel à candidature</a:t>
            </a:r>
            <a:endParaRPr>
              <a:solidFill>
                <a:srgbClr val="1041BE"/>
              </a:solidFill>
            </a:endParaRPr>
          </a:p>
        </p:txBody>
      </p:sp>
      <p:sp>
        <p:nvSpPr>
          <p:cNvPr id="498" name="Google Shape;498;p59"/>
          <p:cNvSpPr txBox="1"/>
          <p:nvPr>
            <p:ph idx="7" type="subTitle"/>
          </p:nvPr>
        </p:nvSpPr>
        <p:spPr>
          <a:xfrm>
            <a:off x="6202425" y="2930600"/>
            <a:ext cx="17445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solidFill>
                  <a:srgbClr val="1041BE"/>
                </a:solidFill>
              </a:rPr>
              <a:t>Dépôt dossier </a:t>
            </a:r>
            <a:endParaRPr>
              <a:solidFill>
                <a:srgbClr val="1041BE"/>
              </a:solidFill>
            </a:endParaRPr>
          </a:p>
        </p:txBody>
      </p:sp>
      <p:sp>
        <p:nvSpPr>
          <p:cNvPr id="499" name="Google Shape;499;p59"/>
          <p:cNvSpPr txBox="1"/>
          <p:nvPr>
            <p:ph idx="9" type="subTitle"/>
          </p:nvPr>
        </p:nvSpPr>
        <p:spPr>
          <a:xfrm>
            <a:off x="4776550" y="1305075"/>
            <a:ext cx="19218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solidFill>
                  <a:srgbClr val="1041BE"/>
                </a:solidFill>
              </a:rPr>
              <a:t>Accompagnement</a:t>
            </a:r>
            <a:br>
              <a:rPr lang="fr">
                <a:solidFill>
                  <a:srgbClr val="1041BE"/>
                </a:solidFill>
              </a:rPr>
            </a:br>
            <a:r>
              <a:rPr lang="fr">
                <a:solidFill>
                  <a:srgbClr val="1041BE"/>
                </a:solidFill>
              </a:rPr>
              <a:t>personnalisé</a:t>
            </a:r>
            <a:endParaRPr>
              <a:solidFill>
                <a:srgbClr val="1041BE"/>
              </a:solidFill>
            </a:endParaRPr>
          </a:p>
        </p:txBody>
      </p:sp>
      <p:sp>
        <p:nvSpPr>
          <p:cNvPr id="500" name="Google Shape;500;p59"/>
          <p:cNvSpPr txBox="1"/>
          <p:nvPr>
            <p:ph idx="14" type="subTitle"/>
          </p:nvPr>
        </p:nvSpPr>
        <p:spPr>
          <a:xfrm>
            <a:off x="7353175" y="1305075"/>
            <a:ext cx="2066700" cy="290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solidFill>
                  <a:srgbClr val="1041BE"/>
                </a:solidFill>
              </a:rPr>
              <a:t>Evaluation, jury</a:t>
            </a:r>
            <a:br>
              <a:rPr lang="fr">
                <a:solidFill>
                  <a:srgbClr val="1041BE"/>
                </a:solidFill>
              </a:rPr>
            </a:br>
            <a:r>
              <a:rPr lang="fr">
                <a:solidFill>
                  <a:srgbClr val="1041BE"/>
                </a:solidFill>
              </a:rPr>
              <a:t>et résultats</a:t>
            </a:r>
            <a:endParaRPr>
              <a:solidFill>
                <a:srgbClr val="1041BE"/>
              </a:solidFill>
            </a:endParaRPr>
          </a:p>
        </p:txBody>
      </p:sp>
      <p:pic>
        <p:nvPicPr>
          <p:cNvPr id="501" name="Google Shape;501;p59" title="losange bleu roi fvae@2x.png"/>
          <p:cNvPicPr preferRelativeResize="0"/>
          <p:nvPr/>
        </p:nvPicPr>
        <p:blipFill>
          <a:blip r:embed="rId3">
            <a:alphaModFix/>
          </a:blip>
          <a:stretch>
            <a:fillRect/>
          </a:stretch>
        </p:blipFill>
        <p:spPr>
          <a:xfrm>
            <a:off x="3426855" y="2311150"/>
            <a:ext cx="432200" cy="483723"/>
          </a:xfrm>
          <a:prstGeom prst="rect">
            <a:avLst/>
          </a:prstGeom>
          <a:noFill/>
          <a:ln>
            <a:noFill/>
          </a:ln>
        </p:spPr>
      </p:pic>
      <p:pic>
        <p:nvPicPr>
          <p:cNvPr id="502" name="Google Shape;502;p59" title="losange bleu roi fvae@2x.png"/>
          <p:cNvPicPr preferRelativeResize="0"/>
          <p:nvPr/>
        </p:nvPicPr>
        <p:blipFill>
          <a:blip r:embed="rId3">
            <a:alphaModFix/>
          </a:blip>
          <a:stretch>
            <a:fillRect/>
          </a:stretch>
        </p:blipFill>
        <p:spPr>
          <a:xfrm>
            <a:off x="4852745" y="2311150"/>
            <a:ext cx="432200" cy="483723"/>
          </a:xfrm>
          <a:prstGeom prst="rect">
            <a:avLst/>
          </a:prstGeom>
          <a:noFill/>
          <a:ln>
            <a:noFill/>
          </a:ln>
        </p:spPr>
      </p:pic>
      <p:pic>
        <p:nvPicPr>
          <p:cNvPr id="503" name="Google Shape;503;p59" title="losange bleu roi fvae@2x.png"/>
          <p:cNvPicPr preferRelativeResize="0"/>
          <p:nvPr/>
        </p:nvPicPr>
        <p:blipFill>
          <a:blip r:embed="rId3">
            <a:alphaModFix/>
          </a:blip>
          <a:stretch>
            <a:fillRect/>
          </a:stretch>
        </p:blipFill>
        <p:spPr>
          <a:xfrm>
            <a:off x="6278635" y="2311150"/>
            <a:ext cx="432200" cy="483723"/>
          </a:xfrm>
          <a:prstGeom prst="rect">
            <a:avLst/>
          </a:prstGeom>
          <a:noFill/>
          <a:ln>
            <a:noFill/>
          </a:ln>
        </p:spPr>
      </p:pic>
      <p:pic>
        <p:nvPicPr>
          <p:cNvPr id="504" name="Google Shape;504;p59" title="losange bleu roi fvae@2x.png"/>
          <p:cNvPicPr preferRelativeResize="0"/>
          <p:nvPr/>
        </p:nvPicPr>
        <p:blipFill>
          <a:blip r:embed="rId3">
            <a:alphaModFix/>
          </a:blip>
          <a:stretch>
            <a:fillRect/>
          </a:stretch>
        </p:blipFill>
        <p:spPr>
          <a:xfrm>
            <a:off x="7704525" y="2311150"/>
            <a:ext cx="432200" cy="483723"/>
          </a:xfrm>
          <a:prstGeom prst="rect">
            <a:avLst/>
          </a:prstGeom>
          <a:noFill/>
          <a:ln>
            <a:noFill/>
          </a:ln>
        </p:spPr>
      </p:pic>
      <p:sp>
        <p:nvSpPr>
          <p:cNvPr id="505" name="Google Shape;505;p59"/>
          <p:cNvSpPr txBox="1"/>
          <p:nvPr>
            <p:ph idx="3" type="subTitle"/>
          </p:nvPr>
        </p:nvSpPr>
        <p:spPr>
          <a:xfrm>
            <a:off x="521600" y="3372250"/>
            <a:ext cx="1744500" cy="6342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fr" sz="1000"/>
              <a:t>Définition des objectifs, des certifications visées et typologie d’emplois ciblés.</a:t>
            </a:r>
            <a:endParaRPr sz="1000"/>
          </a:p>
        </p:txBody>
      </p:sp>
      <p:sp>
        <p:nvSpPr>
          <p:cNvPr id="506" name="Google Shape;506;p59"/>
          <p:cNvSpPr txBox="1"/>
          <p:nvPr>
            <p:ph idx="6" type="body"/>
          </p:nvPr>
        </p:nvSpPr>
        <p:spPr>
          <a:xfrm>
            <a:off x="1924775" y="1740975"/>
            <a:ext cx="1744500" cy="4287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fr" sz="1000">
                <a:solidFill>
                  <a:schemeClr val="dk1"/>
                </a:solidFill>
              </a:rPr>
              <a:t>de vos salariés sur base du volontariat</a:t>
            </a:r>
            <a:endParaRPr sz="1000">
              <a:solidFill>
                <a:schemeClr val="dk1"/>
              </a:solidFill>
            </a:endParaRPr>
          </a:p>
        </p:txBody>
      </p:sp>
      <p:sp>
        <p:nvSpPr>
          <p:cNvPr id="507" name="Google Shape;507;p59"/>
          <p:cNvSpPr txBox="1"/>
          <p:nvPr>
            <p:ph idx="8" type="body"/>
          </p:nvPr>
        </p:nvSpPr>
        <p:spPr>
          <a:xfrm>
            <a:off x="4776550" y="1740975"/>
            <a:ext cx="1744500" cy="3261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fr" sz="1000">
                <a:solidFill>
                  <a:schemeClr val="dk1"/>
                </a:solidFill>
              </a:rPr>
              <a:t>Suivi individuel et collectif des candidats</a:t>
            </a:r>
            <a:endParaRPr sz="1000">
              <a:solidFill>
                <a:schemeClr val="dk1"/>
              </a:solidFill>
            </a:endParaRPr>
          </a:p>
        </p:txBody>
      </p:sp>
      <p:sp>
        <p:nvSpPr>
          <p:cNvPr id="508" name="Google Shape;508;p59"/>
          <p:cNvSpPr txBox="1"/>
          <p:nvPr>
            <p:ph idx="3" type="subTitle"/>
          </p:nvPr>
        </p:nvSpPr>
        <p:spPr>
          <a:xfrm>
            <a:off x="7353175" y="1740975"/>
            <a:ext cx="1744500" cy="6342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fr" sz="1000"/>
              <a:t>Reconnaissance officielle des compétences.</a:t>
            </a:r>
            <a:endParaRPr sz="1000"/>
          </a:p>
        </p:txBody>
      </p:sp>
      <p:pic>
        <p:nvPicPr>
          <p:cNvPr id="509" name="Google Shape;509;p59" title="losange bleu roi fvae@2x.png"/>
          <p:cNvPicPr preferRelativeResize="0"/>
          <p:nvPr/>
        </p:nvPicPr>
        <p:blipFill>
          <a:blip r:embed="rId3">
            <a:alphaModFix/>
          </a:blip>
          <a:stretch>
            <a:fillRect/>
          </a:stretch>
        </p:blipFill>
        <p:spPr>
          <a:xfrm>
            <a:off x="575075" y="2311150"/>
            <a:ext cx="432200" cy="483723"/>
          </a:xfrm>
          <a:prstGeom prst="rect">
            <a:avLst/>
          </a:prstGeom>
          <a:noFill/>
          <a:ln>
            <a:noFill/>
          </a:ln>
        </p:spPr>
      </p:pic>
      <p:sp>
        <p:nvSpPr>
          <p:cNvPr id="510" name="Google Shape;510;p59"/>
          <p:cNvSpPr/>
          <p:nvPr/>
        </p:nvSpPr>
        <p:spPr>
          <a:xfrm>
            <a:off x="4950149" y="2407939"/>
            <a:ext cx="237392" cy="290146"/>
          </a:xfrm>
          <a:custGeom>
            <a:rect b="b" l="l" r="r" t="t"/>
            <a:pathLst>
              <a:path extrusionOk="0" h="386861" w="316523">
                <a:moveTo>
                  <a:pt x="200025" y="24179"/>
                </a:moveTo>
                <a:lnTo>
                  <a:pt x="59348" y="24179"/>
                </a:lnTo>
                <a:cubicBezTo>
                  <a:pt x="40005" y="24179"/>
                  <a:pt x="24355" y="40005"/>
                  <a:pt x="24355" y="59348"/>
                </a:cubicBezTo>
                <a:lnTo>
                  <a:pt x="24179" y="340702"/>
                </a:lnTo>
                <a:cubicBezTo>
                  <a:pt x="24179" y="360045"/>
                  <a:pt x="39829" y="375871"/>
                  <a:pt x="59172" y="375871"/>
                </a:cubicBezTo>
                <a:lnTo>
                  <a:pt x="270364" y="375871"/>
                </a:lnTo>
                <a:cubicBezTo>
                  <a:pt x="289707" y="375871"/>
                  <a:pt x="305533" y="360045"/>
                  <a:pt x="305533" y="340702"/>
                </a:cubicBezTo>
                <a:lnTo>
                  <a:pt x="305533" y="129687"/>
                </a:lnTo>
                <a:lnTo>
                  <a:pt x="200025" y="24179"/>
                </a:lnTo>
                <a:close/>
                <a:moveTo>
                  <a:pt x="59348" y="340702"/>
                </a:moveTo>
                <a:lnTo>
                  <a:pt x="59348" y="59348"/>
                </a:lnTo>
                <a:lnTo>
                  <a:pt x="182440" y="59348"/>
                </a:lnTo>
                <a:lnTo>
                  <a:pt x="182440" y="147271"/>
                </a:lnTo>
                <a:lnTo>
                  <a:pt x="270364" y="147271"/>
                </a:lnTo>
                <a:lnTo>
                  <a:pt x="270364" y="340702"/>
                </a:lnTo>
                <a:lnTo>
                  <a:pt x="59348" y="340702"/>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511" name="Google Shape;511;p59"/>
          <p:cNvSpPr/>
          <p:nvPr/>
        </p:nvSpPr>
        <p:spPr>
          <a:xfrm>
            <a:off x="7762355" y="2394753"/>
            <a:ext cx="316523" cy="316523"/>
          </a:xfrm>
          <a:custGeom>
            <a:rect b="b" l="l" r="r" t="t"/>
            <a:pathLst>
              <a:path extrusionOk="0" h="422031" w="422031">
                <a:moveTo>
                  <a:pt x="217610" y="147271"/>
                </a:moveTo>
                <a:cubicBezTo>
                  <a:pt x="178748" y="147271"/>
                  <a:pt x="147271" y="178748"/>
                  <a:pt x="147271" y="217610"/>
                </a:cubicBezTo>
                <a:cubicBezTo>
                  <a:pt x="147271" y="256472"/>
                  <a:pt x="178748" y="287948"/>
                  <a:pt x="217610" y="287948"/>
                </a:cubicBezTo>
                <a:cubicBezTo>
                  <a:pt x="256472" y="287948"/>
                  <a:pt x="287948" y="256472"/>
                  <a:pt x="287948" y="217610"/>
                </a:cubicBezTo>
                <a:cubicBezTo>
                  <a:pt x="287948" y="178748"/>
                  <a:pt x="256472" y="147271"/>
                  <a:pt x="217610" y="147271"/>
                </a:cubicBezTo>
                <a:close/>
                <a:moveTo>
                  <a:pt x="374816" y="200025"/>
                </a:moveTo>
                <a:cubicBezTo>
                  <a:pt x="366727" y="126697"/>
                  <a:pt x="308522" y="68492"/>
                  <a:pt x="235194" y="60403"/>
                </a:cubicBezTo>
                <a:lnTo>
                  <a:pt x="235194" y="24179"/>
                </a:lnTo>
                <a:lnTo>
                  <a:pt x="200025" y="24179"/>
                </a:lnTo>
                <a:lnTo>
                  <a:pt x="200025" y="60403"/>
                </a:lnTo>
                <a:cubicBezTo>
                  <a:pt x="126697" y="68492"/>
                  <a:pt x="68492" y="126697"/>
                  <a:pt x="60403" y="200025"/>
                </a:cubicBezTo>
                <a:lnTo>
                  <a:pt x="24179" y="200025"/>
                </a:lnTo>
                <a:lnTo>
                  <a:pt x="24179" y="235194"/>
                </a:lnTo>
                <a:lnTo>
                  <a:pt x="60403" y="235194"/>
                </a:lnTo>
                <a:cubicBezTo>
                  <a:pt x="68492" y="308522"/>
                  <a:pt x="126697" y="366727"/>
                  <a:pt x="200025" y="374816"/>
                </a:cubicBezTo>
                <a:lnTo>
                  <a:pt x="200025" y="411041"/>
                </a:lnTo>
                <a:lnTo>
                  <a:pt x="235194" y="411041"/>
                </a:lnTo>
                <a:lnTo>
                  <a:pt x="235194" y="374816"/>
                </a:lnTo>
                <a:cubicBezTo>
                  <a:pt x="308522" y="366727"/>
                  <a:pt x="366727" y="308522"/>
                  <a:pt x="374816" y="235194"/>
                </a:cubicBezTo>
                <a:lnTo>
                  <a:pt x="411041" y="235194"/>
                </a:lnTo>
                <a:lnTo>
                  <a:pt x="411041" y="200025"/>
                </a:lnTo>
                <a:lnTo>
                  <a:pt x="374816" y="200025"/>
                </a:lnTo>
                <a:close/>
                <a:moveTo>
                  <a:pt x="217610" y="340702"/>
                </a:moveTo>
                <a:cubicBezTo>
                  <a:pt x="149557" y="340702"/>
                  <a:pt x="94517" y="285662"/>
                  <a:pt x="94517" y="217610"/>
                </a:cubicBezTo>
                <a:cubicBezTo>
                  <a:pt x="94517" y="149557"/>
                  <a:pt x="149557" y="94517"/>
                  <a:pt x="217610" y="94517"/>
                </a:cubicBezTo>
                <a:cubicBezTo>
                  <a:pt x="285662" y="94517"/>
                  <a:pt x="340702" y="149557"/>
                  <a:pt x="340702" y="217610"/>
                </a:cubicBezTo>
                <a:cubicBezTo>
                  <a:pt x="340702" y="285662"/>
                  <a:pt x="285662" y="340702"/>
                  <a:pt x="217610" y="340702"/>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512" name="Google Shape;512;p59"/>
          <p:cNvSpPr/>
          <p:nvPr/>
        </p:nvSpPr>
        <p:spPr>
          <a:xfrm>
            <a:off x="652697" y="2407939"/>
            <a:ext cx="276958" cy="290146"/>
          </a:xfrm>
          <a:custGeom>
            <a:rect b="b" l="l" r="r" t="t"/>
            <a:pathLst>
              <a:path extrusionOk="0" h="386861" w="369277">
                <a:moveTo>
                  <a:pt x="358287" y="270364"/>
                </a:moveTo>
                <a:lnTo>
                  <a:pt x="358287" y="235194"/>
                </a:lnTo>
                <a:lnTo>
                  <a:pt x="217610" y="147271"/>
                </a:lnTo>
                <a:lnTo>
                  <a:pt x="217610" y="50556"/>
                </a:lnTo>
                <a:cubicBezTo>
                  <a:pt x="217610" y="35961"/>
                  <a:pt x="205828" y="24179"/>
                  <a:pt x="191233" y="24179"/>
                </a:cubicBezTo>
                <a:cubicBezTo>
                  <a:pt x="176638" y="24179"/>
                  <a:pt x="164856" y="35961"/>
                  <a:pt x="164856" y="50556"/>
                </a:cubicBezTo>
                <a:lnTo>
                  <a:pt x="164856" y="147271"/>
                </a:lnTo>
                <a:lnTo>
                  <a:pt x="24179" y="235194"/>
                </a:lnTo>
                <a:lnTo>
                  <a:pt x="24179" y="270364"/>
                </a:lnTo>
                <a:lnTo>
                  <a:pt x="164856" y="226402"/>
                </a:lnTo>
                <a:lnTo>
                  <a:pt x="164856" y="323118"/>
                </a:lnTo>
                <a:lnTo>
                  <a:pt x="129687" y="349494"/>
                </a:lnTo>
                <a:lnTo>
                  <a:pt x="129687" y="375871"/>
                </a:lnTo>
                <a:lnTo>
                  <a:pt x="191233" y="358287"/>
                </a:lnTo>
                <a:lnTo>
                  <a:pt x="252779" y="375871"/>
                </a:lnTo>
                <a:lnTo>
                  <a:pt x="252779" y="349494"/>
                </a:lnTo>
                <a:lnTo>
                  <a:pt x="217610" y="323118"/>
                </a:lnTo>
                <a:lnTo>
                  <a:pt x="217610" y="226402"/>
                </a:lnTo>
                <a:lnTo>
                  <a:pt x="358287" y="270364"/>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513" name="Google Shape;513;p59"/>
          <p:cNvSpPr/>
          <p:nvPr/>
        </p:nvSpPr>
        <p:spPr>
          <a:xfrm>
            <a:off x="3512204" y="2407958"/>
            <a:ext cx="237392" cy="237392"/>
          </a:xfrm>
          <a:custGeom>
            <a:rect b="b" l="l" r="r" t="t"/>
            <a:pathLst>
              <a:path extrusionOk="0" h="316523" w="316523">
                <a:moveTo>
                  <a:pt x="164856" y="59348"/>
                </a:moveTo>
                <a:cubicBezTo>
                  <a:pt x="184199" y="59348"/>
                  <a:pt x="200025" y="75174"/>
                  <a:pt x="200025" y="94517"/>
                </a:cubicBezTo>
                <a:cubicBezTo>
                  <a:pt x="200025" y="113860"/>
                  <a:pt x="184199" y="129687"/>
                  <a:pt x="164856" y="129687"/>
                </a:cubicBezTo>
                <a:cubicBezTo>
                  <a:pt x="145513" y="129687"/>
                  <a:pt x="129687" y="113860"/>
                  <a:pt x="129687" y="94517"/>
                </a:cubicBezTo>
                <a:cubicBezTo>
                  <a:pt x="129687" y="75174"/>
                  <a:pt x="145513" y="59348"/>
                  <a:pt x="164856" y="59348"/>
                </a:cubicBezTo>
                <a:moveTo>
                  <a:pt x="164856" y="235194"/>
                </a:moveTo>
                <a:cubicBezTo>
                  <a:pt x="212334" y="235194"/>
                  <a:pt x="266847" y="257879"/>
                  <a:pt x="270364" y="270364"/>
                </a:cubicBezTo>
                <a:lnTo>
                  <a:pt x="59348" y="270364"/>
                </a:lnTo>
                <a:cubicBezTo>
                  <a:pt x="63393" y="257703"/>
                  <a:pt x="117553" y="235194"/>
                  <a:pt x="164856" y="235194"/>
                </a:cubicBezTo>
                <a:moveTo>
                  <a:pt x="164856" y="24179"/>
                </a:moveTo>
                <a:cubicBezTo>
                  <a:pt x="125994" y="24179"/>
                  <a:pt x="94517" y="55655"/>
                  <a:pt x="94517" y="94517"/>
                </a:cubicBezTo>
                <a:cubicBezTo>
                  <a:pt x="94517" y="133379"/>
                  <a:pt x="125994" y="164856"/>
                  <a:pt x="164856" y="164856"/>
                </a:cubicBezTo>
                <a:cubicBezTo>
                  <a:pt x="203718" y="164856"/>
                  <a:pt x="235194" y="133379"/>
                  <a:pt x="235194" y="94517"/>
                </a:cubicBezTo>
                <a:cubicBezTo>
                  <a:pt x="235194" y="55655"/>
                  <a:pt x="203718" y="24179"/>
                  <a:pt x="164856" y="24179"/>
                </a:cubicBezTo>
                <a:close/>
                <a:moveTo>
                  <a:pt x="164856" y="200025"/>
                </a:moveTo>
                <a:cubicBezTo>
                  <a:pt x="117905" y="200025"/>
                  <a:pt x="24179" y="223589"/>
                  <a:pt x="24179" y="270364"/>
                </a:cubicBezTo>
                <a:lnTo>
                  <a:pt x="24179" y="305533"/>
                </a:lnTo>
                <a:lnTo>
                  <a:pt x="305533" y="305533"/>
                </a:lnTo>
                <a:lnTo>
                  <a:pt x="305533" y="270364"/>
                </a:lnTo>
                <a:cubicBezTo>
                  <a:pt x="305533" y="223589"/>
                  <a:pt x="211807" y="200025"/>
                  <a:pt x="164856" y="200025"/>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514" name="Google Shape;514;p59"/>
          <p:cNvSpPr/>
          <p:nvPr/>
        </p:nvSpPr>
        <p:spPr>
          <a:xfrm>
            <a:off x="6349665" y="2447504"/>
            <a:ext cx="290146" cy="211015"/>
          </a:xfrm>
          <a:custGeom>
            <a:rect b="b" l="l" r="r" t="t"/>
            <a:pathLst>
              <a:path extrusionOk="0" h="281354" w="386861">
                <a:moveTo>
                  <a:pt x="147271" y="178044"/>
                </a:moveTo>
                <a:cubicBezTo>
                  <a:pt x="106123" y="178044"/>
                  <a:pt x="24179" y="198618"/>
                  <a:pt x="24179" y="239591"/>
                </a:cubicBezTo>
                <a:lnTo>
                  <a:pt x="24179" y="270364"/>
                </a:lnTo>
                <a:lnTo>
                  <a:pt x="270364" y="270364"/>
                </a:lnTo>
                <a:lnTo>
                  <a:pt x="270364" y="239591"/>
                </a:lnTo>
                <a:cubicBezTo>
                  <a:pt x="270364" y="198618"/>
                  <a:pt x="188419" y="178044"/>
                  <a:pt x="147271" y="178044"/>
                </a:cubicBezTo>
                <a:close/>
                <a:moveTo>
                  <a:pt x="65327" y="235194"/>
                </a:moveTo>
                <a:cubicBezTo>
                  <a:pt x="80098" y="224995"/>
                  <a:pt x="115795" y="213214"/>
                  <a:pt x="147271" y="213214"/>
                </a:cubicBezTo>
                <a:cubicBezTo>
                  <a:pt x="178748" y="213214"/>
                  <a:pt x="214445" y="224995"/>
                  <a:pt x="229216" y="235194"/>
                </a:cubicBezTo>
                <a:lnTo>
                  <a:pt x="65327" y="235194"/>
                </a:lnTo>
                <a:close/>
                <a:moveTo>
                  <a:pt x="147271" y="147271"/>
                </a:moveTo>
                <a:cubicBezTo>
                  <a:pt x="181210" y="147271"/>
                  <a:pt x="208817" y="119663"/>
                  <a:pt x="208817" y="85725"/>
                </a:cubicBezTo>
                <a:cubicBezTo>
                  <a:pt x="208817" y="51787"/>
                  <a:pt x="181210" y="24179"/>
                  <a:pt x="147271" y="24179"/>
                </a:cubicBezTo>
                <a:cubicBezTo>
                  <a:pt x="113333" y="24179"/>
                  <a:pt x="85725" y="51787"/>
                  <a:pt x="85725" y="85725"/>
                </a:cubicBezTo>
                <a:cubicBezTo>
                  <a:pt x="85725" y="119663"/>
                  <a:pt x="113333" y="147271"/>
                  <a:pt x="147271" y="147271"/>
                </a:cubicBezTo>
                <a:close/>
                <a:moveTo>
                  <a:pt x="147271" y="59348"/>
                </a:moveTo>
                <a:cubicBezTo>
                  <a:pt x="161866" y="59348"/>
                  <a:pt x="173648" y="71130"/>
                  <a:pt x="173648" y="85725"/>
                </a:cubicBezTo>
                <a:cubicBezTo>
                  <a:pt x="173648" y="100320"/>
                  <a:pt x="161866" y="112102"/>
                  <a:pt x="147271" y="112102"/>
                </a:cubicBezTo>
                <a:cubicBezTo>
                  <a:pt x="132676" y="112102"/>
                  <a:pt x="120894" y="100320"/>
                  <a:pt x="120894" y="85725"/>
                </a:cubicBezTo>
                <a:cubicBezTo>
                  <a:pt x="120894" y="71130"/>
                  <a:pt x="132676" y="59348"/>
                  <a:pt x="147271" y="59348"/>
                </a:cubicBezTo>
                <a:close/>
                <a:moveTo>
                  <a:pt x="271067" y="179099"/>
                </a:moveTo>
                <a:cubicBezTo>
                  <a:pt x="291465" y="193870"/>
                  <a:pt x="305533" y="213565"/>
                  <a:pt x="305533" y="239591"/>
                </a:cubicBezTo>
                <a:lnTo>
                  <a:pt x="305533" y="270364"/>
                </a:lnTo>
                <a:lnTo>
                  <a:pt x="375871" y="270364"/>
                </a:lnTo>
                <a:lnTo>
                  <a:pt x="375871" y="239591"/>
                </a:lnTo>
                <a:cubicBezTo>
                  <a:pt x="375871" y="204070"/>
                  <a:pt x="314325" y="183847"/>
                  <a:pt x="271067" y="179099"/>
                </a:cubicBezTo>
                <a:close/>
                <a:moveTo>
                  <a:pt x="252779" y="147271"/>
                </a:moveTo>
                <a:cubicBezTo>
                  <a:pt x="286717" y="147271"/>
                  <a:pt x="314325" y="119663"/>
                  <a:pt x="314325" y="85725"/>
                </a:cubicBezTo>
                <a:cubicBezTo>
                  <a:pt x="314325" y="51787"/>
                  <a:pt x="286717" y="24179"/>
                  <a:pt x="252779" y="24179"/>
                </a:cubicBezTo>
                <a:cubicBezTo>
                  <a:pt x="243283" y="24179"/>
                  <a:pt x="234491" y="26465"/>
                  <a:pt x="226402" y="30333"/>
                </a:cubicBezTo>
                <a:cubicBezTo>
                  <a:pt x="237480" y="45984"/>
                  <a:pt x="243987" y="65151"/>
                  <a:pt x="243987" y="85725"/>
                </a:cubicBezTo>
                <a:cubicBezTo>
                  <a:pt x="243987" y="106299"/>
                  <a:pt x="237480" y="125466"/>
                  <a:pt x="226402" y="141117"/>
                </a:cubicBezTo>
                <a:cubicBezTo>
                  <a:pt x="234491" y="144985"/>
                  <a:pt x="243283" y="147271"/>
                  <a:pt x="252779" y="147271"/>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515" name="Google Shape;515;p59"/>
          <p:cNvSpPr txBox="1"/>
          <p:nvPr>
            <p:ph idx="6" type="body"/>
          </p:nvPr>
        </p:nvSpPr>
        <p:spPr>
          <a:xfrm>
            <a:off x="6202425" y="3219850"/>
            <a:ext cx="1744500" cy="428700"/>
          </a:xfrm>
          <a:prstGeom prst="rect">
            <a:avLst/>
          </a:prstGeom>
        </p:spPr>
        <p:txBody>
          <a:bodyPr anchorCtr="0" anchor="t" bIns="34275" lIns="68575" spcFirstLastPara="1" rIns="68575" wrap="square" tIns="34275">
            <a:noAutofit/>
          </a:bodyPr>
          <a:lstStyle/>
          <a:p>
            <a:pPr indent="0" lvl="0" marL="0" rtl="0" algn="l">
              <a:lnSpc>
                <a:spcPct val="115000"/>
              </a:lnSpc>
              <a:spcBef>
                <a:spcPts val="800"/>
              </a:spcBef>
              <a:spcAft>
                <a:spcPts val="0"/>
              </a:spcAft>
              <a:buNone/>
            </a:pPr>
            <a:r>
              <a:rPr lang="fr" sz="1000">
                <a:solidFill>
                  <a:schemeClr val="dk1"/>
                </a:solidFill>
              </a:rPr>
              <a:t>Évaluation des compétences acquises</a:t>
            </a:r>
            <a:endParaRPr sz="1000">
              <a:solidFill>
                <a:schemeClr val="dk1"/>
              </a:solidFill>
            </a:endParaRPr>
          </a:p>
        </p:txBody>
      </p:sp>
      <p:pic>
        <p:nvPicPr>
          <p:cNvPr id="516" name="Google Shape;516;p59" title="losange bleu roi fvae@2x.png"/>
          <p:cNvPicPr preferRelativeResize="0"/>
          <p:nvPr/>
        </p:nvPicPr>
        <p:blipFill>
          <a:blip r:embed="rId3">
            <a:alphaModFix/>
          </a:blip>
          <a:stretch>
            <a:fillRect/>
          </a:stretch>
        </p:blipFill>
        <p:spPr>
          <a:xfrm>
            <a:off x="2000965" y="2311150"/>
            <a:ext cx="432200" cy="483723"/>
          </a:xfrm>
          <a:prstGeom prst="rect">
            <a:avLst/>
          </a:prstGeom>
          <a:noFill/>
          <a:ln>
            <a:noFill/>
          </a:ln>
        </p:spPr>
      </p:pic>
      <p:sp>
        <p:nvSpPr>
          <p:cNvPr id="517" name="Google Shape;517;p59"/>
          <p:cNvSpPr/>
          <p:nvPr/>
        </p:nvSpPr>
        <p:spPr>
          <a:xfrm>
            <a:off x="2071992" y="2433279"/>
            <a:ext cx="290146" cy="276958"/>
          </a:xfrm>
          <a:custGeom>
            <a:rect b="b" l="l" r="r" t="t"/>
            <a:pathLst>
              <a:path extrusionOk="0" h="369277" w="386861">
                <a:moveTo>
                  <a:pt x="279156" y="24179"/>
                </a:moveTo>
                <a:cubicBezTo>
                  <a:pt x="248559" y="24179"/>
                  <a:pt x="219192" y="38422"/>
                  <a:pt x="200025" y="60931"/>
                </a:cubicBezTo>
                <a:cubicBezTo>
                  <a:pt x="180858" y="38422"/>
                  <a:pt x="151492" y="24179"/>
                  <a:pt x="120894" y="24179"/>
                </a:cubicBezTo>
                <a:cubicBezTo>
                  <a:pt x="66734" y="24179"/>
                  <a:pt x="24179" y="66734"/>
                  <a:pt x="24179" y="120894"/>
                </a:cubicBezTo>
                <a:cubicBezTo>
                  <a:pt x="24179" y="187364"/>
                  <a:pt x="83967" y="241525"/>
                  <a:pt x="174527" y="323821"/>
                </a:cubicBezTo>
                <a:lnTo>
                  <a:pt x="200025" y="346857"/>
                </a:lnTo>
                <a:lnTo>
                  <a:pt x="225523" y="323645"/>
                </a:lnTo>
                <a:cubicBezTo>
                  <a:pt x="316084" y="241525"/>
                  <a:pt x="375871" y="187364"/>
                  <a:pt x="375871" y="120894"/>
                </a:cubicBezTo>
                <a:cubicBezTo>
                  <a:pt x="375871" y="66734"/>
                  <a:pt x="333317" y="24179"/>
                  <a:pt x="279156" y="24179"/>
                </a:cubicBezTo>
                <a:close/>
                <a:moveTo>
                  <a:pt x="201784" y="297620"/>
                </a:moveTo>
                <a:lnTo>
                  <a:pt x="200025" y="299378"/>
                </a:lnTo>
                <a:lnTo>
                  <a:pt x="198267" y="297620"/>
                </a:lnTo>
                <a:cubicBezTo>
                  <a:pt x="114564" y="221830"/>
                  <a:pt x="59348" y="171714"/>
                  <a:pt x="59348" y="120894"/>
                </a:cubicBezTo>
                <a:cubicBezTo>
                  <a:pt x="59348" y="85725"/>
                  <a:pt x="85725" y="59348"/>
                  <a:pt x="120894" y="59348"/>
                </a:cubicBezTo>
                <a:cubicBezTo>
                  <a:pt x="147975" y="59348"/>
                  <a:pt x="174352" y="76757"/>
                  <a:pt x="183671" y="100848"/>
                </a:cubicBezTo>
                <a:lnTo>
                  <a:pt x="216555" y="100848"/>
                </a:lnTo>
                <a:cubicBezTo>
                  <a:pt x="225699" y="76757"/>
                  <a:pt x="252076" y="59348"/>
                  <a:pt x="279156" y="59348"/>
                </a:cubicBezTo>
                <a:cubicBezTo>
                  <a:pt x="314325" y="59348"/>
                  <a:pt x="340702" y="85725"/>
                  <a:pt x="340702" y="120894"/>
                </a:cubicBezTo>
                <a:cubicBezTo>
                  <a:pt x="340702" y="171714"/>
                  <a:pt x="285486" y="221830"/>
                  <a:pt x="201784" y="297620"/>
                </a:cubicBezTo>
                <a:close/>
              </a:path>
            </a:pathLst>
          </a:custGeom>
          <a:solidFill>
            <a:schemeClr val="l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182759"/>
              </a:solidFill>
              <a:latin typeface="Helvetica Neue"/>
              <a:ea typeface="Helvetica Neue"/>
              <a:cs typeface="Helvetica Neue"/>
              <a:sym typeface="Helvetica Neue"/>
            </a:endParaRPr>
          </a:p>
        </p:txBody>
      </p:sp>
      <p:sp>
        <p:nvSpPr>
          <p:cNvPr id="518" name="Google Shape;518;p59"/>
          <p:cNvSpPr txBox="1"/>
          <p:nvPr>
            <p:ph idx="5" type="subTitle"/>
          </p:nvPr>
        </p:nvSpPr>
        <p:spPr>
          <a:xfrm>
            <a:off x="3338600" y="2936350"/>
            <a:ext cx="20346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solidFill>
                  <a:srgbClr val="1041BE"/>
                </a:solidFill>
              </a:rPr>
              <a:t>Inscription des salariés</a:t>
            </a:r>
            <a:endParaRPr>
              <a:solidFill>
                <a:srgbClr val="1041BE"/>
              </a:solidFill>
            </a:endParaRPr>
          </a:p>
        </p:txBody>
      </p:sp>
      <p:sp>
        <p:nvSpPr>
          <p:cNvPr id="519" name="Google Shape;519;p59"/>
          <p:cNvSpPr txBox="1"/>
          <p:nvPr>
            <p:ph idx="6" type="body"/>
          </p:nvPr>
        </p:nvSpPr>
        <p:spPr>
          <a:xfrm>
            <a:off x="3338600" y="3219850"/>
            <a:ext cx="1744500" cy="4287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000">
                <a:solidFill>
                  <a:schemeClr val="dk1"/>
                </a:solidFill>
              </a:rPr>
              <a:t>Via un lien ou code dédié à votre entreprise.</a:t>
            </a:r>
            <a:endParaRPr sz="1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0"/>
          <p:cNvSpPr txBox="1"/>
          <p:nvPr>
            <p:ph idx="1" type="body"/>
          </p:nvPr>
        </p:nvSpPr>
        <p:spPr>
          <a:xfrm>
            <a:off x="503039" y="6248"/>
            <a:ext cx="8568900" cy="304200"/>
          </a:xfrm>
          <a:prstGeom prst="rect">
            <a:avLst/>
          </a:prstGeom>
        </p:spPr>
        <p:txBody>
          <a:bodyPr anchorCtr="0" anchor="ctr" bIns="0" lIns="68575" spcFirstLastPara="1" rIns="68575" wrap="square" tIns="0">
            <a:normAutofit/>
          </a:bodyPr>
          <a:lstStyle/>
          <a:p>
            <a:pPr indent="0" lvl="0" marL="0" rtl="0" algn="l">
              <a:spcBef>
                <a:spcPts val="800"/>
              </a:spcBef>
              <a:spcAft>
                <a:spcPts val="0"/>
              </a:spcAft>
              <a:buNone/>
            </a:pPr>
            <a:r>
              <a:rPr lang="fr"/>
              <a:t>PRÉPARER EFFICACEMENT VOTRE PROJET DE VAE COLLECTIVE</a:t>
            </a:r>
            <a:endParaRPr/>
          </a:p>
        </p:txBody>
      </p:sp>
      <p:sp>
        <p:nvSpPr>
          <p:cNvPr id="525" name="Google Shape;525;p60"/>
          <p:cNvSpPr txBox="1"/>
          <p:nvPr>
            <p:ph idx="5" type="body"/>
          </p:nvPr>
        </p:nvSpPr>
        <p:spPr>
          <a:xfrm>
            <a:off x="502550" y="362525"/>
            <a:ext cx="51507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Les étapes clés à anticiper pour initier un parcours structuré et engageant</a:t>
            </a:r>
            <a:endParaRPr b="1" sz="2300">
              <a:latin typeface="Roboto"/>
              <a:ea typeface="Roboto"/>
              <a:cs typeface="Roboto"/>
              <a:sym typeface="Roboto"/>
            </a:endParaRPr>
          </a:p>
        </p:txBody>
      </p:sp>
      <p:sp>
        <p:nvSpPr>
          <p:cNvPr id="526" name="Google Shape;526;p60"/>
          <p:cNvSpPr/>
          <p:nvPr/>
        </p:nvSpPr>
        <p:spPr>
          <a:xfrm>
            <a:off x="2655275" y="1869000"/>
            <a:ext cx="3679500" cy="77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Medium"/>
              <a:ea typeface="Roboto Medium"/>
              <a:cs typeface="Roboto Medium"/>
              <a:sym typeface="Roboto Medium"/>
            </a:endParaRPr>
          </a:p>
        </p:txBody>
      </p:sp>
      <p:sp>
        <p:nvSpPr>
          <p:cNvPr id="527" name="Google Shape;527;p60"/>
          <p:cNvSpPr txBox="1"/>
          <p:nvPr>
            <p:ph idx="2" type="body"/>
          </p:nvPr>
        </p:nvSpPr>
        <p:spPr>
          <a:xfrm>
            <a:off x="575085" y="1361875"/>
            <a:ext cx="5325600" cy="304200"/>
          </a:xfrm>
          <a:prstGeom prst="rect">
            <a:avLst/>
          </a:prstGeom>
        </p:spPr>
        <p:txBody>
          <a:bodyPr anchorCtr="0" anchor="ctr" bIns="34275" lIns="68575" spcFirstLastPara="1" rIns="68575" wrap="square" tIns="34275">
            <a:normAutofit lnSpcReduction="10000"/>
          </a:bodyPr>
          <a:lstStyle/>
          <a:p>
            <a:pPr indent="0" lvl="0" marL="0" rtl="0" algn="l">
              <a:spcBef>
                <a:spcPts val="800"/>
              </a:spcBef>
              <a:spcAft>
                <a:spcPts val="0"/>
              </a:spcAft>
              <a:buNone/>
            </a:pPr>
            <a:r>
              <a:rPr b="1" lang="fr" sz="1600"/>
              <a:t>Identifier les bons leviers internes</a:t>
            </a:r>
            <a:endParaRPr b="1" sz="1600"/>
          </a:p>
        </p:txBody>
      </p:sp>
      <p:sp>
        <p:nvSpPr>
          <p:cNvPr id="528" name="Google Shape;528;p60"/>
          <p:cNvSpPr txBox="1"/>
          <p:nvPr>
            <p:ph idx="3" type="body"/>
          </p:nvPr>
        </p:nvSpPr>
        <p:spPr>
          <a:xfrm>
            <a:off x="575075" y="1677450"/>
            <a:ext cx="3114600" cy="1247700"/>
          </a:xfrm>
          <a:prstGeom prst="rect">
            <a:avLst/>
          </a:prstGeom>
        </p:spPr>
        <p:txBody>
          <a:bodyPr anchorCtr="0" anchor="ctr" bIns="34275" lIns="68575" spcFirstLastPara="1" rIns="68575" wrap="square" tIns="34275">
            <a:noAutofit/>
          </a:bodyPr>
          <a:lstStyle/>
          <a:p>
            <a:pPr indent="-304800" lvl="0" marL="457200" rtl="0" algn="l">
              <a:lnSpc>
                <a:spcPct val="115000"/>
              </a:lnSpc>
              <a:spcBef>
                <a:spcPts val="0"/>
              </a:spcBef>
              <a:spcAft>
                <a:spcPts val="0"/>
              </a:spcAft>
              <a:buSzPts val="1200"/>
              <a:buChar char="●"/>
            </a:pPr>
            <a:r>
              <a:rPr lang="fr" sz="1200"/>
              <a:t>Cibler les typologies d’emploi en lien avec vos enjeux RH ou GEPP</a:t>
            </a:r>
            <a:endParaRPr sz="1200"/>
          </a:p>
          <a:p>
            <a:pPr indent="-304800" lvl="0" marL="457200" rtl="0" algn="l">
              <a:lnSpc>
                <a:spcPct val="115000"/>
              </a:lnSpc>
              <a:spcBef>
                <a:spcPts val="0"/>
              </a:spcBef>
              <a:spcAft>
                <a:spcPts val="0"/>
              </a:spcAft>
              <a:buSzPts val="1200"/>
              <a:buChar char="●"/>
            </a:pPr>
            <a:r>
              <a:rPr lang="fr" sz="1200"/>
              <a:t>Identifier les certifications pertinentes au regard des compétences internes</a:t>
            </a:r>
            <a:endParaRPr sz="1200"/>
          </a:p>
        </p:txBody>
      </p:sp>
      <p:sp>
        <p:nvSpPr>
          <p:cNvPr id="529" name="Google Shape;529;p60"/>
          <p:cNvSpPr txBox="1"/>
          <p:nvPr>
            <p:ph idx="2" type="body"/>
          </p:nvPr>
        </p:nvSpPr>
        <p:spPr>
          <a:xfrm>
            <a:off x="575081" y="3297575"/>
            <a:ext cx="3114600" cy="304200"/>
          </a:xfrm>
          <a:prstGeom prst="rect">
            <a:avLst/>
          </a:prstGeom>
        </p:spPr>
        <p:txBody>
          <a:bodyPr anchorCtr="0" anchor="ctr" bIns="34275" lIns="68575" spcFirstLastPara="1" rIns="68575" wrap="square" tIns="34275">
            <a:normAutofit lnSpcReduction="10000"/>
          </a:bodyPr>
          <a:lstStyle/>
          <a:p>
            <a:pPr indent="0" lvl="0" marL="0" rtl="0" algn="l">
              <a:spcBef>
                <a:spcPts val="800"/>
              </a:spcBef>
              <a:spcAft>
                <a:spcPts val="0"/>
              </a:spcAft>
              <a:buNone/>
            </a:pPr>
            <a:r>
              <a:rPr b="1" lang="fr" sz="1600"/>
              <a:t>Sensibiliser et mobiliser</a:t>
            </a:r>
            <a:endParaRPr b="1" sz="1600"/>
          </a:p>
        </p:txBody>
      </p:sp>
      <p:sp>
        <p:nvSpPr>
          <p:cNvPr id="530" name="Google Shape;530;p60"/>
          <p:cNvSpPr txBox="1"/>
          <p:nvPr>
            <p:ph idx="3" type="body"/>
          </p:nvPr>
        </p:nvSpPr>
        <p:spPr>
          <a:xfrm>
            <a:off x="575075" y="3613150"/>
            <a:ext cx="3114600" cy="849300"/>
          </a:xfrm>
          <a:prstGeom prst="rect">
            <a:avLst/>
          </a:prstGeom>
        </p:spPr>
        <p:txBody>
          <a:bodyPr anchorCtr="0" anchor="ctr" bIns="34275" lIns="68575" spcFirstLastPara="1" rIns="68575" wrap="square" tIns="34275">
            <a:noAutofit/>
          </a:bodyPr>
          <a:lstStyle/>
          <a:p>
            <a:pPr indent="-304800" lvl="0" marL="457200" rtl="0" algn="l">
              <a:lnSpc>
                <a:spcPct val="115000"/>
              </a:lnSpc>
              <a:spcBef>
                <a:spcPts val="0"/>
              </a:spcBef>
              <a:spcAft>
                <a:spcPts val="0"/>
              </a:spcAft>
              <a:buSzPts val="1200"/>
              <a:buChar char="●"/>
            </a:pPr>
            <a:r>
              <a:rPr lang="fr" sz="1200"/>
              <a:t>Informer les salariés sur leurs droits et le parcours proposé</a:t>
            </a:r>
            <a:endParaRPr sz="1200"/>
          </a:p>
          <a:p>
            <a:pPr indent="-304800" lvl="0" marL="457200" rtl="0" algn="l">
              <a:lnSpc>
                <a:spcPct val="115000"/>
              </a:lnSpc>
              <a:spcBef>
                <a:spcPts val="0"/>
              </a:spcBef>
              <a:spcAft>
                <a:spcPts val="0"/>
              </a:spcAft>
              <a:buSzPts val="1200"/>
              <a:buChar char="●"/>
            </a:pPr>
            <a:r>
              <a:rPr lang="fr" sz="1200"/>
              <a:t>Engager les managers de proximité et les partenaires sociaux</a:t>
            </a:r>
            <a:endParaRPr sz="1200"/>
          </a:p>
        </p:txBody>
      </p:sp>
      <p:sp>
        <p:nvSpPr>
          <p:cNvPr id="531" name="Google Shape;531;p60"/>
          <p:cNvSpPr txBox="1"/>
          <p:nvPr>
            <p:ph idx="2" type="body"/>
          </p:nvPr>
        </p:nvSpPr>
        <p:spPr>
          <a:xfrm>
            <a:off x="5016653" y="1350963"/>
            <a:ext cx="3486300" cy="304200"/>
          </a:xfrm>
          <a:prstGeom prst="rect">
            <a:avLst/>
          </a:prstGeom>
        </p:spPr>
        <p:txBody>
          <a:bodyPr anchorCtr="0" anchor="ctr" bIns="34275" lIns="68575" spcFirstLastPara="1" rIns="68575" wrap="square" tIns="34275">
            <a:normAutofit lnSpcReduction="10000"/>
          </a:bodyPr>
          <a:lstStyle/>
          <a:p>
            <a:pPr indent="0" lvl="0" marL="0" rtl="0" algn="l">
              <a:spcBef>
                <a:spcPts val="800"/>
              </a:spcBef>
              <a:spcAft>
                <a:spcPts val="0"/>
              </a:spcAft>
              <a:buNone/>
            </a:pPr>
            <a:r>
              <a:rPr b="1" lang="fr" sz="1600"/>
              <a:t>Organiser la coordination</a:t>
            </a:r>
            <a:endParaRPr b="1" sz="1600"/>
          </a:p>
        </p:txBody>
      </p:sp>
      <p:sp>
        <p:nvSpPr>
          <p:cNvPr id="532" name="Google Shape;532;p60"/>
          <p:cNvSpPr txBox="1"/>
          <p:nvPr>
            <p:ph idx="3" type="body"/>
          </p:nvPr>
        </p:nvSpPr>
        <p:spPr>
          <a:xfrm>
            <a:off x="5016650" y="1666075"/>
            <a:ext cx="3552300" cy="1472400"/>
          </a:xfrm>
          <a:prstGeom prst="rect">
            <a:avLst/>
          </a:prstGeom>
        </p:spPr>
        <p:txBody>
          <a:bodyPr anchorCtr="0" anchor="ctr" bIns="34275" lIns="68575" spcFirstLastPara="1" rIns="68575" wrap="square" tIns="34275">
            <a:noAutofit/>
          </a:bodyPr>
          <a:lstStyle/>
          <a:p>
            <a:pPr indent="-304800" lvl="0" marL="457200" rtl="0" algn="l">
              <a:lnSpc>
                <a:spcPct val="115000"/>
              </a:lnSpc>
              <a:spcBef>
                <a:spcPts val="0"/>
              </a:spcBef>
              <a:spcAft>
                <a:spcPts val="0"/>
              </a:spcAft>
              <a:buSzPts val="1200"/>
              <a:buChar char="●"/>
            </a:pPr>
            <a:r>
              <a:rPr lang="fr" sz="1200"/>
              <a:t>Articuler les rôles entre financeurs, accompagnateurs et certificateurs</a:t>
            </a:r>
            <a:endParaRPr sz="1200"/>
          </a:p>
          <a:p>
            <a:pPr indent="-304800" lvl="0" marL="457200" rtl="0" algn="l">
              <a:lnSpc>
                <a:spcPct val="115000"/>
              </a:lnSpc>
              <a:spcBef>
                <a:spcPts val="0"/>
              </a:spcBef>
              <a:spcAft>
                <a:spcPts val="0"/>
              </a:spcAft>
              <a:buSzPts val="1200"/>
              <a:buChar char="●"/>
            </a:pPr>
            <a:r>
              <a:rPr lang="fr" sz="1200"/>
              <a:t>Prévoir les besoins logistiques (salles, plannings, outil)</a:t>
            </a:r>
            <a:endParaRPr sz="1200"/>
          </a:p>
          <a:p>
            <a:pPr indent="-304800" lvl="0" marL="457200" rtl="0" algn="l">
              <a:lnSpc>
                <a:spcPct val="115000"/>
              </a:lnSpc>
              <a:spcBef>
                <a:spcPts val="0"/>
              </a:spcBef>
              <a:spcAft>
                <a:spcPts val="0"/>
              </a:spcAft>
              <a:buSzPts val="1200"/>
              <a:buChar char="●"/>
            </a:pPr>
            <a:r>
              <a:rPr lang="fr" sz="1200"/>
              <a:t>Anticiper les aménagements d’emploi du temps (remplacements, plages libérées)</a:t>
            </a:r>
            <a:endParaRPr sz="1200"/>
          </a:p>
        </p:txBody>
      </p:sp>
      <p:sp>
        <p:nvSpPr>
          <p:cNvPr id="533" name="Google Shape;533;p60"/>
          <p:cNvSpPr txBox="1"/>
          <p:nvPr>
            <p:ph idx="2" type="body"/>
          </p:nvPr>
        </p:nvSpPr>
        <p:spPr>
          <a:xfrm>
            <a:off x="5016653" y="3297575"/>
            <a:ext cx="2799600" cy="450600"/>
          </a:xfrm>
          <a:prstGeom prst="rect">
            <a:avLst/>
          </a:prstGeom>
        </p:spPr>
        <p:txBody>
          <a:bodyPr anchorCtr="0" anchor="ctr" bIns="34275" lIns="68575" spcFirstLastPara="1" rIns="68575" wrap="square" tIns="34275">
            <a:noAutofit/>
          </a:bodyPr>
          <a:lstStyle/>
          <a:p>
            <a:pPr indent="0" lvl="0" marL="0" rtl="0" algn="l">
              <a:spcBef>
                <a:spcPts val="800"/>
              </a:spcBef>
              <a:spcAft>
                <a:spcPts val="0"/>
              </a:spcAft>
              <a:buNone/>
            </a:pPr>
            <a:r>
              <a:rPr b="1" lang="fr" sz="1600"/>
              <a:t>Sécuriser le financement </a:t>
            </a:r>
            <a:br>
              <a:rPr b="1" lang="fr" sz="1600"/>
            </a:br>
            <a:r>
              <a:rPr b="1" lang="fr" sz="1600"/>
              <a:t>et la reconnaissance</a:t>
            </a:r>
            <a:endParaRPr b="1" sz="1600"/>
          </a:p>
        </p:txBody>
      </p:sp>
      <p:sp>
        <p:nvSpPr>
          <p:cNvPr id="534" name="Google Shape;534;p60"/>
          <p:cNvSpPr txBox="1"/>
          <p:nvPr>
            <p:ph idx="3" type="body"/>
          </p:nvPr>
        </p:nvSpPr>
        <p:spPr>
          <a:xfrm>
            <a:off x="5016650" y="3827275"/>
            <a:ext cx="3318300" cy="974700"/>
          </a:xfrm>
          <a:prstGeom prst="rect">
            <a:avLst/>
          </a:prstGeom>
        </p:spPr>
        <p:txBody>
          <a:bodyPr anchorCtr="0" anchor="ctr" bIns="34275" lIns="68575" spcFirstLastPara="1" rIns="68575" wrap="square" tIns="34275">
            <a:noAutofit/>
          </a:bodyPr>
          <a:lstStyle/>
          <a:p>
            <a:pPr indent="-304800" lvl="0" marL="457200" rtl="0" algn="l">
              <a:lnSpc>
                <a:spcPct val="115000"/>
              </a:lnSpc>
              <a:spcBef>
                <a:spcPts val="0"/>
              </a:spcBef>
              <a:spcAft>
                <a:spcPts val="0"/>
              </a:spcAft>
              <a:buSzPts val="1200"/>
              <a:buChar char="●"/>
            </a:pPr>
            <a:r>
              <a:rPr lang="fr" sz="1200"/>
              <a:t>Identifier les financements mobilisables (OPCO, entreprise, autres)</a:t>
            </a:r>
            <a:endParaRPr sz="1200"/>
          </a:p>
          <a:p>
            <a:pPr indent="-304800" lvl="0" marL="457200" rtl="0" algn="l">
              <a:lnSpc>
                <a:spcPct val="115000"/>
              </a:lnSpc>
              <a:spcBef>
                <a:spcPts val="0"/>
              </a:spcBef>
              <a:spcAft>
                <a:spcPts val="0"/>
              </a:spcAft>
              <a:buSzPts val="1200"/>
              <a:buChar char="●"/>
            </a:pPr>
            <a:r>
              <a:rPr lang="fr" sz="1200"/>
              <a:t>Définir les modalités de reconnaissance des certifications obtenues</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8" name="Shape 538"/>
        <p:cNvGrpSpPr/>
        <p:nvPr/>
      </p:nvGrpSpPr>
      <p:grpSpPr>
        <a:xfrm>
          <a:off x="0" y="0"/>
          <a:ext cx="0" cy="0"/>
          <a:chOff x="0" y="0"/>
          <a:chExt cx="0" cy="0"/>
        </a:xfrm>
      </p:grpSpPr>
      <p:sp>
        <p:nvSpPr>
          <p:cNvPr id="539" name="Google Shape;539;p61"/>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rmAutofit/>
          </a:bodyPr>
          <a:lstStyle/>
          <a:p>
            <a:pPr indent="0" lvl="0" marL="0" rtl="0" algn="l">
              <a:lnSpc>
                <a:spcPct val="90000"/>
              </a:lnSpc>
              <a:spcBef>
                <a:spcPts val="0"/>
              </a:spcBef>
              <a:spcAft>
                <a:spcPts val="0"/>
              </a:spcAft>
              <a:buClr>
                <a:schemeClr val="accent1"/>
              </a:buClr>
              <a:buSzPts val="900"/>
              <a:buNone/>
            </a:pPr>
            <a:r>
              <a:rPr lang="fr"/>
              <a:t>R</a:t>
            </a:r>
            <a:r>
              <a:rPr lang="fr"/>
              <a:t>ÔLE EMPLOYEUR</a:t>
            </a:r>
            <a:endParaRPr/>
          </a:p>
        </p:txBody>
      </p:sp>
      <p:pic>
        <p:nvPicPr>
          <p:cNvPr id="540" name="Google Shape;540;p61" title="image vae collective.png"/>
          <p:cNvPicPr preferRelativeResize="0"/>
          <p:nvPr>
            <p:ph idx="4" type="pic"/>
          </p:nvPr>
        </p:nvPicPr>
        <p:blipFill rotWithShape="1">
          <a:blip r:embed="rId4">
            <a:alphaModFix/>
          </a:blip>
          <a:srcRect b="0" l="28267" r="32214" t="0"/>
          <a:stretch/>
        </p:blipFill>
        <p:spPr>
          <a:xfrm>
            <a:off x="6095125" y="0"/>
            <a:ext cx="3048872" cy="5143501"/>
          </a:xfrm>
          <a:prstGeom prst="rect">
            <a:avLst/>
          </a:prstGeom>
          <a:noFill/>
          <a:ln>
            <a:noFill/>
          </a:ln>
        </p:spPr>
      </p:pic>
      <p:sp>
        <p:nvSpPr>
          <p:cNvPr id="541" name="Google Shape;541;p61"/>
          <p:cNvSpPr txBox="1"/>
          <p:nvPr>
            <p:ph idx="2" type="body"/>
          </p:nvPr>
        </p:nvSpPr>
        <p:spPr>
          <a:xfrm>
            <a:off x="502560" y="1032375"/>
            <a:ext cx="53256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Définir un projet commun</a:t>
            </a:r>
            <a:endParaRPr sz="1600"/>
          </a:p>
        </p:txBody>
      </p:sp>
      <p:sp>
        <p:nvSpPr>
          <p:cNvPr id="542" name="Google Shape;542;p61"/>
          <p:cNvSpPr txBox="1"/>
          <p:nvPr>
            <p:ph idx="3" type="body"/>
          </p:nvPr>
        </p:nvSpPr>
        <p:spPr>
          <a:xfrm>
            <a:off x="502550" y="1347950"/>
            <a:ext cx="5325600" cy="5883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fr" sz="1200"/>
              <a:t>Identifiez les besoins de validation pour plusieurs collaborateurs partageant des expériences similaires.</a:t>
            </a:r>
            <a:endParaRPr sz="1200"/>
          </a:p>
        </p:txBody>
      </p:sp>
      <p:sp>
        <p:nvSpPr>
          <p:cNvPr id="543" name="Google Shape;543;p61"/>
          <p:cNvSpPr txBox="1"/>
          <p:nvPr>
            <p:ph idx="4294967295" type="body"/>
          </p:nvPr>
        </p:nvSpPr>
        <p:spPr>
          <a:xfrm>
            <a:off x="502541" y="362537"/>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fr" sz="2300">
                <a:latin typeface="Roboto"/>
                <a:ea typeface="Roboto"/>
                <a:cs typeface="Roboto"/>
                <a:sym typeface="Roboto"/>
              </a:rPr>
              <a:t>Rôle de l’employeur dans la VAE</a:t>
            </a:r>
            <a:endParaRPr b="1" sz="2300">
              <a:latin typeface="Roboto"/>
              <a:ea typeface="Roboto"/>
              <a:cs typeface="Roboto"/>
              <a:sym typeface="Roboto"/>
            </a:endParaRPr>
          </a:p>
        </p:txBody>
      </p:sp>
      <p:sp>
        <p:nvSpPr>
          <p:cNvPr id="544" name="Google Shape;544;p61"/>
          <p:cNvSpPr txBox="1"/>
          <p:nvPr>
            <p:ph idx="2" type="body"/>
          </p:nvPr>
        </p:nvSpPr>
        <p:spPr>
          <a:xfrm>
            <a:off x="502560" y="2117100"/>
            <a:ext cx="53256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Sélectionner les certifications</a:t>
            </a:r>
            <a:endParaRPr sz="1600"/>
          </a:p>
        </p:txBody>
      </p:sp>
      <p:sp>
        <p:nvSpPr>
          <p:cNvPr id="545" name="Google Shape;545;p61"/>
          <p:cNvSpPr txBox="1"/>
          <p:nvPr>
            <p:ph idx="3" type="body"/>
          </p:nvPr>
        </p:nvSpPr>
        <p:spPr>
          <a:xfrm>
            <a:off x="502550" y="2432675"/>
            <a:ext cx="4593300" cy="5883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fr" sz="1200"/>
              <a:t>Identifiez</a:t>
            </a:r>
            <a:r>
              <a:rPr lang="fr" sz="1200"/>
              <a:t> les hypohèses de certifications</a:t>
            </a:r>
            <a:r>
              <a:rPr lang="fr" sz="1200"/>
              <a:t> pertinentes au regard de vos métiers.</a:t>
            </a:r>
            <a:endParaRPr sz="1200"/>
          </a:p>
        </p:txBody>
      </p:sp>
      <p:sp>
        <p:nvSpPr>
          <p:cNvPr id="546" name="Google Shape;546;p61"/>
          <p:cNvSpPr txBox="1"/>
          <p:nvPr>
            <p:ph idx="2" type="body"/>
          </p:nvPr>
        </p:nvSpPr>
        <p:spPr>
          <a:xfrm>
            <a:off x="502560" y="3053900"/>
            <a:ext cx="53256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Mettre en place l’accompagnement</a:t>
            </a:r>
            <a:endParaRPr sz="1600"/>
          </a:p>
        </p:txBody>
      </p:sp>
      <p:sp>
        <p:nvSpPr>
          <p:cNvPr id="547" name="Google Shape;547;p61"/>
          <p:cNvSpPr txBox="1"/>
          <p:nvPr>
            <p:ph idx="3" type="body"/>
          </p:nvPr>
        </p:nvSpPr>
        <p:spPr>
          <a:xfrm>
            <a:off x="502550" y="3369475"/>
            <a:ext cx="5325600" cy="5883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fr" sz="1200"/>
              <a:t>Collaborez avec un Architecte Accompagnateur de Parcours (AAP) certifié.</a:t>
            </a:r>
            <a:endParaRPr sz="1200"/>
          </a:p>
        </p:txBody>
      </p:sp>
      <p:sp>
        <p:nvSpPr>
          <p:cNvPr id="548" name="Google Shape;548;p61"/>
          <p:cNvSpPr txBox="1"/>
          <p:nvPr>
            <p:ph idx="2" type="body"/>
          </p:nvPr>
        </p:nvSpPr>
        <p:spPr>
          <a:xfrm>
            <a:off x="502560" y="3990700"/>
            <a:ext cx="53256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Suivre l’avancement</a:t>
            </a:r>
            <a:endParaRPr sz="1600"/>
          </a:p>
        </p:txBody>
      </p:sp>
      <p:sp>
        <p:nvSpPr>
          <p:cNvPr id="549" name="Google Shape;549;p61"/>
          <p:cNvSpPr txBox="1"/>
          <p:nvPr>
            <p:ph idx="3" type="body"/>
          </p:nvPr>
        </p:nvSpPr>
        <p:spPr>
          <a:xfrm>
            <a:off x="502550" y="4306275"/>
            <a:ext cx="5325600" cy="588300"/>
          </a:xfrm>
          <a:prstGeom prst="rect">
            <a:avLst/>
          </a:prstGeom>
        </p:spPr>
        <p:txBody>
          <a:bodyPr anchorCtr="0" anchor="t" bIns="34275" lIns="68575" spcFirstLastPara="1" rIns="68575" wrap="square" tIns="34275">
            <a:normAutofit/>
          </a:bodyPr>
          <a:lstStyle/>
          <a:p>
            <a:pPr indent="0" lvl="0" marL="0" rtl="0" algn="l">
              <a:lnSpc>
                <a:spcPct val="115000"/>
              </a:lnSpc>
              <a:spcBef>
                <a:spcPts val="0"/>
              </a:spcBef>
              <a:spcAft>
                <a:spcPts val="0"/>
              </a:spcAft>
              <a:buNone/>
            </a:pPr>
            <a:r>
              <a:rPr lang="fr" sz="1200"/>
              <a:t>Utilisez l’espace dédié sur le portail France VAE pour monitorer les progrès.</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3" name="Shape 553"/>
        <p:cNvGrpSpPr/>
        <p:nvPr/>
      </p:nvGrpSpPr>
      <p:grpSpPr>
        <a:xfrm>
          <a:off x="0" y="0"/>
          <a:ext cx="0" cy="0"/>
          <a:chOff x="0" y="0"/>
          <a:chExt cx="0" cy="0"/>
        </a:xfrm>
      </p:grpSpPr>
      <p:sp>
        <p:nvSpPr>
          <p:cNvPr id="554" name="Google Shape;554;p62"/>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rmAutofit/>
          </a:bodyPr>
          <a:lstStyle/>
          <a:p>
            <a:pPr indent="0" lvl="0" marL="0" rtl="0" algn="l">
              <a:lnSpc>
                <a:spcPct val="90000"/>
              </a:lnSpc>
              <a:spcBef>
                <a:spcPts val="0"/>
              </a:spcBef>
              <a:spcAft>
                <a:spcPts val="0"/>
              </a:spcAft>
              <a:buClr>
                <a:schemeClr val="accent1"/>
              </a:buClr>
              <a:buSzPts val="900"/>
              <a:buNone/>
            </a:pPr>
            <a:r>
              <a:rPr lang="fr"/>
              <a:t>ETAPES</a:t>
            </a:r>
            <a:endParaRPr/>
          </a:p>
        </p:txBody>
      </p:sp>
      <p:pic>
        <p:nvPicPr>
          <p:cNvPr id="555" name="Google Shape;555;p62"/>
          <p:cNvPicPr preferRelativeResize="0"/>
          <p:nvPr/>
        </p:nvPicPr>
        <p:blipFill>
          <a:blip r:embed="rId3">
            <a:alphaModFix/>
          </a:blip>
          <a:stretch>
            <a:fillRect/>
          </a:stretch>
        </p:blipFill>
        <p:spPr>
          <a:xfrm>
            <a:off x="1635023" y="612988"/>
            <a:ext cx="5442950" cy="39175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3"/>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rmAutofit/>
          </a:bodyPr>
          <a:lstStyle/>
          <a:p>
            <a:pPr indent="0" lvl="0" marL="0" rtl="0" algn="l">
              <a:lnSpc>
                <a:spcPct val="90000"/>
              </a:lnSpc>
              <a:spcBef>
                <a:spcPts val="0"/>
              </a:spcBef>
              <a:spcAft>
                <a:spcPts val="0"/>
              </a:spcAft>
              <a:buClr>
                <a:schemeClr val="accent1"/>
              </a:buClr>
              <a:buSzPts val="900"/>
              <a:buNone/>
            </a:pPr>
            <a:r>
              <a:rPr lang="fr"/>
              <a:t>ETAPES</a:t>
            </a:r>
            <a:endParaRPr/>
          </a:p>
        </p:txBody>
      </p:sp>
      <p:sp>
        <p:nvSpPr>
          <p:cNvPr id="561" name="Google Shape;561;p63"/>
          <p:cNvSpPr txBox="1"/>
          <p:nvPr/>
        </p:nvSpPr>
        <p:spPr>
          <a:xfrm>
            <a:off x="1879850" y="1713250"/>
            <a:ext cx="3395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1"/>
                </a:solidFill>
                <a:latin typeface="Roboto Medium"/>
                <a:ea typeface="Roboto Medium"/>
                <a:cs typeface="Roboto Medium"/>
                <a:sym typeface="Roboto Medium"/>
              </a:rPr>
              <a:t>Intro sur le service numérique et le portail France VAE</a:t>
            </a:r>
            <a:endParaRPr sz="1800">
              <a:solidFill>
                <a:schemeClr val="dk1"/>
              </a:solidFill>
              <a:latin typeface="Roboto Medium"/>
              <a:ea typeface="Roboto Medium"/>
              <a:cs typeface="Roboto Medium"/>
              <a:sym typeface="Roboto Medium"/>
            </a:endParaRPr>
          </a:p>
          <a:p>
            <a:pPr indent="0" lvl="0" marL="0" rtl="0" algn="l">
              <a:spcBef>
                <a:spcPts val="0"/>
              </a:spcBef>
              <a:spcAft>
                <a:spcPts val="0"/>
              </a:spcAft>
              <a:buNone/>
            </a:pPr>
            <a:r>
              <a:rPr lang="fr" sz="1800">
                <a:solidFill>
                  <a:schemeClr val="dk1"/>
                </a:solidFill>
                <a:latin typeface="Roboto Medium"/>
                <a:ea typeface="Roboto Medium"/>
                <a:cs typeface="Roboto Medium"/>
                <a:sym typeface="Roboto Medium"/>
              </a:rPr>
              <a:t>et fonctionnalités pour le collectif</a:t>
            </a:r>
            <a:endParaRPr sz="1800">
              <a:solidFill>
                <a:schemeClr val="dk1"/>
              </a:solidFill>
              <a:latin typeface="Roboto Medium"/>
              <a:ea typeface="Roboto Medium"/>
              <a:cs typeface="Roboto Medium"/>
              <a:sym typeface="Roboto Medium"/>
            </a:endParaRPr>
          </a:p>
        </p:txBody>
      </p:sp>
      <p:sp>
        <p:nvSpPr>
          <p:cNvPr id="562" name="Google Shape;562;p63"/>
          <p:cNvSpPr txBox="1"/>
          <p:nvPr/>
        </p:nvSpPr>
        <p:spPr>
          <a:xfrm>
            <a:off x="1879850" y="3467350"/>
            <a:ext cx="3395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1"/>
                </a:solidFill>
                <a:latin typeface="Roboto Medium"/>
                <a:ea typeface="Roboto Medium"/>
                <a:cs typeface="Roboto Medium"/>
                <a:sym typeface="Roboto Medium"/>
              </a:rPr>
              <a:t>Formaliser le besoin et les infos du projet</a:t>
            </a:r>
            <a:endParaRPr sz="1800">
              <a:solidFill>
                <a:schemeClr val="dk1"/>
              </a:solidFill>
              <a:latin typeface="Roboto Medium"/>
              <a:ea typeface="Roboto Medium"/>
              <a:cs typeface="Roboto Medium"/>
              <a:sym typeface="Roboto Medium"/>
            </a:endParaRPr>
          </a:p>
        </p:txBody>
      </p:sp>
      <p:sp>
        <p:nvSpPr>
          <p:cNvPr id="563" name="Google Shape;563;p63"/>
          <p:cNvSpPr txBox="1"/>
          <p:nvPr/>
        </p:nvSpPr>
        <p:spPr>
          <a:xfrm>
            <a:off x="1879850" y="4308525"/>
            <a:ext cx="339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1"/>
                </a:solidFill>
                <a:latin typeface="Roboto Medium"/>
                <a:ea typeface="Roboto Medium"/>
                <a:cs typeface="Roboto Medium"/>
                <a:sym typeface="Roboto Medium"/>
              </a:rPr>
              <a:t>Sélectionner l’AAP</a:t>
            </a:r>
            <a:endParaRPr sz="1800">
              <a:solidFill>
                <a:schemeClr val="dk1"/>
              </a:solidFill>
              <a:latin typeface="Roboto Medium"/>
              <a:ea typeface="Roboto Medium"/>
              <a:cs typeface="Roboto Medium"/>
              <a:sym typeface="Roboto Medium"/>
            </a:endParaRPr>
          </a:p>
        </p:txBody>
      </p:sp>
      <p:sp>
        <p:nvSpPr>
          <p:cNvPr id="564" name="Google Shape;564;p63"/>
          <p:cNvSpPr txBox="1"/>
          <p:nvPr/>
        </p:nvSpPr>
        <p:spPr>
          <a:xfrm>
            <a:off x="1879850" y="5006400"/>
            <a:ext cx="339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1"/>
                </a:solidFill>
                <a:latin typeface="Roboto Medium"/>
                <a:ea typeface="Roboto Medium"/>
                <a:cs typeface="Roboto Medium"/>
                <a:sym typeface="Roboto Medium"/>
              </a:rPr>
              <a:t>Suivre les cohortes</a:t>
            </a:r>
            <a:endParaRPr sz="1800">
              <a:solidFill>
                <a:schemeClr val="dk1"/>
              </a:solidFill>
              <a:latin typeface="Roboto Medium"/>
              <a:ea typeface="Roboto Medium"/>
              <a:cs typeface="Roboto Medium"/>
              <a:sym typeface="Roboto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64"/>
          <p:cNvSpPr txBox="1"/>
          <p:nvPr>
            <p:ph idx="1" type="body"/>
          </p:nvPr>
        </p:nvSpPr>
        <p:spPr>
          <a:xfrm>
            <a:off x="502541" y="325400"/>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Recherche </a:t>
            </a:r>
            <a:r>
              <a:rPr lang="fr"/>
              <a:t>et</a:t>
            </a:r>
            <a:r>
              <a:rPr lang="fr"/>
              <a:t> sélection d’un Architecte Accompagnateur</a:t>
            </a:r>
            <a:endParaRPr/>
          </a:p>
        </p:txBody>
      </p:sp>
      <p:sp>
        <p:nvSpPr>
          <p:cNvPr id="570" name="Google Shape;570;p64"/>
          <p:cNvSpPr txBox="1"/>
          <p:nvPr>
            <p:ph idx="2" type="body"/>
          </p:nvPr>
        </p:nvSpPr>
        <p:spPr>
          <a:xfrm>
            <a:off x="980100" y="1476000"/>
            <a:ext cx="2160000" cy="264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Explorer</a:t>
            </a:r>
            <a:endParaRPr/>
          </a:p>
        </p:txBody>
      </p:sp>
      <p:sp>
        <p:nvSpPr>
          <p:cNvPr id="571" name="Google Shape;571;p64"/>
          <p:cNvSpPr txBox="1"/>
          <p:nvPr>
            <p:ph idx="3" type="body"/>
          </p:nvPr>
        </p:nvSpPr>
        <p:spPr>
          <a:xfrm>
            <a:off x="980100" y="1860070"/>
            <a:ext cx="2160000" cy="83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Identifiez les AAP </a:t>
            </a:r>
            <a:r>
              <a:rPr lang="fr"/>
              <a:t>certifiés</a:t>
            </a:r>
            <a:r>
              <a:rPr lang="fr"/>
              <a:t> Qualiopi VAE selon vos critères</a:t>
            </a:r>
            <a:endParaRPr/>
          </a:p>
        </p:txBody>
      </p:sp>
      <p:sp>
        <p:nvSpPr>
          <p:cNvPr id="572" name="Google Shape;572;p64"/>
          <p:cNvSpPr txBox="1"/>
          <p:nvPr>
            <p:ph idx="4" type="body"/>
          </p:nvPr>
        </p:nvSpPr>
        <p:spPr>
          <a:xfrm>
            <a:off x="3732614" y="1476000"/>
            <a:ext cx="2160000" cy="264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Contacter</a:t>
            </a:r>
            <a:endParaRPr/>
          </a:p>
        </p:txBody>
      </p:sp>
      <p:sp>
        <p:nvSpPr>
          <p:cNvPr id="573" name="Google Shape;573;p64"/>
          <p:cNvSpPr txBox="1"/>
          <p:nvPr>
            <p:ph idx="5" type="body"/>
          </p:nvPr>
        </p:nvSpPr>
        <p:spPr>
          <a:xfrm>
            <a:off x="3732614" y="1860070"/>
            <a:ext cx="2160000" cy="83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Téléchargez les adresses mail pour lancer les consultations</a:t>
            </a:r>
            <a:endParaRPr/>
          </a:p>
        </p:txBody>
      </p:sp>
      <p:sp>
        <p:nvSpPr>
          <p:cNvPr id="574" name="Google Shape;574;p64"/>
          <p:cNvSpPr txBox="1"/>
          <p:nvPr>
            <p:ph idx="6" type="body"/>
          </p:nvPr>
        </p:nvSpPr>
        <p:spPr>
          <a:xfrm>
            <a:off x="6485129" y="1476000"/>
            <a:ext cx="2160000" cy="264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Sélectionner</a:t>
            </a:r>
            <a:endParaRPr/>
          </a:p>
        </p:txBody>
      </p:sp>
      <p:sp>
        <p:nvSpPr>
          <p:cNvPr id="575" name="Google Shape;575;p64"/>
          <p:cNvSpPr txBox="1"/>
          <p:nvPr>
            <p:ph idx="7" type="body"/>
          </p:nvPr>
        </p:nvSpPr>
        <p:spPr>
          <a:xfrm>
            <a:off x="6485129" y="1860070"/>
            <a:ext cx="2160000" cy="83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Choisissez selon vos besoins spécifiques</a:t>
            </a:r>
            <a:endParaRPr/>
          </a:p>
        </p:txBody>
      </p:sp>
      <p:sp>
        <p:nvSpPr>
          <p:cNvPr id="576" name="Google Shape;576;p64"/>
          <p:cNvSpPr txBox="1"/>
          <p:nvPr>
            <p:ph idx="8" type="body"/>
          </p:nvPr>
        </p:nvSpPr>
        <p:spPr>
          <a:xfrm>
            <a:off x="503039" y="6248"/>
            <a:ext cx="8568900" cy="304200"/>
          </a:xfrm>
          <a:prstGeom prst="rect">
            <a:avLst/>
          </a:prstGeom>
        </p:spPr>
        <p:txBody>
          <a:bodyPr anchorCtr="0" anchor="ctr" bIns="0" lIns="68575" spcFirstLastPara="1" rIns="68575" wrap="square" tIns="0">
            <a:noAutofit/>
          </a:bodyPr>
          <a:lstStyle/>
          <a:p>
            <a:pPr indent="0" lvl="0" marL="0" rtl="0" algn="l">
              <a:spcBef>
                <a:spcPts val="800"/>
              </a:spcBef>
              <a:spcAft>
                <a:spcPts val="0"/>
              </a:spcAft>
              <a:buNone/>
            </a:pPr>
            <a:r>
              <a:rPr lang="fr"/>
              <a:t>ACCOMPAGNEMENT</a:t>
            </a:r>
            <a:endParaRPr/>
          </a:p>
        </p:txBody>
      </p:sp>
      <p:sp>
        <p:nvSpPr>
          <p:cNvPr id="577" name="Google Shape;577;p64"/>
          <p:cNvSpPr/>
          <p:nvPr/>
        </p:nvSpPr>
        <p:spPr>
          <a:xfrm>
            <a:off x="595950" y="4019175"/>
            <a:ext cx="7973100" cy="6588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lnSpc>
                <a:spcPct val="160000"/>
              </a:lnSpc>
              <a:spcBef>
                <a:spcPts val="0"/>
              </a:spcBef>
              <a:spcAft>
                <a:spcPts val="0"/>
              </a:spcAft>
              <a:buNone/>
            </a:pPr>
            <a:r>
              <a:rPr lang="fr" sz="1500">
                <a:solidFill>
                  <a:srgbClr val="4C4C4D"/>
                </a:solidFill>
                <a:latin typeface="Heebo"/>
                <a:ea typeface="Heebo"/>
                <a:cs typeface="Heebo"/>
                <a:sym typeface="Heebo"/>
              </a:rPr>
              <a:t>France VAE simplifie le processus d'appel d'offre.</a:t>
            </a:r>
            <a:endParaRPr>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5"/>
          <p:cNvSpPr txBox="1"/>
          <p:nvPr>
            <p:ph idx="1" type="body"/>
          </p:nvPr>
        </p:nvSpPr>
        <p:spPr>
          <a:xfrm>
            <a:off x="502541" y="325400"/>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Slide sur les AAP</a:t>
            </a:r>
            <a:endParaRPr/>
          </a:p>
        </p:txBody>
      </p:sp>
      <p:sp>
        <p:nvSpPr>
          <p:cNvPr id="583" name="Google Shape;583;p65"/>
          <p:cNvSpPr txBox="1"/>
          <p:nvPr>
            <p:ph idx="2" type="body"/>
          </p:nvPr>
        </p:nvSpPr>
        <p:spPr>
          <a:xfrm>
            <a:off x="980100" y="1476000"/>
            <a:ext cx="2160000" cy="264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Explorer</a:t>
            </a:r>
            <a:endParaRPr/>
          </a:p>
        </p:txBody>
      </p:sp>
      <p:sp>
        <p:nvSpPr>
          <p:cNvPr id="584" name="Google Shape;584;p65"/>
          <p:cNvSpPr txBox="1"/>
          <p:nvPr>
            <p:ph idx="3" type="body"/>
          </p:nvPr>
        </p:nvSpPr>
        <p:spPr>
          <a:xfrm>
            <a:off x="980100" y="1860070"/>
            <a:ext cx="2160000" cy="83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Identifiez les AAP certifiés Qualiopi VAE selon vos critères</a:t>
            </a:r>
            <a:endParaRPr/>
          </a:p>
        </p:txBody>
      </p:sp>
      <p:sp>
        <p:nvSpPr>
          <p:cNvPr id="585" name="Google Shape;585;p65"/>
          <p:cNvSpPr txBox="1"/>
          <p:nvPr>
            <p:ph idx="4" type="body"/>
          </p:nvPr>
        </p:nvSpPr>
        <p:spPr>
          <a:xfrm>
            <a:off x="3732614" y="1476000"/>
            <a:ext cx="2160000" cy="264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Contacter</a:t>
            </a:r>
            <a:endParaRPr/>
          </a:p>
        </p:txBody>
      </p:sp>
      <p:sp>
        <p:nvSpPr>
          <p:cNvPr id="586" name="Google Shape;586;p65"/>
          <p:cNvSpPr txBox="1"/>
          <p:nvPr>
            <p:ph idx="5" type="body"/>
          </p:nvPr>
        </p:nvSpPr>
        <p:spPr>
          <a:xfrm>
            <a:off x="3732614" y="1860070"/>
            <a:ext cx="2160000" cy="83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Téléchargez les adresses mail pour lancer les consultations</a:t>
            </a:r>
            <a:endParaRPr/>
          </a:p>
        </p:txBody>
      </p:sp>
      <p:sp>
        <p:nvSpPr>
          <p:cNvPr id="587" name="Google Shape;587;p65"/>
          <p:cNvSpPr txBox="1"/>
          <p:nvPr>
            <p:ph idx="6" type="body"/>
          </p:nvPr>
        </p:nvSpPr>
        <p:spPr>
          <a:xfrm>
            <a:off x="6485129" y="1476000"/>
            <a:ext cx="2160000" cy="264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Sélectionner</a:t>
            </a:r>
            <a:endParaRPr/>
          </a:p>
        </p:txBody>
      </p:sp>
      <p:sp>
        <p:nvSpPr>
          <p:cNvPr id="588" name="Google Shape;588;p65"/>
          <p:cNvSpPr txBox="1"/>
          <p:nvPr>
            <p:ph idx="7" type="body"/>
          </p:nvPr>
        </p:nvSpPr>
        <p:spPr>
          <a:xfrm>
            <a:off x="6485129" y="1860070"/>
            <a:ext cx="2160000" cy="83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Choisissez selon vos besoins spécifiques</a:t>
            </a:r>
            <a:endParaRPr/>
          </a:p>
        </p:txBody>
      </p:sp>
      <p:sp>
        <p:nvSpPr>
          <p:cNvPr id="589" name="Google Shape;589;p65"/>
          <p:cNvSpPr txBox="1"/>
          <p:nvPr>
            <p:ph idx="8" type="body"/>
          </p:nvPr>
        </p:nvSpPr>
        <p:spPr>
          <a:xfrm>
            <a:off x="503039" y="6248"/>
            <a:ext cx="8568900" cy="304200"/>
          </a:xfrm>
          <a:prstGeom prst="rect">
            <a:avLst/>
          </a:prstGeom>
        </p:spPr>
        <p:txBody>
          <a:bodyPr anchorCtr="0" anchor="ctr" bIns="0" lIns="68575" spcFirstLastPara="1" rIns="68575" wrap="square" tIns="0">
            <a:noAutofit/>
          </a:bodyPr>
          <a:lstStyle/>
          <a:p>
            <a:pPr indent="0" lvl="0" marL="0" rtl="0" algn="l">
              <a:spcBef>
                <a:spcPts val="800"/>
              </a:spcBef>
              <a:spcAft>
                <a:spcPts val="0"/>
              </a:spcAft>
              <a:buNone/>
            </a:pPr>
            <a:r>
              <a:rPr lang="fr"/>
              <a:t>ACCOMPAGNEMENT</a:t>
            </a:r>
            <a:endParaRPr/>
          </a:p>
        </p:txBody>
      </p:sp>
      <p:sp>
        <p:nvSpPr>
          <p:cNvPr id="590" name="Google Shape;590;p65"/>
          <p:cNvSpPr/>
          <p:nvPr/>
        </p:nvSpPr>
        <p:spPr>
          <a:xfrm>
            <a:off x="595950" y="4019175"/>
            <a:ext cx="7973100" cy="6588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lnSpc>
                <a:spcPct val="160000"/>
              </a:lnSpc>
              <a:spcBef>
                <a:spcPts val="0"/>
              </a:spcBef>
              <a:spcAft>
                <a:spcPts val="0"/>
              </a:spcAft>
              <a:buNone/>
            </a:pPr>
            <a:r>
              <a:rPr lang="fr" sz="1500">
                <a:solidFill>
                  <a:srgbClr val="4C4C4D"/>
                </a:solidFill>
                <a:latin typeface="Heebo"/>
                <a:ea typeface="Heebo"/>
                <a:cs typeface="Heebo"/>
                <a:sym typeface="Heebo"/>
              </a:rPr>
              <a:t>France VAE simplifie le processus d'appel d'offre.</a:t>
            </a:r>
            <a:endParaRPr>
              <a:solidFill>
                <a:schemeClr val="dk1"/>
              </a:solidFill>
              <a:latin typeface="Roboto"/>
              <a:ea typeface="Roboto"/>
              <a:cs typeface="Roboto"/>
              <a:sym typeface="Roboto"/>
            </a:endParaRPr>
          </a:p>
        </p:txBody>
      </p:sp>
      <p:sp>
        <p:nvSpPr>
          <p:cNvPr id="591" name="Google Shape;591;p65"/>
          <p:cNvSpPr/>
          <p:nvPr/>
        </p:nvSpPr>
        <p:spPr>
          <a:xfrm>
            <a:off x="2850725" y="-610300"/>
            <a:ext cx="5286000" cy="741900"/>
          </a:xfrm>
          <a:prstGeom prst="rect">
            <a:avLst/>
          </a:prstGeom>
          <a:solidFill>
            <a:schemeClr val="accen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Roboto Medium"/>
                <a:ea typeface="Roboto Medium"/>
                <a:cs typeface="Roboto Medium"/>
                <a:sym typeface="Roboto Medium"/>
              </a:rPr>
              <a:t>Préciser les conditions de référencement des AAPs,</a:t>
            </a:r>
            <a:endParaRPr>
              <a:latin typeface="Roboto Medium"/>
              <a:ea typeface="Roboto Medium"/>
              <a:cs typeface="Roboto Medium"/>
              <a:sym typeface="Roboto Medium"/>
            </a:endParaRPr>
          </a:p>
          <a:p>
            <a:pPr indent="0" lvl="0" marL="0" rtl="0" algn="ctr">
              <a:spcBef>
                <a:spcPts val="0"/>
              </a:spcBef>
              <a:spcAft>
                <a:spcPts val="0"/>
              </a:spcAft>
              <a:buNone/>
            </a:pPr>
            <a:r>
              <a:rPr lang="fr">
                <a:latin typeface="Roboto Medium"/>
                <a:ea typeface="Roboto Medium"/>
                <a:cs typeface="Roboto Medium"/>
                <a:sym typeface="Roboto Medium"/>
              </a:rPr>
              <a:t>qui sont-ils ?</a:t>
            </a:r>
            <a:endParaRPr>
              <a:latin typeface="Roboto Medium"/>
              <a:ea typeface="Roboto Medium"/>
              <a:cs typeface="Roboto Medium"/>
              <a:sym typeface="Roboto Medium"/>
            </a:endParaRPr>
          </a:p>
          <a:p>
            <a:pPr indent="0" lvl="0" marL="0" rtl="0" algn="ctr">
              <a:spcBef>
                <a:spcPts val="0"/>
              </a:spcBef>
              <a:spcAft>
                <a:spcPts val="0"/>
              </a:spcAft>
              <a:buNone/>
            </a:pPr>
            <a:r>
              <a:rPr lang="fr">
                <a:latin typeface="Roboto Medium"/>
                <a:ea typeface="Roboto Medium"/>
                <a:cs typeface="Roboto Medium"/>
                <a:sym typeface="Roboto Medium"/>
              </a:rPr>
              <a:t>Intégrer un lien vers le cahier des charges des AAPs</a:t>
            </a:r>
            <a:endParaRPr>
              <a:latin typeface="Roboto Medium"/>
              <a:ea typeface="Roboto Medium"/>
              <a:cs typeface="Roboto Medium"/>
              <a:sym typeface="Roboto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6"/>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rmAutofit/>
          </a:bodyPr>
          <a:lstStyle/>
          <a:p>
            <a:pPr indent="0" lvl="0" marL="0" rtl="0" algn="l">
              <a:lnSpc>
                <a:spcPct val="90000"/>
              </a:lnSpc>
              <a:spcBef>
                <a:spcPts val="0"/>
              </a:spcBef>
              <a:spcAft>
                <a:spcPts val="0"/>
              </a:spcAft>
              <a:buClr>
                <a:schemeClr val="accent1"/>
              </a:buClr>
              <a:buSzPts val="900"/>
              <a:buNone/>
            </a:pPr>
            <a:r>
              <a:rPr lang="fr"/>
              <a:t>PLATEFORME</a:t>
            </a:r>
            <a:endParaRPr/>
          </a:p>
        </p:txBody>
      </p:sp>
      <p:sp>
        <p:nvSpPr>
          <p:cNvPr id="597" name="Google Shape;597;p66"/>
          <p:cNvSpPr txBox="1"/>
          <p:nvPr>
            <p:ph idx="2" type="body"/>
          </p:nvPr>
        </p:nvSpPr>
        <p:spPr>
          <a:xfrm>
            <a:off x="502550" y="356305"/>
            <a:ext cx="8569500" cy="4212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300"/>
              <a:buNone/>
            </a:pPr>
            <a:r>
              <a:rPr lang="fr"/>
              <a:t>Fonctionnalités clés du portail France VAE</a:t>
            </a:r>
            <a:endParaRPr/>
          </a:p>
        </p:txBody>
      </p:sp>
      <p:sp>
        <p:nvSpPr>
          <p:cNvPr id="598" name="Google Shape;598;p66"/>
          <p:cNvSpPr txBox="1"/>
          <p:nvPr>
            <p:ph idx="3" type="body"/>
          </p:nvPr>
        </p:nvSpPr>
        <p:spPr>
          <a:xfrm>
            <a:off x="1005620" y="1717773"/>
            <a:ext cx="3349200" cy="645000"/>
          </a:xfrm>
          <a:prstGeom prst="rect">
            <a:avLst/>
          </a:prstGeom>
          <a:noFill/>
          <a:ln>
            <a:noFill/>
          </a:ln>
        </p:spPr>
        <p:txBody>
          <a:bodyPr anchorCtr="0" anchor="t" bIns="34275" lIns="68575" spcFirstLastPara="1" rIns="68575" wrap="square" tIns="34275">
            <a:spAutoFit/>
          </a:bodyPr>
          <a:lstStyle/>
          <a:p>
            <a:pPr indent="0" lvl="0" marL="0" rtl="0" algn="l">
              <a:lnSpc>
                <a:spcPct val="120000"/>
              </a:lnSpc>
              <a:spcBef>
                <a:spcPts val="0"/>
              </a:spcBef>
              <a:spcAft>
                <a:spcPts val="0"/>
              </a:spcAft>
              <a:buClr>
                <a:schemeClr val="dk1"/>
              </a:buClr>
              <a:buSzPts val="1100"/>
              <a:buNone/>
            </a:pPr>
            <a:r>
              <a:rPr lang="fr" sz="1100"/>
              <a:t>Intégration manuelle ou par fichier Excel ou génération d’un fichier d’import depuis votre SIRH pour une gestion simplifiée</a:t>
            </a:r>
            <a:endParaRPr/>
          </a:p>
        </p:txBody>
      </p:sp>
      <p:sp>
        <p:nvSpPr>
          <p:cNvPr id="599" name="Google Shape;599;p66"/>
          <p:cNvSpPr txBox="1"/>
          <p:nvPr>
            <p:ph idx="4" type="body"/>
          </p:nvPr>
        </p:nvSpPr>
        <p:spPr>
          <a:xfrm>
            <a:off x="5208686" y="1612273"/>
            <a:ext cx="3348000" cy="441600"/>
          </a:xfrm>
          <a:prstGeom prst="rect">
            <a:avLst/>
          </a:prstGeom>
          <a:noFill/>
          <a:ln>
            <a:noFill/>
          </a:ln>
        </p:spPr>
        <p:txBody>
          <a:bodyPr anchorCtr="0" anchor="t" bIns="34275" lIns="68575" spcFirstLastPara="1" rIns="68575" wrap="square" tIns="34275">
            <a:spAutoFit/>
          </a:bodyPr>
          <a:lstStyle/>
          <a:p>
            <a:pPr indent="0" lvl="0" marL="0" rtl="0" algn="l">
              <a:lnSpc>
                <a:spcPct val="120000"/>
              </a:lnSpc>
              <a:spcBef>
                <a:spcPts val="0"/>
              </a:spcBef>
              <a:spcAft>
                <a:spcPts val="0"/>
              </a:spcAft>
              <a:buClr>
                <a:schemeClr val="dk1"/>
              </a:buClr>
              <a:buSzPts val="1100"/>
              <a:buNone/>
            </a:pPr>
            <a:r>
              <a:rPr lang="fr" sz="1100"/>
              <a:t>Orientation du candidat vers une sélection d’accompagnateurs et de certificateurs</a:t>
            </a:r>
            <a:endParaRPr sz="1100"/>
          </a:p>
        </p:txBody>
      </p:sp>
      <p:sp>
        <p:nvSpPr>
          <p:cNvPr id="600" name="Google Shape;600;p66"/>
          <p:cNvSpPr txBox="1"/>
          <p:nvPr>
            <p:ph idx="5" type="body"/>
          </p:nvPr>
        </p:nvSpPr>
        <p:spPr>
          <a:xfrm>
            <a:off x="1005620" y="3095849"/>
            <a:ext cx="3351000" cy="441600"/>
          </a:xfrm>
          <a:prstGeom prst="rect">
            <a:avLst/>
          </a:prstGeom>
          <a:noFill/>
          <a:ln>
            <a:noFill/>
          </a:ln>
        </p:spPr>
        <p:txBody>
          <a:bodyPr anchorCtr="0" anchor="t" bIns="34275" lIns="68575" spcFirstLastPara="1" rIns="68575" wrap="square" tIns="34275">
            <a:spAutoFit/>
          </a:bodyPr>
          <a:lstStyle/>
          <a:p>
            <a:pPr indent="0" lvl="0" marL="0" rtl="0" algn="l">
              <a:lnSpc>
                <a:spcPct val="120000"/>
              </a:lnSpc>
              <a:spcBef>
                <a:spcPts val="0"/>
              </a:spcBef>
              <a:spcAft>
                <a:spcPts val="0"/>
              </a:spcAft>
              <a:buClr>
                <a:schemeClr val="dk1"/>
              </a:buClr>
              <a:buSzPts val="1100"/>
              <a:buNone/>
            </a:pPr>
            <a:r>
              <a:rPr lang="fr" sz="1100"/>
              <a:t>Suivi des étapes individuelles et collectives en temps réel</a:t>
            </a:r>
            <a:endParaRPr/>
          </a:p>
        </p:txBody>
      </p:sp>
      <p:sp>
        <p:nvSpPr>
          <p:cNvPr id="601" name="Google Shape;601;p66"/>
          <p:cNvSpPr txBox="1"/>
          <p:nvPr>
            <p:ph idx="6" type="body"/>
          </p:nvPr>
        </p:nvSpPr>
        <p:spPr>
          <a:xfrm>
            <a:off x="5204570" y="3095849"/>
            <a:ext cx="3348000" cy="441600"/>
          </a:xfrm>
          <a:prstGeom prst="rect">
            <a:avLst/>
          </a:prstGeom>
          <a:noFill/>
          <a:ln>
            <a:noFill/>
          </a:ln>
        </p:spPr>
        <p:txBody>
          <a:bodyPr anchorCtr="0" anchor="t" bIns="34275" lIns="68575" spcFirstLastPara="1" rIns="68575" wrap="square" tIns="34275">
            <a:spAutoFit/>
          </a:bodyPr>
          <a:lstStyle/>
          <a:p>
            <a:pPr indent="0" lvl="0" marL="0" rtl="0" algn="l">
              <a:lnSpc>
                <a:spcPct val="120000"/>
              </a:lnSpc>
              <a:spcBef>
                <a:spcPts val="0"/>
              </a:spcBef>
              <a:spcAft>
                <a:spcPts val="0"/>
              </a:spcAft>
              <a:buClr>
                <a:schemeClr val="dk1"/>
              </a:buClr>
              <a:buSzPts val="1100"/>
              <a:buNone/>
            </a:pPr>
            <a:r>
              <a:rPr lang="fr" sz="1100"/>
              <a:t>Centralisation des documents et des échanges tripartites</a:t>
            </a:r>
            <a:endParaRPr sz="1100"/>
          </a:p>
        </p:txBody>
      </p:sp>
      <p:sp>
        <p:nvSpPr>
          <p:cNvPr id="602" name="Google Shape;602;p66"/>
          <p:cNvSpPr/>
          <p:nvPr/>
        </p:nvSpPr>
        <p:spPr>
          <a:xfrm>
            <a:off x="4790774" y="2841623"/>
            <a:ext cx="290146" cy="237392"/>
          </a:xfrm>
          <a:custGeom>
            <a:rect b="b" l="l" r="r" t="t"/>
            <a:pathLst>
              <a:path extrusionOk="0" h="316523" w="386861">
                <a:moveTo>
                  <a:pt x="150261" y="59348"/>
                </a:moveTo>
                <a:lnTo>
                  <a:pt x="185430" y="94517"/>
                </a:lnTo>
                <a:lnTo>
                  <a:pt x="340702" y="94517"/>
                </a:lnTo>
                <a:lnTo>
                  <a:pt x="340702" y="270364"/>
                </a:lnTo>
                <a:lnTo>
                  <a:pt x="59348" y="270364"/>
                </a:lnTo>
                <a:lnTo>
                  <a:pt x="59348" y="59348"/>
                </a:lnTo>
                <a:lnTo>
                  <a:pt x="150261" y="59348"/>
                </a:lnTo>
                <a:moveTo>
                  <a:pt x="164856" y="24179"/>
                </a:moveTo>
                <a:lnTo>
                  <a:pt x="59348" y="24179"/>
                </a:lnTo>
                <a:cubicBezTo>
                  <a:pt x="40005" y="24179"/>
                  <a:pt x="24355" y="40005"/>
                  <a:pt x="24355" y="59348"/>
                </a:cubicBezTo>
                <a:lnTo>
                  <a:pt x="24179" y="270364"/>
                </a:lnTo>
                <a:cubicBezTo>
                  <a:pt x="24179" y="289707"/>
                  <a:pt x="40005" y="305533"/>
                  <a:pt x="59348" y="305533"/>
                </a:cubicBezTo>
                <a:lnTo>
                  <a:pt x="340702" y="305533"/>
                </a:lnTo>
                <a:cubicBezTo>
                  <a:pt x="360045" y="305533"/>
                  <a:pt x="375871" y="289707"/>
                  <a:pt x="375871" y="270364"/>
                </a:cubicBezTo>
                <a:lnTo>
                  <a:pt x="375871" y="94517"/>
                </a:lnTo>
                <a:cubicBezTo>
                  <a:pt x="375871" y="75174"/>
                  <a:pt x="360045" y="59348"/>
                  <a:pt x="340702" y="59348"/>
                </a:cubicBezTo>
                <a:lnTo>
                  <a:pt x="200025" y="59348"/>
                </a:lnTo>
                <a:lnTo>
                  <a:pt x="164856" y="24179"/>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603" name="Google Shape;603;p66"/>
          <p:cNvSpPr txBox="1"/>
          <p:nvPr>
            <p:ph idx="2" type="body"/>
          </p:nvPr>
        </p:nvSpPr>
        <p:spPr>
          <a:xfrm>
            <a:off x="1005620" y="1356575"/>
            <a:ext cx="3429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Import de candidats et de cohortes</a:t>
            </a:r>
            <a:endParaRPr sz="1600"/>
          </a:p>
        </p:txBody>
      </p:sp>
      <p:sp>
        <p:nvSpPr>
          <p:cNvPr id="604" name="Google Shape;604;p66"/>
          <p:cNvSpPr/>
          <p:nvPr/>
        </p:nvSpPr>
        <p:spPr>
          <a:xfrm rot="8100000">
            <a:off x="629654" y="1396632"/>
            <a:ext cx="224064" cy="224064"/>
          </a:xfrm>
          <a:custGeom>
            <a:rect b="b" l="l" r="r" t="t"/>
            <a:pathLst>
              <a:path extrusionOk="0" h="298938" w="298938">
                <a:moveTo>
                  <a:pt x="112102" y="24179"/>
                </a:moveTo>
                <a:lnTo>
                  <a:pt x="112102" y="59348"/>
                </a:lnTo>
                <a:lnTo>
                  <a:pt x="227985" y="59348"/>
                </a:lnTo>
                <a:lnTo>
                  <a:pt x="24179" y="263154"/>
                </a:lnTo>
                <a:lnTo>
                  <a:pt x="48973" y="287948"/>
                </a:lnTo>
                <a:lnTo>
                  <a:pt x="252779" y="84142"/>
                </a:lnTo>
                <a:lnTo>
                  <a:pt x="252779" y="200025"/>
                </a:lnTo>
                <a:lnTo>
                  <a:pt x="287948" y="200025"/>
                </a:lnTo>
                <a:lnTo>
                  <a:pt x="287948" y="24179"/>
                </a:lnTo>
                <a:lnTo>
                  <a:pt x="112102" y="24179"/>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605" name="Google Shape;605;p66"/>
          <p:cNvSpPr txBox="1"/>
          <p:nvPr>
            <p:ph idx="2" type="body"/>
          </p:nvPr>
        </p:nvSpPr>
        <p:spPr>
          <a:xfrm>
            <a:off x="5208678" y="1356575"/>
            <a:ext cx="3429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Orientation facilitée</a:t>
            </a:r>
            <a:endParaRPr sz="1600"/>
          </a:p>
        </p:txBody>
      </p:sp>
      <p:sp>
        <p:nvSpPr>
          <p:cNvPr id="606" name="Google Shape;606;p66"/>
          <p:cNvSpPr txBox="1"/>
          <p:nvPr>
            <p:ph idx="2" type="body"/>
          </p:nvPr>
        </p:nvSpPr>
        <p:spPr>
          <a:xfrm>
            <a:off x="1005620" y="2821413"/>
            <a:ext cx="3429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Tableau de bord de suivi</a:t>
            </a:r>
            <a:endParaRPr sz="1600"/>
          </a:p>
        </p:txBody>
      </p:sp>
      <p:sp>
        <p:nvSpPr>
          <p:cNvPr id="607" name="Google Shape;607;p66"/>
          <p:cNvSpPr/>
          <p:nvPr/>
        </p:nvSpPr>
        <p:spPr>
          <a:xfrm>
            <a:off x="596608" y="2868002"/>
            <a:ext cx="290146" cy="184638"/>
          </a:xfrm>
          <a:custGeom>
            <a:rect b="b" l="l" r="r" t="t"/>
            <a:pathLst>
              <a:path extrusionOk="0" h="246184" w="386861">
                <a:moveTo>
                  <a:pt x="270364" y="24179"/>
                </a:moveTo>
                <a:lnTo>
                  <a:pt x="310632" y="64448"/>
                </a:lnTo>
                <a:lnTo>
                  <a:pt x="224819" y="150261"/>
                </a:lnTo>
                <a:lnTo>
                  <a:pt x="154481" y="79922"/>
                </a:lnTo>
                <a:lnTo>
                  <a:pt x="24179" y="210400"/>
                </a:lnTo>
                <a:lnTo>
                  <a:pt x="48973" y="235194"/>
                </a:lnTo>
                <a:lnTo>
                  <a:pt x="154481" y="129687"/>
                </a:lnTo>
                <a:lnTo>
                  <a:pt x="224819" y="200025"/>
                </a:lnTo>
                <a:lnTo>
                  <a:pt x="335603" y="89418"/>
                </a:lnTo>
                <a:lnTo>
                  <a:pt x="375871" y="129687"/>
                </a:lnTo>
                <a:lnTo>
                  <a:pt x="375871" y="24179"/>
                </a:lnTo>
                <a:lnTo>
                  <a:pt x="270364" y="24179"/>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608" name="Google Shape;608;p66"/>
          <p:cNvSpPr/>
          <p:nvPr/>
        </p:nvSpPr>
        <p:spPr>
          <a:xfrm>
            <a:off x="4803957" y="1370287"/>
            <a:ext cx="237392" cy="237392"/>
          </a:xfrm>
          <a:custGeom>
            <a:rect b="b" l="l" r="r" t="t"/>
            <a:pathLst>
              <a:path extrusionOk="0" h="316523" w="316523">
                <a:moveTo>
                  <a:pt x="140062" y="115091"/>
                </a:moveTo>
                <a:lnTo>
                  <a:pt x="48973" y="24179"/>
                </a:lnTo>
                <a:lnTo>
                  <a:pt x="24179" y="48973"/>
                </a:lnTo>
                <a:lnTo>
                  <a:pt x="115091" y="139886"/>
                </a:lnTo>
                <a:lnTo>
                  <a:pt x="140062" y="115091"/>
                </a:lnTo>
                <a:close/>
                <a:moveTo>
                  <a:pt x="208817" y="24179"/>
                </a:moveTo>
                <a:lnTo>
                  <a:pt x="244690" y="60051"/>
                </a:lnTo>
                <a:lnTo>
                  <a:pt x="24179" y="280739"/>
                </a:lnTo>
                <a:lnTo>
                  <a:pt x="48973" y="305533"/>
                </a:lnTo>
                <a:lnTo>
                  <a:pt x="269660" y="85022"/>
                </a:lnTo>
                <a:lnTo>
                  <a:pt x="305533" y="120894"/>
                </a:lnTo>
                <a:lnTo>
                  <a:pt x="305533" y="24179"/>
                </a:lnTo>
                <a:lnTo>
                  <a:pt x="208817" y="24179"/>
                </a:lnTo>
                <a:close/>
                <a:moveTo>
                  <a:pt x="214620" y="189650"/>
                </a:moveTo>
                <a:lnTo>
                  <a:pt x="189826" y="214445"/>
                </a:lnTo>
                <a:lnTo>
                  <a:pt x="244866" y="269484"/>
                </a:lnTo>
                <a:lnTo>
                  <a:pt x="208817" y="305533"/>
                </a:lnTo>
                <a:lnTo>
                  <a:pt x="305533" y="305533"/>
                </a:lnTo>
                <a:lnTo>
                  <a:pt x="305533" y="208817"/>
                </a:lnTo>
                <a:lnTo>
                  <a:pt x="269660" y="244690"/>
                </a:lnTo>
                <a:lnTo>
                  <a:pt x="214620" y="189650"/>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609" name="Google Shape;609;p66"/>
          <p:cNvSpPr txBox="1"/>
          <p:nvPr>
            <p:ph idx="2" type="body"/>
          </p:nvPr>
        </p:nvSpPr>
        <p:spPr>
          <a:xfrm>
            <a:off x="5208678" y="2821413"/>
            <a:ext cx="3429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Espace documentaire</a:t>
            </a:r>
            <a:endParaRPr sz="1600"/>
          </a:p>
        </p:txBody>
      </p:sp>
      <p:sp>
        <p:nvSpPr>
          <p:cNvPr id="610" name="Google Shape;610;p66"/>
          <p:cNvSpPr/>
          <p:nvPr/>
        </p:nvSpPr>
        <p:spPr>
          <a:xfrm>
            <a:off x="2951025" y="4019475"/>
            <a:ext cx="4516500" cy="1317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lt1"/>
                </a:solidFill>
                <a:latin typeface="Roboto Medium"/>
                <a:ea typeface="Roboto Medium"/>
                <a:cs typeface="Roboto Medium"/>
                <a:sym typeface="Roboto Medium"/>
              </a:rPr>
              <a:t>Montrer une timeline des fonctionnalités</a:t>
            </a:r>
            <a:endParaRPr>
              <a:solidFill>
                <a:schemeClr val="lt1"/>
              </a:solidFill>
              <a:latin typeface="Roboto Medium"/>
              <a:ea typeface="Roboto Medium"/>
              <a:cs typeface="Roboto Medium"/>
              <a:sym typeface="Roboto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7"/>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rmAutofit/>
          </a:bodyPr>
          <a:lstStyle/>
          <a:p>
            <a:pPr indent="0" lvl="0" marL="0" rtl="0" algn="l">
              <a:lnSpc>
                <a:spcPct val="90000"/>
              </a:lnSpc>
              <a:spcBef>
                <a:spcPts val="0"/>
              </a:spcBef>
              <a:spcAft>
                <a:spcPts val="0"/>
              </a:spcAft>
              <a:buClr>
                <a:schemeClr val="accent1"/>
              </a:buClr>
              <a:buSzPts val="900"/>
              <a:buNone/>
            </a:pPr>
            <a:r>
              <a:rPr lang="fr"/>
              <a:t>PLATEFORME</a:t>
            </a:r>
            <a:endParaRPr/>
          </a:p>
        </p:txBody>
      </p:sp>
      <p:sp>
        <p:nvSpPr>
          <p:cNvPr id="616" name="Google Shape;616;p67"/>
          <p:cNvSpPr txBox="1"/>
          <p:nvPr>
            <p:ph idx="2" type="body"/>
          </p:nvPr>
        </p:nvSpPr>
        <p:spPr>
          <a:xfrm>
            <a:off x="502550" y="356305"/>
            <a:ext cx="8569500" cy="4212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300"/>
              <a:buNone/>
            </a:pPr>
            <a:r>
              <a:rPr lang="fr"/>
              <a:t>Interconnexion permanente entre candidat, AAP, certificateur et porteur de projet</a:t>
            </a:r>
            <a:endParaRPr/>
          </a:p>
        </p:txBody>
      </p:sp>
      <p:sp>
        <p:nvSpPr>
          <p:cNvPr id="617" name="Google Shape;617;p67"/>
          <p:cNvSpPr txBox="1"/>
          <p:nvPr>
            <p:ph idx="3" type="body"/>
          </p:nvPr>
        </p:nvSpPr>
        <p:spPr>
          <a:xfrm>
            <a:off x="1005620" y="2860773"/>
            <a:ext cx="3349200" cy="645000"/>
          </a:xfrm>
          <a:prstGeom prst="rect">
            <a:avLst/>
          </a:prstGeom>
          <a:noFill/>
          <a:ln>
            <a:noFill/>
          </a:ln>
        </p:spPr>
        <p:txBody>
          <a:bodyPr anchorCtr="0" anchor="t" bIns="34275" lIns="68575" spcFirstLastPara="1" rIns="68575" wrap="square" tIns="34275">
            <a:spAutoFit/>
          </a:bodyPr>
          <a:lstStyle/>
          <a:p>
            <a:pPr indent="0" lvl="0" marL="0" rtl="0" algn="l">
              <a:lnSpc>
                <a:spcPct val="120000"/>
              </a:lnSpc>
              <a:spcBef>
                <a:spcPts val="0"/>
              </a:spcBef>
              <a:spcAft>
                <a:spcPts val="0"/>
              </a:spcAft>
              <a:buClr>
                <a:schemeClr val="dk1"/>
              </a:buClr>
              <a:buSzPts val="1100"/>
              <a:buNone/>
            </a:pPr>
            <a:r>
              <a:rPr lang="fr" sz="1100"/>
              <a:t>Candidature est créée</a:t>
            </a:r>
            <a:endParaRPr sz="1100"/>
          </a:p>
          <a:p>
            <a:pPr indent="0" lvl="0" marL="0" rtl="0" algn="l">
              <a:lnSpc>
                <a:spcPct val="120000"/>
              </a:lnSpc>
              <a:spcBef>
                <a:spcPts val="0"/>
              </a:spcBef>
              <a:spcAft>
                <a:spcPts val="0"/>
              </a:spcAft>
              <a:buClr>
                <a:schemeClr val="dk1"/>
              </a:buClr>
              <a:buSzPts val="1100"/>
              <a:buNone/>
            </a:pPr>
            <a:r>
              <a:rPr lang="fr" sz="1100"/>
              <a:t>Lien qui démarre son parcours</a:t>
            </a:r>
            <a:endParaRPr sz="1100"/>
          </a:p>
          <a:p>
            <a:pPr indent="0" lvl="0" marL="0" rtl="0" algn="l">
              <a:lnSpc>
                <a:spcPct val="120000"/>
              </a:lnSpc>
              <a:spcBef>
                <a:spcPts val="0"/>
              </a:spcBef>
              <a:spcAft>
                <a:spcPts val="0"/>
              </a:spcAft>
              <a:buClr>
                <a:schemeClr val="dk1"/>
              </a:buClr>
              <a:buSzPts val="1100"/>
              <a:buNone/>
            </a:pPr>
            <a:r>
              <a:rPr lang="fr" sz="1100"/>
              <a:t>AAP et certificateurs sont alertés</a:t>
            </a:r>
            <a:endParaRPr sz="1100"/>
          </a:p>
        </p:txBody>
      </p:sp>
      <p:sp>
        <p:nvSpPr>
          <p:cNvPr id="618" name="Google Shape;618;p67"/>
          <p:cNvSpPr txBox="1"/>
          <p:nvPr>
            <p:ph idx="2" type="body"/>
          </p:nvPr>
        </p:nvSpPr>
        <p:spPr>
          <a:xfrm>
            <a:off x="1005620" y="2499575"/>
            <a:ext cx="3429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sz="1600"/>
              <a:t>Tout ce que vous avez saisi</a:t>
            </a:r>
            <a:endParaRPr sz="1600"/>
          </a:p>
        </p:txBody>
      </p:sp>
      <p:sp>
        <p:nvSpPr>
          <p:cNvPr id="619" name="Google Shape;619;p67"/>
          <p:cNvSpPr/>
          <p:nvPr/>
        </p:nvSpPr>
        <p:spPr>
          <a:xfrm rot="8100000">
            <a:off x="629654" y="2539632"/>
            <a:ext cx="224064" cy="224064"/>
          </a:xfrm>
          <a:custGeom>
            <a:rect b="b" l="l" r="r" t="t"/>
            <a:pathLst>
              <a:path extrusionOk="0" h="298938" w="298938">
                <a:moveTo>
                  <a:pt x="112102" y="24179"/>
                </a:moveTo>
                <a:lnTo>
                  <a:pt x="112102" y="59348"/>
                </a:lnTo>
                <a:lnTo>
                  <a:pt x="227985" y="59348"/>
                </a:lnTo>
                <a:lnTo>
                  <a:pt x="24179" y="263154"/>
                </a:lnTo>
                <a:lnTo>
                  <a:pt x="48973" y="287948"/>
                </a:lnTo>
                <a:lnTo>
                  <a:pt x="252779" y="84142"/>
                </a:lnTo>
                <a:lnTo>
                  <a:pt x="252779" y="200025"/>
                </a:lnTo>
                <a:lnTo>
                  <a:pt x="287948" y="200025"/>
                </a:lnTo>
                <a:lnTo>
                  <a:pt x="287948" y="24179"/>
                </a:lnTo>
                <a:lnTo>
                  <a:pt x="112102" y="24179"/>
                </a:lnTo>
                <a:close/>
              </a:path>
            </a:pathLst>
          </a:custGeom>
          <a:solidFill>
            <a:schemeClr val="accent1"/>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Helvetica Neue"/>
              <a:ea typeface="Helvetica Neue"/>
              <a:cs typeface="Helvetica Neue"/>
              <a:sym typeface="Helvetica Neue"/>
            </a:endParaRPr>
          </a:p>
        </p:txBody>
      </p:sp>
      <p:sp>
        <p:nvSpPr>
          <p:cNvPr id="620" name="Google Shape;620;p67"/>
          <p:cNvSpPr txBox="1"/>
          <p:nvPr>
            <p:ph idx="3" type="body"/>
          </p:nvPr>
        </p:nvSpPr>
        <p:spPr>
          <a:xfrm>
            <a:off x="583258" y="1432950"/>
            <a:ext cx="7985700" cy="645000"/>
          </a:xfrm>
          <a:prstGeom prst="rect">
            <a:avLst/>
          </a:prstGeom>
          <a:noFill/>
          <a:ln>
            <a:noFill/>
          </a:ln>
        </p:spPr>
        <p:txBody>
          <a:bodyPr anchorCtr="0" anchor="t" bIns="34275" lIns="68575" spcFirstLastPara="1" rIns="68575" wrap="square" tIns="34275">
            <a:spAutoFit/>
          </a:bodyPr>
          <a:lstStyle/>
          <a:p>
            <a:pPr indent="0" lvl="0" marL="0" rtl="0" algn="l">
              <a:lnSpc>
                <a:spcPct val="120000"/>
              </a:lnSpc>
              <a:spcBef>
                <a:spcPts val="0"/>
              </a:spcBef>
              <a:spcAft>
                <a:spcPts val="0"/>
              </a:spcAft>
              <a:buClr>
                <a:schemeClr val="dk1"/>
              </a:buClr>
              <a:buSzPts val="1100"/>
              <a:buNone/>
            </a:pPr>
            <a:r>
              <a:rPr lang="fr" sz="1100"/>
              <a:t>Portail porteur de projet, communique avec l’AAP, le certificateur et l’entreprise</a:t>
            </a:r>
            <a:endParaRPr sz="1100"/>
          </a:p>
          <a:p>
            <a:pPr indent="0" lvl="0" marL="0" rtl="0" algn="l">
              <a:lnSpc>
                <a:spcPct val="120000"/>
              </a:lnSpc>
              <a:spcBef>
                <a:spcPts val="0"/>
              </a:spcBef>
              <a:spcAft>
                <a:spcPts val="0"/>
              </a:spcAft>
              <a:buClr>
                <a:schemeClr val="dk1"/>
              </a:buClr>
              <a:buSzPts val="1100"/>
              <a:buNone/>
            </a:pPr>
            <a:r>
              <a:rPr lang="fr" sz="1100"/>
              <a:t>Tous les événements qui arrivent sur le portail du candidat se reflètent sur leur portail. Une seule saisie. Et inversement, tout ce qui est saisi chez le candidat. Toutes les étapes sont rattachées à votre projet collectif.</a:t>
            </a:r>
            <a:endParaRPr sz="1100"/>
          </a:p>
        </p:txBody>
      </p:sp>
      <p:sp>
        <p:nvSpPr>
          <p:cNvPr id="621" name="Google Shape;621;p67"/>
          <p:cNvSpPr/>
          <p:nvPr/>
        </p:nvSpPr>
        <p:spPr>
          <a:xfrm>
            <a:off x="1025" y="-916600"/>
            <a:ext cx="1839300" cy="1220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Roboto Medium"/>
                <a:ea typeface="Roboto Medium"/>
                <a:cs typeface="Roboto Medium"/>
                <a:sym typeface="Roboto Medium"/>
              </a:rPr>
              <a:t>Core benefice</a:t>
            </a:r>
            <a:endParaRPr>
              <a:latin typeface="Roboto Medium"/>
              <a:ea typeface="Roboto Medium"/>
              <a:cs typeface="Roboto Medium"/>
              <a:sym typeface="Roboto Medium"/>
            </a:endParaRPr>
          </a:p>
          <a:p>
            <a:pPr indent="0" lvl="0" marL="0" rtl="0" algn="ctr">
              <a:spcBef>
                <a:spcPts val="0"/>
              </a:spcBef>
              <a:spcAft>
                <a:spcPts val="0"/>
              </a:spcAft>
              <a:buNone/>
            </a:pPr>
            <a:r>
              <a:rPr lang="fr">
                <a:latin typeface="Roboto Medium"/>
                <a:ea typeface="Roboto Medium"/>
                <a:cs typeface="Roboto Medium"/>
                <a:sym typeface="Roboto Medium"/>
              </a:rPr>
              <a:t>Intro deck</a:t>
            </a:r>
            <a:endParaRPr>
              <a:latin typeface="Roboto Medium"/>
              <a:ea typeface="Roboto Medium"/>
              <a:cs typeface="Roboto Medium"/>
              <a:sym typeface="Roboto Medium"/>
            </a:endParaRPr>
          </a:p>
        </p:txBody>
      </p:sp>
      <p:sp>
        <p:nvSpPr>
          <p:cNvPr id="622" name="Google Shape;622;p67"/>
          <p:cNvSpPr txBox="1"/>
          <p:nvPr>
            <p:ph idx="2" type="body"/>
          </p:nvPr>
        </p:nvSpPr>
        <p:spPr>
          <a:xfrm>
            <a:off x="2626525" y="-245845"/>
            <a:ext cx="8569500" cy="4212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2300"/>
              <a:buNone/>
            </a:pPr>
            <a:r>
              <a:rPr lang="fr"/>
              <a:t>Interface de l’ensemble des espaces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6" name="Shape 626"/>
        <p:cNvGrpSpPr/>
        <p:nvPr/>
      </p:nvGrpSpPr>
      <p:grpSpPr>
        <a:xfrm>
          <a:off x="0" y="0"/>
          <a:ext cx="0" cy="0"/>
          <a:chOff x="0" y="0"/>
          <a:chExt cx="0" cy="0"/>
        </a:xfrm>
      </p:grpSpPr>
      <p:sp>
        <p:nvSpPr>
          <p:cNvPr id="627" name="Google Shape;627;p68"/>
          <p:cNvSpPr txBox="1"/>
          <p:nvPr>
            <p:ph idx="1" type="body"/>
          </p:nvPr>
        </p:nvSpPr>
        <p:spPr>
          <a:xfrm>
            <a:off x="503039" y="6248"/>
            <a:ext cx="8568900" cy="304200"/>
          </a:xfrm>
          <a:prstGeom prst="rect">
            <a:avLst/>
          </a:prstGeom>
        </p:spPr>
        <p:txBody>
          <a:bodyPr anchorCtr="0" anchor="ctr" bIns="0" lIns="68575" spcFirstLastPara="1" rIns="68575" wrap="square" tIns="0">
            <a:noAutofit/>
          </a:bodyPr>
          <a:lstStyle/>
          <a:p>
            <a:pPr indent="0" lvl="0" marL="0" rtl="0" algn="l">
              <a:spcBef>
                <a:spcPts val="800"/>
              </a:spcBef>
              <a:spcAft>
                <a:spcPts val="0"/>
              </a:spcAft>
              <a:buNone/>
            </a:pPr>
            <a:r>
              <a:rPr lang="fr"/>
              <a:t>INTERFACES</a:t>
            </a:r>
            <a:endParaRPr/>
          </a:p>
        </p:txBody>
      </p:sp>
      <p:sp>
        <p:nvSpPr>
          <p:cNvPr id="628" name="Google Shape;628;p68"/>
          <p:cNvSpPr txBox="1"/>
          <p:nvPr>
            <p:ph idx="3" type="body"/>
          </p:nvPr>
        </p:nvSpPr>
        <p:spPr>
          <a:xfrm>
            <a:off x="502550" y="1652751"/>
            <a:ext cx="2430000" cy="6450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fr"/>
              <a:t>Avec URL ou code directement rattaché à sa candidature</a:t>
            </a:r>
            <a:endParaRPr/>
          </a:p>
        </p:txBody>
      </p:sp>
      <p:sp>
        <p:nvSpPr>
          <p:cNvPr id="629" name="Google Shape;629;p68"/>
          <p:cNvSpPr txBox="1"/>
          <p:nvPr>
            <p:ph idx="2" type="body"/>
          </p:nvPr>
        </p:nvSpPr>
        <p:spPr>
          <a:xfrm>
            <a:off x="502542" y="1337183"/>
            <a:ext cx="2430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fr" sz="1400">
                <a:latin typeface="Roboto"/>
                <a:ea typeface="Roboto"/>
                <a:cs typeface="Roboto"/>
                <a:sym typeface="Roboto"/>
              </a:rPr>
              <a:t>Inscription candidat</a:t>
            </a:r>
            <a:endParaRPr b="1" sz="1400">
              <a:latin typeface="Roboto"/>
              <a:ea typeface="Roboto"/>
              <a:cs typeface="Roboto"/>
              <a:sym typeface="Roboto"/>
            </a:endParaRPr>
          </a:p>
        </p:txBody>
      </p:sp>
      <p:sp>
        <p:nvSpPr>
          <p:cNvPr id="630" name="Google Shape;630;p68"/>
          <p:cNvSpPr/>
          <p:nvPr>
            <p:ph idx="8" type="pic"/>
          </p:nvPr>
        </p:nvSpPr>
        <p:spPr>
          <a:xfrm>
            <a:off x="560996" y="2394739"/>
            <a:ext cx="2342700" cy="1471500"/>
          </a:xfrm>
          <a:prstGeom prst="rect">
            <a:avLst/>
          </a:prstGeom>
        </p:spPr>
      </p:sp>
      <p:sp>
        <p:nvSpPr>
          <p:cNvPr id="631" name="Google Shape;631;p68"/>
          <p:cNvSpPr txBox="1"/>
          <p:nvPr>
            <p:ph idx="14" type="body"/>
          </p:nvPr>
        </p:nvSpPr>
        <p:spPr>
          <a:xfrm>
            <a:off x="502550" y="334251"/>
            <a:ext cx="6120600" cy="36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Aperçu de la plateforme France VAE</a:t>
            </a:r>
            <a:endParaRPr/>
          </a:p>
        </p:txBody>
      </p:sp>
      <p:sp>
        <p:nvSpPr>
          <p:cNvPr id="632" name="Google Shape;632;p68"/>
          <p:cNvSpPr txBox="1"/>
          <p:nvPr>
            <p:ph idx="3" type="body"/>
          </p:nvPr>
        </p:nvSpPr>
        <p:spPr>
          <a:xfrm>
            <a:off x="3357000" y="1652751"/>
            <a:ext cx="2430000" cy="6450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fr"/>
              <a:t>Visualisation claire de l'avancement global de la candidature en cours.</a:t>
            </a:r>
            <a:endParaRPr/>
          </a:p>
        </p:txBody>
      </p:sp>
      <p:sp>
        <p:nvSpPr>
          <p:cNvPr id="633" name="Google Shape;633;p68"/>
          <p:cNvSpPr txBox="1"/>
          <p:nvPr>
            <p:ph idx="2" type="body"/>
          </p:nvPr>
        </p:nvSpPr>
        <p:spPr>
          <a:xfrm>
            <a:off x="3356992" y="1337183"/>
            <a:ext cx="2430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fr" sz="1400">
                <a:latin typeface="Roboto"/>
                <a:ea typeface="Roboto"/>
                <a:cs typeface="Roboto"/>
                <a:sym typeface="Roboto"/>
              </a:rPr>
              <a:t>Tableau de bord candidat</a:t>
            </a:r>
            <a:endParaRPr b="1" sz="1400">
              <a:latin typeface="Roboto"/>
              <a:ea typeface="Roboto"/>
              <a:cs typeface="Roboto"/>
              <a:sym typeface="Roboto"/>
            </a:endParaRPr>
          </a:p>
        </p:txBody>
      </p:sp>
      <p:sp>
        <p:nvSpPr>
          <p:cNvPr id="634" name="Google Shape;634;p68"/>
          <p:cNvSpPr/>
          <p:nvPr>
            <p:ph idx="8" type="pic"/>
          </p:nvPr>
        </p:nvSpPr>
        <p:spPr>
          <a:xfrm>
            <a:off x="3400646" y="2394739"/>
            <a:ext cx="2342700" cy="1471500"/>
          </a:xfrm>
          <a:prstGeom prst="rect">
            <a:avLst/>
          </a:prstGeom>
        </p:spPr>
      </p:sp>
      <p:sp>
        <p:nvSpPr>
          <p:cNvPr id="635" name="Google Shape;635;p68"/>
          <p:cNvSpPr/>
          <p:nvPr>
            <p:ph idx="8" type="pic"/>
          </p:nvPr>
        </p:nvSpPr>
        <p:spPr>
          <a:xfrm>
            <a:off x="6240296" y="2394739"/>
            <a:ext cx="2342700" cy="1471500"/>
          </a:xfrm>
          <a:prstGeom prst="rect">
            <a:avLst/>
          </a:prstGeom>
        </p:spPr>
      </p:sp>
      <p:sp>
        <p:nvSpPr>
          <p:cNvPr id="636" name="Google Shape;636;p68"/>
          <p:cNvSpPr txBox="1"/>
          <p:nvPr>
            <p:ph idx="3" type="body"/>
          </p:nvPr>
        </p:nvSpPr>
        <p:spPr>
          <a:xfrm>
            <a:off x="6211450" y="1652751"/>
            <a:ext cx="2430000" cy="6450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fr"/>
              <a:t>Au sein de l’espace de gestion de l’AAP ou dans l’espace admin de France VAE</a:t>
            </a:r>
            <a:endParaRPr/>
          </a:p>
        </p:txBody>
      </p:sp>
      <p:sp>
        <p:nvSpPr>
          <p:cNvPr id="637" name="Google Shape;637;p68"/>
          <p:cNvSpPr txBox="1"/>
          <p:nvPr>
            <p:ph idx="2" type="body"/>
          </p:nvPr>
        </p:nvSpPr>
        <p:spPr>
          <a:xfrm>
            <a:off x="6211442" y="1337183"/>
            <a:ext cx="2430000" cy="3042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fr" sz="1400">
                <a:latin typeface="Roboto"/>
                <a:ea typeface="Roboto"/>
                <a:cs typeface="Roboto"/>
                <a:sym typeface="Roboto"/>
              </a:rPr>
              <a:t>Gestion des candidatures </a:t>
            </a:r>
            <a:endParaRPr b="1" sz="14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1" name="Shape 641"/>
        <p:cNvGrpSpPr/>
        <p:nvPr/>
      </p:nvGrpSpPr>
      <p:grpSpPr>
        <a:xfrm>
          <a:off x="0" y="0"/>
          <a:ext cx="0" cy="0"/>
          <a:chOff x="0" y="0"/>
          <a:chExt cx="0" cy="0"/>
        </a:xfrm>
      </p:grpSpPr>
      <p:sp>
        <p:nvSpPr>
          <p:cNvPr id="642" name="Google Shape;642;p69"/>
          <p:cNvSpPr txBox="1"/>
          <p:nvPr>
            <p:ph idx="1" type="body"/>
          </p:nvPr>
        </p:nvSpPr>
        <p:spPr>
          <a:xfrm>
            <a:off x="503039" y="6248"/>
            <a:ext cx="8568900" cy="304200"/>
          </a:xfrm>
          <a:prstGeom prst="rect">
            <a:avLst/>
          </a:prstGeom>
        </p:spPr>
        <p:txBody>
          <a:bodyPr anchorCtr="0" anchor="ctr" bIns="0" lIns="68575" spcFirstLastPara="1" rIns="68575" wrap="square" tIns="0">
            <a:normAutofit/>
          </a:bodyPr>
          <a:lstStyle/>
          <a:p>
            <a:pPr indent="0" lvl="0" marL="0" rtl="0" algn="l">
              <a:spcBef>
                <a:spcPts val="800"/>
              </a:spcBef>
              <a:spcAft>
                <a:spcPts val="0"/>
              </a:spcAft>
              <a:buNone/>
            </a:pPr>
            <a:r>
              <a:t/>
            </a:r>
            <a:endParaRPr/>
          </a:p>
        </p:txBody>
      </p:sp>
      <p:sp>
        <p:nvSpPr>
          <p:cNvPr id="643" name="Google Shape;643;p69"/>
          <p:cNvSpPr txBox="1"/>
          <p:nvPr>
            <p:ph idx="2" type="body"/>
          </p:nvPr>
        </p:nvSpPr>
        <p:spPr>
          <a:xfrm>
            <a:off x="502542" y="310438"/>
            <a:ext cx="61206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Exemples d’entreprises pilote</a:t>
            </a:r>
            <a:endParaRPr/>
          </a:p>
        </p:txBody>
      </p:sp>
      <p:graphicFrame>
        <p:nvGraphicFramePr>
          <p:cNvPr id="644" name="Google Shape;644;p69"/>
          <p:cNvGraphicFramePr/>
          <p:nvPr/>
        </p:nvGraphicFramePr>
        <p:xfrm>
          <a:off x="575072" y="1145941"/>
          <a:ext cx="3000000" cy="3000000"/>
        </p:xfrm>
        <a:graphic>
          <a:graphicData uri="http://schemas.openxmlformats.org/drawingml/2006/table">
            <a:tbl>
              <a:tblPr bandRow="1" firstRow="1">
                <a:noFill/>
                <a:tableStyleId>{5B88B64A-4502-4A9C-B517-71BE5DAC0E4B}</a:tableStyleId>
              </a:tblPr>
              <a:tblGrid>
                <a:gridCol w="1504800"/>
                <a:gridCol w="1051450"/>
                <a:gridCol w="1225175"/>
                <a:gridCol w="1107025"/>
                <a:gridCol w="1314575"/>
                <a:gridCol w="1790825"/>
              </a:tblGrid>
              <a:tr h="253800">
                <a:tc gridSpan="6">
                  <a:txBody>
                    <a:bodyPr/>
                    <a:lstStyle/>
                    <a:p>
                      <a:pPr indent="0" lvl="0" marL="0" rtl="0" algn="l">
                        <a:spcBef>
                          <a:spcPts val="0"/>
                        </a:spcBef>
                        <a:spcAft>
                          <a:spcPts val="0"/>
                        </a:spcAft>
                        <a:buNone/>
                      </a:pPr>
                      <a:r>
                        <a:rPr lang="fr" sz="800">
                          <a:solidFill>
                            <a:srgbClr val="FFFFFF"/>
                          </a:solidFill>
                          <a:latin typeface="Roboto Medium"/>
                          <a:ea typeface="Roboto Medium"/>
                          <a:cs typeface="Roboto Medium"/>
                          <a:sym typeface="Roboto Medium"/>
                        </a:rPr>
                        <a:t>PROJETS PILOTE</a:t>
                      </a:r>
                      <a:endParaRPr sz="1100">
                        <a:latin typeface="Roboto"/>
                        <a:ea typeface="Roboto"/>
                        <a:cs typeface="Roboto"/>
                        <a:sym typeface="Roboto"/>
                      </a:endParaRPr>
                    </a:p>
                  </a:txBody>
                  <a:tcPr marT="67500" marB="67500" marR="108000" marL="108000">
                    <a:lnL cap="flat" cmpd="sng" w="9525">
                      <a:solidFill>
                        <a:srgbClr val="F0F1F1"/>
                      </a:solidFill>
                      <a:prstDash val="solid"/>
                      <a:round/>
                      <a:headEnd len="sm" w="sm" type="none"/>
                      <a:tailEnd len="sm" w="sm" type="none"/>
                    </a:lnL>
                    <a:lnR cap="flat" cmpd="sng" w="9525">
                      <a:solidFill>
                        <a:srgbClr val="F0F1F1"/>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182759"/>
                    </a:solidFill>
                  </a:tcPr>
                </a:tc>
                <a:tc hMerge="1"/>
                <a:tc hMerge="1"/>
                <a:tc hMerge="1"/>
                <a:tc hMerge="1"/>
                <a:tc hMerge="1"/>
              </a:tr>
              <a:tr h="253800">
                <a:tc>
                  <a:txBody>
                    <a:bodyPr/>
                    <a:lstStyle/>
                    <a:p>
                      <a:pPr indent="0" lvl="0" marL="0" marR="0" rtl="0" algn="l">
                        <a:spcBef>
                          <a:spcPts val="0"/>
                        </a:spcBef>
                        <a:spcAft>
                          <a:spcPts val="0"/>
                        </a:spcAft>
                        <a:buNone/>
                      </a:pPr>
                      <a:r>
                        <a:rPr lang="fr" sz="800">
                          <a:solidFill>
                            <a:srgbClr val="182759"/>
                          </a:solidFill>
                          <a:latin typeface="Roboto Medium"/>
                          <a:ea typeface="Roboto Medium"/>
                          <a:cs typeface="Roboto Medium"/>
                          <a:sym typeface="Roboto Medium"/>
                        </a:rPr>
                        <a:t>Entreprise</a:t>
                      </a:r>
                      <a:endParaRPr sz="1100"/>
                    </a:p>
                  </a:txBody>
                  <a:tcPr marT="67500" marB="675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0F1F1"/>
                    </a:solidFill>
                  </a:tcPr>
                </a:tc>
                <a:tc>
                  <a:txBody>
                    <a:bodyPr/>
                    <a:lstStyle/>
                    <a:p>
                      <a:pPr indent="0" lvl="0" marL="0" marR="0" rtl="0" algn="l">
                        <a:spcBef>
                          <a:spcPts val="0"/>
                        </a:spcBef>
                        <a:spcAft>
                          <a:spcPts val="0"/>
                        </a:spcAft>
                        <a:buNone/>
                      </a:pPr>
                      <a:r>
                        <a:rPr lang="fr" sz="800">
                          <a:solidFill>
                            <a:srgbClr val="182759"/>
                          </a:solidFill>
                          <a:latin typeface="Roboto Medium"/>
                          <a:ea typeface="Roboto Medium"/>
                          <a:cs typeface="Roboto Medium"/>
                          <a:sym typeface="Roboto Medium"/>
                        </a:rPr>
                        <a:t>Type de VAE</a:t>
                      </a:r>
                      <a:endParaRPr sz="800">
                        <a:solidFill>
                          <a:srgbClr val="182759"/>
                        </a:solidFill>
                        <a:latin typeface="Roboto Medium"/>
                        <a:ea typeface="Roboto Medium"/>
                        <a:cs typeface="Roboto Medium"/>
                        <a:sym typeface="Roboto Medium"/>
                      </a:endParaRPr>
                    </a:p>
                  </a:txBody>
                  <a:tcPr marT="67500" marB="675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0F1F1"/>
                    </a:solidFill>
                  </a:tcPr>
                </a:tc>
                <a:tc>
                  <a:txBody>
                    <a:bodyPr/>
                    <a:lstStyle/>
                    <a:p>
                      <a:pPr indent="0" lvl="0" marL="0" marR="0" rtl="0" algn="l">
                        <a:spcBef>
                          <a:spcPts val="0"/>
                        </a:spcBef>
                        <a:spcAft>
                          <a:spcPts val="0"/>
                        </a:spcAft>
                        <a:buNone/>
                      </a:pPr>
                      <a:r>
                        <a:rPr lang="fr" sz="800">
                          <a:solidFill>
                            <a:srgbClr val="182759"/>
                          </a:solidFill>
                          <a:latin typeface="Roboto Medium"/>
                          <a:ea typeface="Roboto Medium"/>
                          <a:cs typeface="Roboto Medium"/>
                          <a:sym typeface="Roboto Medium"/>
                        </a:rPr>
                        <a:t>Certifications visées</a:t>
                      </a:r>
                      <a:endParaRPr b="0" i="0" sz="800">
                        <a:solidFill>
                          <a:srgbClr val="182759"/>
                        </a:solidFill>
                        <a:latin typeface="Roboto Medium"/>
                        <a:ea typeface="Roboto Medium"/>
                        <a:cs typeface="Roboto Medium"/>
                        <a:sym typeface="Roboto Medium"/>
                      </a:endParaRPr>
                    </a:p>
                  </a:txBody>
                  <a:tcPr marT="67500" marB="675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0F1F1"/>
                    </a:solidFill>
                  </a:tcPr>
                </a:tc>
                <a:tc>
                  <a:txBody>
                    <a:bodyPr/>
                    <a:lstStyle/>
                    <a:p>
                      <a:pPr indent="0" lvl="0" marL="0" marR="0" rtl="0" algn="l">
                        <a:spcBef>
                          <a:spcPts val="0"/>
                        </a:spcBef>
                        <a:spcAft>
                          <a:spcPts val="0"/>
                        </a:spcAft>
                        <a:buNone/>
                      </a:pPr>
                      <a:r>
                        <a:rPr lang="fr" sz="800">
                          <a:solidFill>
                            <a:srgbClr val="182759"/>
                          </a:solidFill>
                          <a:latin typeface="Roboto Medium"/>
                          <a:ea typeface="Roboto Medium"/>
                          <a:cs typeface="Roboto Medium"/>
                          <a:sym typeface="Roboto Medium"/>
                        </a:rPr>
                        <a:t>Accompagnateur</a:t>
                      </a:r>
                      <a:endParaRPr sz="1100"/>
                    </a:p>
                  </a:txBody>
                  <a:tcPr marT="67500" marB="675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0F1F1"/>
                    </a:solidFill>
                  </a:tcPr>
                </a:tc>
                <a:tc>
                  <a:txBody>
                    <a:bodyPr/>
                    <a:lstStyle/>
                    <a:p>
                      <a:pPr indent="0" lvl="0" marL="0" marR="0" rtl="0" algn="l">
                        <a:spcBef>
                          <a:spcPts val="0"/>
                        </a:spcBef>
                        <a:spcAft>
                          <a:spcPts val="0"/>
                        </a:spcAft>
                        <a:buNone/>
                      </a:pPr>
                      <a:r>
                        <a:rPr lang="fr" sz="800">
                          <a:solidFill>
                            <a:srgbClr val="182759"/>
                          </a:solidFill>
                          <a:latin typeface="Roboto Medium"/>
                          <a:ea typeface="Roboto Medium"/>
                          <a:cs typeface="Roboto Medium"/>
                          <a:sym typeface="Roboto Medium"/>
                        </a:rPr>
                        <a:t>Volume candidats</a:t>
                      </a:r>
                      <a:endParaRPr sz="1100"/>
                    </a:p>
                  </a:txBody>
                  <a:tcPr marT="67500" marB="675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0F1F1"/>
                    </a:solidFill>
                  </a:tcPr>
                </a:tc>
                <a:tc>
                  <a:txBody>
                    <a:bodyPr/>
                    <a:lstStyle/>
                    <a:p>
                      <a:pPr indent="0" lvl="0" marL="0" marR="0" rtl="0" algn="l">
                        <a:spcBef>
                          <a:spcPts val="0"/>
                        </a:spcBef>
                        <a:spcAft>
                          <a:spcPts val="0"/>
                        </a:spcAft>
                        <a:buNone/>
                      </a:pPr>
                      <a:r>
                        <a:rPr lang="fr" sz="800">
                          <a:solidFill>
                            <a:srgbClr val="182759"/>
                          </a:solidFill>
                          <a:latin typeface="Roboto Medium"/>
                          <a:ea typeface="Roboto Medium"/>
                          <a:cs typeface="Roboto Medium"/>
                          <a:sym typeface="Roboto Medium"/>
                        </a:rPr>
                        <a:t>Particularités</a:t>
                      </a:r>
                      <a:endParaRPr sz="800">
                        <a:solidFill>
                          <a:srgbClr val="182759"/>
                        </a:solidFill>
                        <a:latin typeface="Roboto Medium"/>
                        <a:ea typeface="Roboto Medium"/>
                        <a:cs typeface="Roboto Medium"/>
                        <a:sym typeface="Roboto Medium"/>
                      </a:endParaRPr>
                    </a:p>
                  </a:txBody>
                  <a:tcPr marT="67500" marB="675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0F1F1"/>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Groupe VYV</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Inversée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fr" sz="800">
                          <a:solidFill>
                            <a:schemeClr val="dk1"/>
                          </a:solidFill>
                          <a:latin typeface="Roboto"/>
                          <a:ea typeface="Roboto"/>
                          <a:cs typeface="Roboto"/>
                          <a:sym typeface="Roboto"/>
                        </a:rPr>
                        <a:t>DEAS</a:t>
                      </a:r>
                      <a:endParaRPr sz="1100"/>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Croix Rouge Compétences</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90</a:t>
                      </a:r>
                      <a:endParaRPr sz="1100"/>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7 groupes, 7 AP distincts, pilotage central employeur + Croix-Rouge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Non-connu</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Collective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fr" sz="800">
                          <a:solidFill>
                            <a:schemeClr val="dk1"/>
                          </a:solidFill>
                          <a:latin typeface="Roboto"/>
                          <a:ea typeface="Roboto"/>
                          <a:cs typeface="Roboto"/>
                          <a:sym typeface="Roboto"/>
                        </a:rPr>
                        <a:t>DEAS</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Croix Rouge Compétences</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60</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7 groupes - 3 groupes en 2025, puis 4 en 2026</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Leroy Merlin</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Collective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TP ARH, Bac Pro Logistique, TSMEL</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En cours de définition</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fr" sz="800">
                          <a:solidFill>
                            <a:schemeClr val="dk1"/>
                          </a:solidFill>
                          <a:latin typeface="Roboto"/>
                          <a:ea typeface="Roboto"/>
                          <a:cs typeface="Roboto"/>
                          <a:sym typeface="Roboto"/>
                        </a:rPr>
                        <a:t>En cours de définition</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Multi-métier, RH/logistique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Clariane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Collective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DEAS, DEAES, CAP Cuisine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fr" sz="800">
                          <a:solidFill>
                            <a:schemeClr val="dk1"/>
                          </a:solidFill>
                          <a:latin typeface="Roboto"/>
                          <a:ea typeface="Roboto"/>
                          <a:cs typeface="Roboto"/>
                          <a:sym typeface="Roboto"/>
                        </a:rPr>
                        <a:t>En cours de définition</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fr" sz="800">
                          <a:solidFill>
                            <a:schemeClr val="dk1"/>
                          </a:solidFill>
                          <a:latin typeface="Roboto"/>
                          <a:ea typeface="Roboto"/>
                          <a:cs typeface="Roboto"/>
                          <a:sym typeface="Roboto"/>
                        </a:rPr>
                        <a:t>En cours de définition</a:t>
                      </a:r>
                      <a:endParaRPr sz="800">
                        <a:solidFill>
                          <a:schemeClr val="dk1"/>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Plusieurs sites, profils divers</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SOS / Vie au Grand Air</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Collective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DEME, DEES</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fr" sz="800">
                          <a:solidFill>
                            <a:schemeClr val="dk1"/>
                          </a:solidFill>
                          <a:latin typeface="Roboto"/>
                          <a:ea typeface="Roboto"/>
                          <a:cs typeface="Roboto"/>
                          <a:sym typeface="Roboto"/>
                        </a:rPr>
                        <a:t>30</a:t>
                      </a:r>
                      <a:endParaRPr sz="800">
                        <a:solidFill>
                          <a:schemeClr val="dk1"/>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Educateurs, protection de l’enfance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8" name="Shape 648"/>
        <p:cNvGrpSpPr/>
        <p:nvPr/>
      </p:nvGrpSpPr>
      <p:grpSpPr>
        <a:xfrm>
          <a:off x="0" y="0"/>
          <a:ext cx="0" cy="0"/>
          <a:chOff x="0" y="0"/>
          <a:chExt cx="0" cy="0"/>
        </a:xfrm>
      </p:grpSpPr>
      <p:sp>
        <p:nvSpPr>
          <p:cNvPr id="649" name="Google Shape;649;p70"/>
          <p:cNvSpPr/>
          <p:nvPr/>
        </p:nvSpPr>
        <p:spPr>
          <a:xfrm>
            <a:off x="6095125" y="-47725"/>
            <a:ext cx="3066600" cy="5202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Medium"/>
              <a:ea typeface="Roboto Medium"/>
              <a:cs typeface="Roboto Medium"/>
              <a:sym typeface="Roboto Medium"/>
            </a:endParaRPr>
          </a:p>
        </p:txBody>
      </p:sp>
      <p:sp>
        <p:nvSpPr>
          <p:cNvPr id="650" name="Google Shape;650;p70"/>
          <p:cNvSpPr txBox="1"/>
          <p:nvPr>
            <p:ph idx="1" type="body"/>
          </p:nvPr>
        </p:nvSpPr>
        <p:spPr>
          <a:xfrm>
            <a:off x="503039" y="6248"/>
            <a:ext cx="8568900" cy="304200"/>
          </a:xfrm>
          <a:prstGeom prst="rect">
            <a:avLst/>
          </a:prstGeom>
          <a:noFill/>
          <a:ln>
            <a:noFill/>
          </a:ln>
        </p:spPr>
        <p:txBody>
          <a:bodyPr anchorCtr="0" anchor="ctr" bIns="0" lIns="68575" spcFirstLastPara="1" rIns="68575" wrap="square" tIns="0">
            <a:normAutofit/>
          </a:bodyPr>
          <a:lstStyle/>
          <a:p>
            <a:pPr indent="0" lvl="0" marL="0" rtl="0" algn="l">
              <a:lnSpc>
                <a:spcPct val="90000"/>
              </a:lnSpc>
              <a:spcBef>
                <a:spcPts val="0"/>
              </a:spcBef>
              <a:spcAft>
                <a:spcPts val="0"/>
              </a:spcAft>
              <a:buClr>
                <a:schemeClr val="accent1"/>
              </a:buClr>
              <a:buSzPts val="900"/>
              <a:buNone/>
            </a:pPr>
            <a:r>
              <a:rPr lang="fr"/>
              <a:t>RÔLE EMPLOYEUR</a:t>
            </a:r>
            <a:endParaRPr/>
          </a:p>
        </p:txBody>
      </p:sp>
      <p:sp>
        <p:nvSpPr>
          <p:cNvPr id="651" name="Google Shape;651;p70"/>
          <p:cNvSpPr txBox="1"/>
          <p:nvPr>
            <p:ph idx="2" type="body"/>
          </p:nvPr>
        </p:nvSpPr>
        <p:spPr>
          <a:xfrm>
            <a:off x="502550" y="1032375"/>
            <a:ext cx="5325600" cy="3645600"/>
          </a:xfrm>
          <a:prstGeom prst="rect">
            <a:avLst/>
          </a:prstGeom>
        </p:spPr>
        <p:txBody>
          <a:bodyPr anchorCtr="0" anchor="t" bIns="34275" lIns="68575" spcFirstLastPara="1" rIns="68575" wrap="square" tIns="34275">
            <a:noAutofit/>
          </a:bodyPr>
          <a:lstStyle/>
          <a:p>
            <a:pPr indent="-330200" lvl="0" marL="457200" rtl="0" algn="l">
              <a:lnSpc>
                <a:spcPct val="115000"/>
              </a:lnSpc>
              <a:spcBef>
                <a:spcPts val="800"/>
              </a:spcBef>
              <a:spcAft>
                <a:spcPts val="0"/>
              </a:spcAft>
              <a:buSzPts val="1600"/>
              <a:buChar char="●"/>
            </a:pPr>
            <a:r>
              <a:rPr lang="fr" sz="1600"/>
              <a:t>Vos certifications ne sont pas encore actives sur France VAE</a:t>
            </a:r>
            <a:endParaRPr sz="1600"/>
          </a:p>
          <a:p>
            <a:pPr indent="-330200" lvl="0" marL="457200" rtl="0" algn="l">
              <a:lnSpc>
                <a:spcPct val="115000"/>
              </a:lnSpc>
              <a:spcBef>
                <a:spcPts val="0"/>
              </a:spcBef>
              <a:spcAft>
                <a:spcPts val="0"/>
              </a:spcAft>
              <a:buSzPts val="1600"/>
              <a:buChar char="●"/>
            </a:pPr>
            <a:r>
              <a:rPr lang="fr" sz="1600"/>
              <a:t>Possibilité de figurer parmi les premières entreprises à embarquer</a:t>
            </a:r>
            <a:endParaRPr sz="1600"/>
          </a:p>
          <a:p>
            <a:pPr indent="-330200" lvl="0" marL="457200" rtl="0" algn="l">
              <a:lnSpc>
                <a:spcPct val="115000"/>
              </a:lnSpc>
              <a:spcBef>
                <a:spcPts val="0"/>
              </a:spcBef>
              <a:spcAft>
                <a:spcPts val="0"/>
              </a:spcAft>
              <a:buSzPts val="1600"/>
              <a:buChar char="●"/>
            </a:pPr>
            <a:r>
              <a:rPr lang="fr" sz="1600"/>
              <a:t>Renseigner le formulaire d’intérêt</a:t>
            </a:r>
            <a:endParaRPr sz="1600"/>
          </a:p>
          <a:p>
            <a:pPr indent="-330200" lvl="0" marL="457200" rtl="0" algn="l">
              <a:lnSpc>
                <a:spcPct val="115000"/>
              </a:lnSpc>
              <a:spcBef>
                <a:spcPts val="0"/>
              </a:spcBef>
              <a:spcAft>
                <a:spcPts val="0"/>
              </a:spcAft>
              <a:buSzPts val="1600"/>
              <a:buChar char="●"/>
            </a:pPr>
            <a:r>
              <a:rPr lang="fr" sz="1600"/>
              <a:t>Nous vous recontacterons pour planifier l’intégration progressive de vos titres</a:t>
            </a:r>
            <a:endParaRPr sz="1600"/>
          </a:p>
        </p:txBody>
      </p:sp>
      <p:sp>
        <p:nvSpPr>
          <p:cNvPr id="652" name="Google Shape;652;p70"/>
          <p:cNvSpPr txBox="1"/>
          <p:nvPr>
            <p:ph idx="4294967295" type="body"/>
          </p:nvPr>
        </p:nvSpPr>
        <p:spPr>
          <a:xfrm>
            <a:off x="502541" y="362537"/>
            <a:ext cx="85695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fr" sz="2300">
                <a:latin typeface="Roboto"/>
                <a:ea typeface="Roboto"/>
                <a:cs typeface="Roboto"/>
                <a:sym typeface="Roboto"/>
              </a:rPr>
              <a:t>Prochaine étape pour ETAM</a:t>
            </a:r>
            <a:endParaRPr b="1" sz="2300">
              <a:latin typeface="Roboto"/>
              <a:ea typeface="Roboto"/>
              <a:cs typeface="Roboto"/>
              <a:sym typeface="Roboto"/>
            </a:endParaRPr>
          </a:p>
        </p:txBody>
      </p:sp>
      <p:pic>
        <p:nvPicPr>
          <p:cNvPr id="653" name="Google Shape;653;p70"/>
          <p:cNvPicPr preferRelativeResize="0"/>
          <p:nvPr/>
        </p:nvPicPr>
        <p:blipFill>
          <a:blip r:embed="rId4">
            <a:alphaModFix/>
          </a:blip>
          <a:stretch>
            <a:fillRect/>
          </a:stretch>
        </p:blipFill>
        <p:spPr>
          <a:xfrm>
            <a:off x="6095125" y="1583167"/>
            <a:ext cx="3048875" cy="197715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71"/>
          <p:cNvSpPr txBox="1"/>
          <p:nvPr>
            <p:ph idx="1" type="body"/>
          </p:nvPr>
        </p:nvSpPr>
        <p:spPr>
          <a:xfrm>
            <a:off x="503039" y="6248"/>
            <a:ext cx="8568900" cy="304200"/>
          </a:xfrm>
          <a:prstGeom prst="rect">
            <a:avLst/>
          </a:prstGeom>
        </p:spPr>
        <p:txBody>
          <a:bodyPr anchorCtr="0" anchor="ctr" bIns="0" lIns="68575" spcFirstLastPara="1" rIns="68575" wrap="square" tIns="0">
            <a:normAutofit/>
          </a:bodyPr>
          <a:lstStyle/>
          <a:p>
            <a:pPr indent="0" lvl="0" marL="0" rtl="0" algn="l">
              <a:spcBef>
                <a:spcPts val="800"/>
              </a:spcBef>
              <a:spcAft>
                <a:spcPts val="0"/>
              </a:spcAft>
              <a:buNone/>
            </a:pPr>
            <a:r>
              <a:rPr lang="fr"/>
              <a:t>FORMULAIRE D’INTÊRET ENTREPRISE</a:t>
            </a:r>
            <a:endParaRPr/>
          </a:p>
        </p:txBody>
      </p:sp>
      <p:sp>
        <p:nvSpPr>
          <p:cNvPr id="659" name="Google Shape;659;p71"/>
          <p:cNvSpPr txBox="1"/>
          <p:nvPr>
            <p:ph idx="2" type="body"/>
          </p:nvPr>
        </p:nvSpPr>
        <p:spPr>
          <a:xfrm>
            <a:off x="502542" y="310438"/>
            <a:ext cx="6120600" cy="3261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fr"/>
              <a:t>Participez à la suite !</a:t>
            </a:r>
            <a:endParaRPr/>
          </a:p>
        </p:txBody>
      </p:sp>
      <p:graphicFrame>
        <p:nvGraphicFramePr>
          <p:cNvPr id="660" name="Google Shape;660;p71"/>
          <p:cNvGraphicFramePr/>
          <p:nvPr/>
        </p:nvGraphicFramePr>
        <p:xfrm>
          <a:off x="4571997" y="1071841"/>
          <a:ext cx="3000000" cy="3000000"/>
        </p:xfrm>
        <a:graphic>
          <a:graphicData uri="http://schemas.openxmlformats.org/drawingml/2006/table">
            <a:tbl>
              <a:tblPr bandRow="1" firstRow="1">
                <a:noFill/>
                <a:tableStyleId>{5B88B64A-4502-4A9C-B517-71BE5DAC0E4B}</a:tableStyleId>
              </a:tblPr>
              <a:tblGrid>
                <a:gridCol w="3564725"/>
              </a:tblGrid>
              <a:tr h="253800">
                <a:tc>
                  <a:txBody>
                    <a:bodyPr/>
                    <a:lstStyle/>
                    <a:p>
                      <a:pPr indent="0" lvl="0" marL="0" rtl="0" algn="l">
                        <a:spcBef>
                          <a:spcPts val="0"/>
                        </a:spcBef>
                        <a:spcAft>
                          <a:spcPts val="0"/>
                        </a:spcAft>
                        <a:buNone/>
                      </a:pPr>
                      <a:r>
                        <a:rPr lang="fr" sz="800">
                          <a:solidFill>
                            <a:srgbClr val="FFFFFF"/>
                          </a:solidFill>
                          <a:latin typeface="Roboto Medium"/>
                          <a:ea typeface="Roboto Medium"/>
                          <a:cs typeface="Roboto Medium"/>
                          <a:sym typeface="Roboto Medium"/>
                        </a:rPr>
                        <a:t>Formulaire</a:t>
                      </a:r>
                      <a:endParaRPr sz="1100">
                        <a:latin typeface="Roboto"/>
                        <a:ea typeface="Roboto"/>
                        <a:cs typeface="Roboto"/>
                        <a:sym typeface="Roboto"/>
                      </a:endParaRPr>
                    </a:p>
                  </a:txBody>
                  <a:tcPr marT="67500" marB="67500" marR="108000" marL="108000">
                    <a:lnL cap="flat" cmpd="sng" w="9525">
                      <a:solidFill>
                        <a:srgbClr val="F0F1F1"/>
                      </a:solidFill>
                      <a:prstDash val="solid"/>
                      <a:round/>
                      <a:headEnd len="sm" w="sm" type="none"/>
                      <a:tailEnd len="sm" w="sm" type="none"/>
                    </a:lnL>
                    <a:lnR cap="flat" cmpd="sng" w="9525">
                      <a:solidFill>
                        <a:srgbClr val="F0F1F1"/>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182759"/>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Nom entreprise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Poste du contact</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Email / Téléphone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Certifications ou diplômes visés (si connus)</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Volume de candidats estimé</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Période de VAE collective souhaitée</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r h="388750">
                <a:tc>
                  <a:txBody>
                    <a:bodyPr/>
                    <a:lstStyle/>
                    <a:p>
                      <a:pPr indent="0" lvl="0" marL="0" marR="0" rtl="0" algn="l">
                        <a:spcBef>
                          <a:spcPts val="0"/>
                        </a:spcBef>
                        <a:spcAft>
                          <a:spcPts val="0"/>
                        </a:spcAft>
                        <a:buNone/>
                      </a:pPr>
                      <a:r>
                        <a:rPr lang="fr" sz="800">
                          <a:solidFill>
                            <a:srgbClr val="182759"/>
                          </a:solidFill>
                          <a:latin typeface="Roboto"/>
                          <a:ea typeface="Roboto"/>
                          <a:cs typeface="Roboto"/>
                          <a:sym typeface="Roboto"/>
                        </a:rPr>
                        <a:t>Souhaitez-vous être contacté pour une préfiguration ? [Oui / Non]</a:t>
                      </a:r>
                      <a:endParaRPr sz="800">
                        <a:solidFill>
                          <a:srgbClr val="182759"/>
                        </a:solidFill>
                        <a:latin typeface="Roboto"/>
                        <a:ea typeface="Roboto"/>
                        <a:cs typeface="Roboto"/>
                        <a:sym typeface="Roboto"/>
                      </a:endParaRPr>
                    </a:p>
                  </a:txBody>
                  <a:tcPr marT="135000" marB="135000" marR="108000" marL="1080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F0F1F1"/>
                      </a:solidFill>
                      <a:prstDash val="solid"/>
                      <a:round/>
                      <a:headEnd len="sm" w="sm" type="none"/>
                      <a:tailEnd len="sm" w="sm" type="none"/>
                    </a:lnT>
                    <a:lnB cap="flat" cmpd="sng" w="9525">
                      <a:solidFill>
                        <a:srgbClr val="F0F1F1"/>
                      </a:solidFill>
                      <a:prstDash val="solid"/>
                      <a:round/>
                      <a:headEnd len="sm" w="sm" type="none"/>
                      <a:tailEnd len="sm" w="sm" type="none"/>
                    </a:lnB>
                    <a:solidFill>
                      <a:srgbClr val="FFFFFF"/>
                    </a:solidFill>
                  </a:tcPr>
                </a:tc>
              </a:tr>
            </a:tbl>
          </a:graphicData>
        </a:graphic>
      </p:graphicFrame>
      <p:sp>
        <p:nvSpPr>
          <p:cNvPr id="661" name="Google Shape;661;p71"/>
          <p:cNvSpPr txBox="1"/>
          <p:nvPr/>
        </p:nvSpPr>
        <p:spPr>
          <a:xfrm>
            <a:off x="502542" y="1023950"/>
            <a:ext cx="30000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1800">
                <a:solidFill>
                  <a:schemeClr val="dk1"/>
                </a:solidFill>
                <a:latin typeface="Roboto"/>
                <a:ea typeface="Roboto"/>
                <a:cs typeface="Roboto"/>
                <a:sym typeface="Roboto"/>
              </a:rPr>
              <a:t>Vous souhaitez être recontacté pour définir un projet de VAE collective dans votre entreprise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fr" sz="1800">
                <a:solidFill>
                  <a:schemeClr val="dk1"/>
                </a:solidFill>
                <a:latin typeface="Roboto"/>
                <a:ea typeface="Roboto"/>
                <a:cs typeface="Roboto"/>
                <a:sym typeface="Roboto"/>
              </a:rPr>
              <a:t>Renseignez ce formulaire -&gt;</a:t>
            </a:r>
            <a:endParaRPr sz="18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2"/>
          <p:cNvSpPr txBox="1"/>
          <p:nvPr>
            <p:ph idx="4294967295" type="body"/>
          </p:nvPr>
        </p:nvSpPr>
        <p:spPr>
          <a:xfrm>
            <a:off x="502450" y="2344500"/>
            <a:ext cx="8066400" cy="7620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fr">
                <a:solidFill>
                  <a:schemeClr val="lt1"/>
                </a:solidFill>
              </a:rPr>
              <a:t>Nom Prénom</a:t>
            </a:r>
            <a:endParaRPr>
              <a:solidFill>
                <a:schemeClr val="lt1"/>
              </a:solidFill>
            </a:endParaRPr>
          </a:p>
          <a:p>
            <a:pPr indent="0" lvl="0" marL="0" rtl="0" algn="l">
              <a:spcBef>
                <a:spcPts val="800"/>
              </a:spcBef>
              <a:spcAft>
                <a:spcPts val="0"/>
              </a:spcAft>
              <a:buNone/>
            </a:pPr>
            <a:r>
              <a:rPr lang="fr" sz="1400">
                <a:solidFill>
                  <a:schemeClr val="accent6"/>
                </a:solidFill>
              </a:rPr>
              <a:t>Titre</a:t>
            </a:r>
            <a:endParaRPr sz="1400">
              <a:solidFill>
                <a:schemeClr val="accent6"/>
              </a:solidFill>
            </a:endParaRPr>
          </a:p>
        </p:txBody>
      </p:sp>
      <p:sp>
        <p:nvSpPr>
          <p:cNvPr id="667" name="Google Shape;667;p72"/>
          <p:cNvSpPr txBox="1"/>
          <p:nvPr>
            <p:ph idx="4294967295" type="body"/>
          </p:nvPr>
        </p:nvSpPr>
        <p:spPr>
          <a:xfrm>
            <a:off x="502450" y="3106500"/>
            <a:ext cx="8066400" cy="1571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fr" sz="1200">
                <a:solidFill>
                  <a:schemeClr val="lt1"/>
                </a:solidFill>
              </a:rPr>
              <a:t>06 12 34 56 78</a:t>
            </a:r>
            <a:endParaRPr sz="1200">
              <a:solidFill>
                <a:schemeClr val="lt1"/>
              </a:solidFill>
            </a:endParaRPr>
          </a:p>
          <a:p>
            <a:pPr indent="0" lvl="0" marL="0" rtl="0" algn="l">
              <a:spcBef>
                <a:spcPts val="800"/>
              </a:spcBef>
              <a:spcAft>
                <a:spcPts val="0"/>
              </a:spcAft>
              <a:buNone/>
            </a:pPr>
            <a:r>
              <a:rPr lang="fr" sz="1200">
                <a:solidFill>
                  <a:schemeClr val="lt1"/>
                </a:solidFill>
              </a:rPr>
              <a:t>nom.prénom@beta.gouv.fr</a:t>
            </a:r>
            <a:endParaRPr sz="1200">
              <a:solidFill>
                <a:schemeClr val="lt1"/>
              </a:solidFill>
            </a:endParaRPr>
          </a:p>
          <a:p>
            <a:pPr indent="0" lvl="0" marL="0" rtl="0" algn="l">
              <a:spcBef>
                <a:spcPts val="800"/>
              </a:spcBef>
              <a:spcAft>
                <a:spcPts val="0"/>
              </a:spcAft>
              <a:buNone/>
            </a:pPr>
            <a:r>
              <a:rPr lang="fr" sz="1200">
                <a:solidFill>
                  <a:schemeClr val="lt1"/>
                </a:solidFill>
              </a:rPr>
              <a:t>https://vae.gouv.fr</a:t>
            </a:r>
            <a:endParaRPr sz="12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VAE">
  <a:themeElements>
    <a:clrScheme name="Personnalisé 1">
      <a:dk1>
        <a:srgbClr val="182759"/>
      </a:dk1>
      <a:lt1>
        <a:srgbClr val="FFFFFF"/>
      </a:lt1>
      <a:dk2>
        <a:srgbClr val="434749"/>
      </a:dk2>
      <a:lt2>
        <a:srgbClr val="E8EBF5"/>
      </a:lt2>
      <a:accent1>
        <a:srgbClr val="E1010F"/>
      </a:accent1>
      <a:accent2>
        <a:srgbClr val="3BB649"/>
      </a:accent2>
      <a:accent3>
        <a:srgbClr val="00929D"/>
      </a:accent3>
      <a:accent4>
        <a:srgbClr val="FE993F"/>
      </a:accent4>
      <a:accent5>
        <a:srgbClr val="A82586"/>
      </a:accent5>
      <a:accent6>
        <a:srgbClr val="7AB1E8"/>
      </a:accent6>
      <a:hlink>
        <a:srgbClr val="3838E7"/>
      </a:hlink>
      <a:folHlink>
        <a:srgbClr val="7F042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